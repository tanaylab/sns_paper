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455321"/>
              <a:ext cx="6570133" cy="2632839"/>
            </a:xfrm>
            <a:custGeom>
              <a:avLst/>
              <a:pathLst>
                <a:path w="6570133" h="2632839">
                  <a:moveTo>
                    <a:pt x="0" y="2632839"/>
                  </a:moveTo>
                  <a:lnTo>
                    <a:pt x="0" y="2632591"/>
                  </a:lnTo>
                  <a:lnTo>
                    <a:pt x="0" y="2632343"/>
                  </a:lnTo>
                  <a:lnTo>
                    <a:pt x="0" y="2632096"/>
                  </a:lnTo>
                  <a:lnTo>
                    <a:pt x="0" y="2631848"/>
                  </a:lnTo>
                  <a:lnTo>
                    <a:pt x="0" y="2631600"/>
                  </a:lnTo>
                  <a:lnTo>
                    <a:pt x="0" y="2631352"/>
                  </a:lnTo>
                  <a:lnTo>
                    <a:pt x="0" y="2631104"/>
                  </a:lnTo>
                  <a:lnTo>
                    <a:pt x="0" y="2630856"/>
                  </a:lnTo>
                  <a:lnTo>
                    <a:pt x="0" y="2630608"/>
                  </a:lnTo>
                  <a:lnTo>
                    <a:pt x="0" y="2630360"/>
                  </a:lnTo>
                  <a:lnTo>
                    <a:pt x="0" y="2630112"/>
                  </a:lnTo>
                  <a:lnTo>
                    <a:pt x="0" y="2629864"/>
                  </a:lnTo>
                  <a:lnTo>
                    <a:pt x="0" y="2629616"/>
                  </a:lnTo>
                  <a:lnTo>
                    <a:pt x="0" y="2629368"/>
                  </a:lnTo>
                  <a:lnTo>
                    <a:pt x="0" y="2629120"/>
                  </a:lnTo>
                  <a:lnTo>
                    <a:pt x="0" y="2628872"/>
                  </a:lnTo>
                  <a:lnTo>
                    <a:pt x="0" y="2628624"/>
                  </a:lnTo>
                  <a:lnTo>
                    <a:pt x="0" y="2628376"/>
                  </a:lnTo>
                  <a:lnTo>
                    <a:pt x="0" y="2628129"/>
                  </a:lnTo>
                  <a:lnTo>
                    <a:pt x="0" y="2627881"/>
                  </a:lnTo>
                  <a:lnTo>
                    <a:pt x="0" y="2627633"/>
                  </a:lnTo>
                  <a:lnTo>
                    <a:pt x="0" y="2627385"/>
                  </a:lnTo>
                  <a:lnTo>
                    <a:pt x="0" y="2627137"/>
                  </a:lnTo>
                  <a:lnTo>
                    <a:pt x="0" y="2626889"/>
                  </a:lnTo>
                  <a:lnTo>
                    <a:pt x="0" y="2626641"/>
                  </a:lnTo>
                  <a:lnTo>
                    <a:pt x="0" y="2626393"/>
                  </a:lnTo>
                  <a:lnTo>
                    <a:pt x="0" y="2626145"/>
                  </a:lnTo>
                  <a:lnTo>
                    <a:pt x="0" y="2625897"/>
                  </a:lnTo>
                  <a:lnTo>
                    <a:pt x="0" y="2625649"/>
                  </a:lnTo>
                  <a:lnTo>
                    <a:pt x="0" y="2625401"/>
                  </a:lnTo>
                  <a:lnTo>
                    <a:pt x="0" y="2625153"/>
                  </a:lnTo>
                  <a:lnTo>
                    <a:pt x="0" y="2624905"/>
                  </a:lnTo>
                  <a:lnTo>
                    <a:pt x="0" y="2624657"/>
                  </a:lnTo>
                  <a:lnTo>
                    <a:pt x="0" y="2624409"/>
                  </a:lnTo>
                  <a:lnTo>
                    <a:pt x="0" y="2624162"/>
                  </a:lnTo>
                  <a:lnTo>
                    <a:pt x="0" y="2623914"/>
                  </a:lnTo>
                  <a:lnTo>
                    <a:pt x="0" y="2623666"/>
                  </a:lnTo>
                  <a:lnTo>
                    <a:pt x="0" y="2623418"/>
                  </a:lnTo>
                  <a:lnTo>
                    <a:pt x="0" y="2623170"/>
                  </a:lnTo>
                  <a:lnTo>
                    <a:pt x="0" y="2622922"/>
                  </a:lnTo>
                  <a:lnTo>
                    <a:pt x="0" y="2622674"/>
                  </a:lnTo>
                  <a:lnTo>
                    <a:pt x="0" y="2622426"/>
                  </a:lnTo>
                  <a:lnTo>
                    <a:pt x="0" y="2622178"/>
                  </a:lnTo>
                  <a:lnTo>
                    <a:pt x="0" y="2621930"/>
                  </a:lnTo>
                  <a:lnTo>
                    <a:pt x="0" y="2621682"/>
                  </a:lnTo>
                  <a:lnTo>
                    <a:pt x="0" y="2621434"/>
                  </a:lnTo>
                  <a:lnTo>
                    <a:pt x="0" y="2621186"/>
                  </a:lnTo>
                  <a:lnTo>
                    <a:pt x="0" y="2620938"/>
                  </a:lnTo>
                  <a:lnTo>
                    <a:pt x="0" y="2620690"/>
                  </a:lnTo>
                  <a:lnTo>
                    <a:pt x="0" y="2620442"/>
                  </a:lnTo>
                  <a:lnTo>
                    <a:pt x="0" y="2620195"/>
                  </a:lnTo>
                  <a:lnTo>
                    <a:pt x="0" y="2619947"/>
                  </a:lnTo>
                  <a:lnTo>
                    <a:pt x="0" y="2619699"/>
                  </a:lnTo>
                  <a:lnTo>
                    <a:pt x="0" y="2619451"/>
                  </a:lnTo>
                  <a:lnTo>
                    <a:pt x="0" y="2619203"/>
                  </a:lnTo>
                  <a:lnTo>
                    <a:pt x="0" y="2618955"/>
                  </a:lnTo>
                  <a:lnTo>
                    <a:pt x="0" y="2618707"/>
                  </a:lnTo>
                  <a:lnTo>
                    <a:pt x="0" y="2618459"/>
                  </a:lnTo>
                  <a:lnTo>
                    <a:pt x="0" y="2618211"/>
                  </a:lnTo>
                  <a:lnTo>
                    <a:pt x="0" y="2617963"/>
                  </a:lnTo>
                  <a:lnTo>
                    <a:pt x="0" y="2617715"/>
                  </a:lnTo>
                  <a:lnTo>
                    <a:pt x="0" y="2617467"/>
                  </a:lnTo>
                  <a:lnTo>
                    <a:pt x="0" y="2617219"/>
                  </a:lnTo>
                  <a:lnTo>
                    <a:pt x="0" y="2616971"/>
                  </a:lnTo>
                  <a:lnTo>
                    <a:pt x="0" y="2616723"/>
                  </a:lnTo>
                  <a:lnTo>
                    <a:pt x="0" y="2616475"/>
                  </a:lnTo>
                  <a:lnTo>
                    <a:pt x="0" y="2616228"/>
                  </a:lnTo>
                  <a:lnTo>
                    <a:pt x="0" y="2615980"/>
                  </a:lnTo>
                  <a:lnTo>
                    <a:pt x="0" y="2615732"/>
                  </a:lnTo>
                  <a:lnTo>
                    <a:pt x="0" y="2615484"/>
                  </a:lnTo>
                  <a:lnTo>
                    <a:pt x="0" y="2615236"/>
                  </a:lnTo>
                  <a:lnTo>
                    <a:pt x="0" y="2614988"/>
                  </a:lnTo>
                  <a:lnTo>
                    <a:pt x="0" y="2614740"/>
                  </a:lnTo>
                  <a:lnTo>
                    <a:pt x="0" y="2614492"/>
                  </a:lnTo>
                  <a:lnTo>
                    <a:pt x="0" y="2614244"/>
                  </a:lnTo>
                  <a:lnTo>
                    <a:pt x="0" y="2613996"/>
                  </a:lnTo>
                  <a:lnTo>
                    <a:pt x="0" y="2613748"/>
                  </a:lnTo>
                  <a:lnTo>
                    <a:pt x="0" y="2613500"/>
                  </a:lnTo>
                  <a:lnTo>
                    <a:pt x="0" y="2613252"/>
                  </a:lnTo>
                  <a:lnTo>
                    <a:pt x="0" y="2613004"/>
                  </a:lnTo>
                  <a:lnTo>
                    <a:pt x="0" y="2612756"/>
                  </a:lnTo>
                  <a:lnTo>
                    <a:pt x="0" y="2612509"/>
                  </a:lnTo>
                  <a:lnTo>
                    <a:pt x="0" y="2612261"/>
                  </a:lnTo>
                  <a:lnTo>
                    <a:pt x="0" y="2612013"/>
                  </a:lnTo>
                  <a:lnTo>
                    <a:pt x="0" y="2611765"/>
                  </a:lnTo>
                  <a:lnTo>
                    <a:pt x="0" y="2611517"/>
                  </a:lnTo>
                  <a:lnTo>
                    <a:pt x="0" y="2611269"/>
                  </a:lnTo>
                  <a:lnTo>
                    <a:pt x="0" y="2611021"/>
                  </a:lnTo>
                  <a:lnTo>
                    <a:pt x="0" y="2610773"/>
                  </a:lnTo>
                  <a:lnTo>
                    <a:pt x="0" y="2610525"/>
                  </a:lnTo>
                  <a:lnTo>
                    <a:pt x="0" y="2610277"/>
                  </a:lnTo>
                  <a:lnTo>
                    <a:pt x="0" y="2610029"/>
                  </a:lnTo>
                  <a:lnTo>
                    <a:pt x="0" y="2609781"/>
                  </a:lnTo>
                  <a:lnTo>
                    <a:pt x="0" y="2609533"/>
                  </a:lnTo>
                  <a:lnTo>
                    <a:pt x="0" y="2609285"/>
                  </a:lnTo>
                  <a:lnTo>
                    <a:pt x="0" y="2609037"/>
                  </a:lnTo>
                  <a:lnTo>
                    <a:pt x="0" y="2608789"/>
                  </a:lnTo>
                  <a:lnTo>
                    <a:pt x="0" y="2608542"/>
                  </a:lnTo>
                  <a:lnTo>
                    <a:pt x="0" y="2608294"/>
                  </a:lnTo>
                  <a:lnTo>
                    <a:pt x="0" y="2608046"/>
                  </a:lnTo>
                  <a:lnTo>
                    <a:pt x="0" y="2607798"/>
                  </a:lnTo>
                  <a:lnTo>
                    <a:pt x="0" y="2607550"/>
                  </a:lnTo>
                  <a:lnTo>
                    <a:pt x="0" y="2607302"/>
                  </a:lnTo>
                  <a:lnTo>
                    <a:pt x="0" y="2607054"/>
                  </a:lnTo>
                  <a:lnTo>
                    <a:pt x="0" y="2606806"/>
                  </a:lnTo>
                  <a:lnTo>
                    <a:pt x="0" y="2606558"/>
                  </a:lnTo>
                  <a:lnTo>
                    <a:pt x="0" y="2606310"/>
                  </a:lnTo>
                  <a:lnTo>
                    <a:pt x="0" y="2606062"/>
                  </a:lnTo>
                  <a:lnTo>
                    <a:pt x="0" y="2605814"/>
                  </a:lnTo>
                  <a:lnTo>
                    <a:pt x="0" y="2605566"/>
                  </a:lnTo>
                  <a:lnTo>
                    <a:pt x="0" y="2605318"/>
                  </a:lnTo>
                  <a:lnTo>
                    <a:pt x="0" y="2605070"/>
                  </a:lnTo>
                  <a:lnTo>
                    <a:pt x="0" y="2604822"/>
                  </a:lnTo>
                  <a:lnTo>
                    <a:pt x="0" y="2604575"/>
                  </a:lnTo>
                  <a:lnTo>
                    <a:pt x="0" y="2604327"/>
                  </a:lnTo>
                  <a:lnTo>
                    <a:pt x="0" y="2604079"/>
                  </a:lnTo>
                  <a:lnTo>
                    <a:pt x="0" y="2603831"/>
                  </a:lnTo>
                  <a:lnTo>
                    <a:pt x="0" y="2603583"/>
                  </a:lnTo>
                  <a:lnTo>
                    <a:pt x="0" y="2603335"/>
                  </a:lnTo>
                  <a:lnTo>
                    <a:pt x="0" y="2603087"/>
                  </a:lnTo>
                  <a:lnTo>
                    <a:pt x="0" y="2602839"/>
                  </a:lnTo>
                  <a:lnTo>
                    <a:pt x="0" y="2602591"/>
                  </a:lnTo>
                  <a:lnTo>
                    <a:pt x="0" y="2602343"/>
                  </a:lnTo>
                  <a:lnTo>
                    <a:pt x="0" y="2602095"/>
                  </a:lnTo>
                  <a:lnTo>
                    <a:pt x="0" y="2601847"/>
                  </a:lnTo>
                  <a:lnTo>
                    <a:pt x="0" y="2601599"/>
                  </a:lnTo>
                  <a:lnTo>
                    <a:pt x="0" y="2601351"/>
                  </a:lnTo>
                  <a:lnTo>
                    <a:pt x="0" y="2601103"/>
                  </a:lnTo>
                  <a:lnTo>
                    <a:pt x="0" y="2600855"/>
                  </a:lnTo>
                  <a:lnTo>
                    <a:pt x="0" y="2600608"/>
                  </a:lnTo>
                  <a:lnTo>
                    <a:pt x="0" y="2600360"/>
                  </a:lnTo>
                  <a:lnTo>
                    <a:pt x="0" y="2600112"/>
                  </a:lnTo>
                  <a:lnTo>
                    <a:pt x="0" y="2599864"/>
                  </a:lnTo>
                  <a:lnTo>
                    <a:pt x="0" y="2599616"/>
                  </a:lnTo>
                  <a:lnTo>
                    <a:pt x="0" y="2599368"/>
                  </a:lnTo>
                  <a:lnTo>
                    <a:pt x="0" y="2599120"/>
                  </a:lnTo>
                  <a:lnTo>
                    <a:pt x="0" y="2598872"/>
                  </a:lnTo>
                  <a:lnTo>
                    <a:pt x="0" y="2598624"/>
                  </a:lnTo>
                  <a:lnTo>
                    <a:pt x="0" y="2598376"/>
                  </a:lnTo>
                  <a:lnTo>
                    <a:pt x="0" y="2598128"/>
                  </a:lnTo>
                  <a:lnTo>
                    <a:pt x="0" y="2597880"/>
                  </a:lnTo>
                  <a:lnTo>
                    <a:pt x="0" y="2597632"/>
                  </a:lnTo>
                  <a:lnTo>
                    <a:pt x="0" y="2597384"/>
                  </a:lnTo>
                  <a:lnTo>
                    <a:pt x="0" y="2597136"/>
                  </a:lnTo>
                  <a:lnTo>
                    <a:pt x="0" y="2596888"/>
                  </a:lnTo>
                  <a:lnTo>
                    <a:pt x="0" y="2596641"/>
                  </a:lnTo>
                  <a:lnTo>
                    <a:pt x="0" y="2596393"/>
                  </a:lnTo>
                  <a:lnTo>
                    <a:pt x="0" y="2596145"/>
                  </a:lnTo>
                  <a:lnTo>
                    <a:pt x="0" y="2595897"/>
                  </a:lnTo>
                  <a:lnTo>
                    <a:pt x="0" y="2595649"/>
                  </a:lnTo>
                  <a:lnTo>
                    <a:pt x="0" y="2595401"/>
                  </a:lnTo>
                  <a:lnTo>
                    <a:pt x="0" y="2595153"/>
                  </a:lnTo>
                  <a:lnTo>
                    <a:pt x="0" y="2594905"/>
                  </a:lnTo>
                  <a:lnTo>
                    <a:pt x="0" y="2594657"/>
                  </a:lnTo>
                  <a:lnTo>
                    <a:pt x="0" y="2594409"/>
                  </a:lnTo>
                  <a:lnTo>
                    <a:pt x="0" y="2594161"/>
                  </a:lnTo>
                  <a:lnTo>
                    <a:pt x="0" y="2593913"/>
                  </a:lnTo>
                  <a:lnTo>
                    <a:pt x="0" y="2593665"/>
                  </a:lnTo>
                  <a:lnTo>
                    <a:pt x="0" y="2593417"/>
                  </a:lnTo>
                  <a:lnTo>
                    <a:pt x="0" y="2593169"/>
                  </a:lnTo>
                  <a:lnTo>
                    <a:pt x="0" y="2592922"/>
                  </a:lnTo>
                  <a:lnTo>
                    <a:pt x="0" y="2592674"/>
                  </a:lnTo>
                  <a:lnTo>
                    <a:pt x="0" y="2592426"/>
                  </a:lnTo>
                  <a:lnTo>
                    <a:pt x="0" y="2592178"/>
                  </a:lnTo>
                  <a:lnTo>
                    <a:pt x="0" y="2591930"/>
                  </a:lnTo>
                  <a:lnTo>
                    <a:pt x="0" y="2591682"/>
                  </a:lnTo>
                  <a:lnTo>
                    <a:pt x="0" y="2591434"/>
                  </a:lnTo>
                  <a:lnTo>
                    <a:pt x="0" y="2591186"/>
                  </a:lnTo>
                  <a:lnTo>
                    <a:pt x="0" y="2590938"/>
                  </a:lnTo>
                  <a:lnTo>
                    <a:pt x="0" y="2590690"/>
                  </a:lnTo>
                  <a:lnTo>
                    <a:pt x="0" y="2590442"/>
                  </a:lnTo>
                  <a:lnTo>
                    <a:pt x="0" y="2590194"/>
                  </a:lnTo>
                  <a:lnTo>
                    <a:pt x="0" y="2589946"/>
                  </a:lnTo>
                  <a:lnTo>
                    <a:pt x="0" y="2589698"/>
                  </a:lnTo>
                  <a:lnTo>
                    <a:pt x="0" y="2589450"/>
                  </a:lnTo>
                  <a:lnTo>
                    <a:pt x="0" y="2589202"/>
                  </a:lnTo>
                  <a:lnTo>
                    <a:pt x="0" y="2588955"/>
                  </a:lnTo>
                  <a:lnTo>
                    <a:pt x="0" y="2588707"/>
                  </a:lnTo>
                  <a:lnTo>
                    <a:pt x="0" y="2588459"/>
                  </a:lnTo>
                  <a:lnTo>
                    <a:pt x="0" y="2588211"/>
                  </a:lnTo>
                  <a:lnTo>
                    <a:pt x="0" y="2587963"/>
                  </a:lnTo>
                  <a:lnTo>
                    <a:pt x="0" y="2587715"/>
                  </a:lnTo>
                  <a:lnTo>
                    <a:pt x="0" y="2587467"/>
                  </a:lnTo>
                  <a:lnTo>
                    <a:pt x="0" y="2587219"/>
                  </a:lnTo>
                  <a:lnTo>
                    <a:pt x="0" y="2586971"/>
                  </a:lnTo>
                  <a:lnTo>
                    <a:pt x="0" y="2586723"/>
                  </a:lnTo>
                  <a:lnTo>
                    <a:pt x="0" y="2586475"/>
                  </a:lnTo>
                  <a:lnTo>
                    <a:pt x="0" y="2586227"/>
                  </a:lnTo>
                  <a:lnTo>
                    <a:pt x="0" y="2585979"/>
                  </a:lnTo>
                  <a:lnTo>
                    <a:pt x="0" y="2585731"/>
                  </a:lnTo>
                  <a:lnTo>
                    <a:pt x="0" y="2585483"/>
                  </a:lnTo>
                  <a:lnTo>
                    <a:pt x="0" y="2585235"/>
                  </a:lnTo>
                  <a:lnTo>
                    <a:pt x="0" y="2584988"/>
                  </a:lnTo>
                  <a:lnTo>
                    <a:pt x="0" y="2584740"/>
                  </a:lnTo>
                  <a:lnTo>
                    <a:pt x="0" y="2584492"/>
                  </a:lnTo>
                  <a:lnTo>
                    <a:pt x="0" y="2584244"/>
                  </a:lnTo>
                  <a:lnTo>
                    <a:pt x="0" y="2583996"/>
                  </a:lnTo>
                  <a:lnTo>
                    <a:pt x="0" y="2583748"/>
                  </a:lnTo>
                  <a:lnTo>
                    <a:pt x="0" y="2583500"/>
                  </a:lnTo>
                  <a:lnTo>
                    <a:pt x="0" y="2583252"/>
                  </a:lnTo>
                  <a:lnTo>
                    <a:pt x="0" y="2583004"/>
                  </a:lnTo>
                  <a:lnTo>
                    <a:pt x="0" y="2582756"/>
                  </a:lnTo>
                  <a:lnTo>
                    <a:pt x="0" y="2582508"/>
                  </a:lnTo>
                  <a:lnTo>
                    <a:pt x="0" y="2582260"/>
                  </a:lnTo>
                  <a:lnTo>
                    <a:pt x="0" y="2582012"/>
                  </a:lnTo>
                  <a:lnTo>
                    <a:pt x="0" y="2581764"/>
                  </a:lnTo>
                  <a:lnTo>
                    <a:pt x="0" y="2581516"/>
                  </a:lnTo>
                  <a:lnTo>
                    <a:pt x="0" y="2581268"/>
                  </a:lnTo>
                  <a:lnTo>
                    <a:pt x="0" y="2581021"/>
                  </a:lnTo>
                  <a:lnTo>
                    <a:pt x="0" y="2580773"/>
                  </a:lnTo>
                  <a:lnTo>
                    <a:pt x="0" y="2580525"/>
                  </a:lnTo>
                  <a:lnTo>
                    <a:pt x="0" y="2580277"/>
                  </a:lnTo>
                  <a:lnTo>
                    <a:pt x="0" y="2580029"/>
                  </a:lnTo>
                  <a:lnTo>
                    <a:pt x="0" y="2579781"/>
                  </a:lnTo>
                  <a:lnTo>
                    <a:pt x="0" y="2579533"/>
                  </a:lnTo>
                  <a:lnTo>
                    <a:pt x="0" y="2579285"/>
                  </a:lnTo>
                  <a:lnTo>
                    <a:pt x="0" y="2579037"/>
                  </a:lnTo>
                  <a:lnTo>
                    <a:pt x="0" y="2578789"/>
                  </a:lnTo>
                  <a:lnTo>
                    <a:pt x="0" y="2578541"/>
                  </a:lnTo>
                  <a:lnTo>
                    <a:pt x="0" y="2578293"/>
                  </a:lnTo>
                  <a:lnTo>
                    <a:pt x="0" y="2578045"/>
                  </a:lnTo>
                  <a:lnTo>
                    <a:pt x="0" y="2577797"/>
                  </a:lnTo>
                  <a:lnTo>
                    <a:pt x="0" y="2577549"/>
                  </a:lnTo>
                  <a:lnTo>
                    <a:pt x="0" y="2577301"/>
                  </a:lnTo>
                  <a:lnTo>
                    <a:pt x="0" y="2577054"/>
                  </a:lnTo>
                  <a:lnTo>
                    <a:pt x="0" y="2576806"/>
                  </a:lnTo>
                  <a:lnTo>
                    <a:pt x="0" y="2576558"/>
                  </a:lnTo>
                  <a:lnTo>
                    <a:pt x="0" y="2576310"/>
                  </a:lnTo>
                  <a:lnTo>
                    <a:pt x="0" y="2576062"/>
                  </a:lnTo>
                  <a:lnTo>
                    <a:pt x="0" y="2575814"/>
                  </a:lnTo>
                  <a:lnTo>
                    <a:pt x="0" y="2575566"/>
                  </a:lnTo>
                  <a:lnTo>
                    <a:pt x="0" y="2575318"/>
                  </a:lnTo>
                  <a:lnTo>
                    <a:pt x="0" y="2575070"/>
                  </a:lnTo>
                  <a:lnTo>
                    <a:pt x="0" y="2574822"/>
                  </a:lnTo>
                  <a:lnTo>
                    <a:pt x="0" y="2574574"/>
                  </a:lnTo>
                  <a:lnTo>
                    <a:pt x="0" y="2574326"/>
                  </a:lnTo>
                  <a:lnTo>
                    <a:pt x="0" y="2574078"/>
                  </a:lnTo>
                  <a:lnTo>
                    <a:pt x="0" y="2573830"/>
                  </a:lnTo>
                  <a:lnTo>
                    <a:pt x="0" y="2573582"/>
                  </a:lnTo>
                  <a:lnTo>
                    <a:pt x="0" y="2573335"/>
                  </a:lnTo>
                  <a:lnTo>
                    <a:pt x="0" y="2573087"/>
                  </a:lnTo>
                  <a:lnTo>
                    <a:pt x="0" y="2572839"/>
                  </a:lnTo>
                  <a:lnTo>
                    <a:pt x="0" y="2572591"/>
                  </a:lnTo>
                  <a:lnTo>
                    <a:pt x="0" y="2572343"/>
                  </a:lnTo>
                  <a:lnTo>
                    <a:pt x="0" y="2572095"/>
                  </a:lnTo>
                  <a:lnTo>
                    <a:pt x="0" y="2571847"/>
                  </a:lnTo>
                  <a:lnTo>
                    <a:pt x="0" y="2571599"/>
                  </a:lnTo>
                  <a:lnTo>
                    <a:pt x="0" y="2571351"/>
                  </a:lnTo>
                  <a:lnTo>
                    <a:pt x="0" y="2571103"/>
                  </a:lnTo>
                  <a:lnTo>
                    <a:pt x="0" y="2570855"/>
                  </a:lnTo>
                  <a:lnTo>
                    <a:pt x="0" y="2570607"/>
                  </a:lnTo>
                  <a:lnTo>
                    <a:pt x="0" y="2570359"/>
                  </a:lnTo>
                  <a:lnTo>
                    <a:pt x="0" y="2570111"/>
                  </a:lnTo>
                  <a:lnTo>
                    <a:pt x="0" y="2569863"/>
                  </a:lnTo>
                  <a:lnTo>
                    <a:pt x="0" y="2569615"/>
                  </a:lnTo>
                  <a:lnTo>
                    <a:pt x="0" y="2569368"/>
                  </a:lnTo>
                  <a:lnTo>
                    <a:pt x="0" y="2569120"/>
                  </a:lnTo>
                  <a:lnTo>
                    <a:pt x="0" y="2568872"/>
                  </a:lnTo>
                  <a:lnTo>
                    <a:pt x="0" y="2568624"/>
                  </a:lnTo>
                  <a:lnTo>
                    <a:pt x="0" y="2568376"/>
                  </a:lnTo>
                  <a:lnTo>
                    <a:pt x="0" y="2568128"/>
                  </a:lnTo>
                  <a:lnTo>
                    <a:pt x="0" y="2567880"/>
                  </a:lnTo>
                  <a:lnTo>
                    <a:pt x="0" y="2567632"/>
                  </a:lnTo>
                  <a:lnTo>
                    <a:pt x="0" y="2567384"/>
                  </a:lnTo>
                  <a:lnTo>
                    <a:pt x="0" y="2567136"/>
                  </a:lnTo>
                  <a:lnTo>
                    <a:pt x="0" y="2566888"/>
                  </a:lnTo>
                  <a:lnTo>
                    <a:pt x="0" y="2566640"/>
                  </a:lnTo>
                  <a:lnTo>
                    <a:pt x="0" y="2566392"/>
                  </a:lnTo>
                  <a:lnTo>
                    <a:pt x="0" y="2566144"/>
                  </a:lnTo>
                  <a:lnTo>
                    <a:pt x="0" y="2565896"/>
                  </a:lnTo>
                  <a:lnTo>
                    <a:pt x="0" y="2565648"/>
                  </a:lnTo>
                  <a:lnTo>
                    <a:pt x="0" y="2565401"/>
                  </a:lnTo>
                  <a:lnTo>
                    <a:pt x="0" y="2565153"/>
                  </a:lnTo>
                  <a:lnTo>
                    <a:pt x="0" y="2564905"/>
                  </a:lnTo>
                  <a:lnTo>
                    <a:pt x="0" y="2564657"/>
                  </a:lnTo>
                  <a:lnTo>
                    <a:pt x="0" y="2564409"/>
                  </a:lnTo>
                  <a:lnTo>
                    <a:pt x="0" y="2564161"/>
                  </a:lnTo>
                  <a:lnTo>
                    <a:pt x="0" y="2563913"/>
                  </a:lnTo>
                  <a:lnTo>
                    <a:pt x="0" y="2563665"/>
                  </a:lnTo>
                  <a:lnTo>
                    <a:pt x="0" y="2563417"/>
                  </a:lnTo>
                  <a:lnTo>
                    <a:pt x="0" y="2563169"/>
                  </a:lnTo>
                  <a:lnTo>
                    <a:pt x="0" y="2562921"/>
                  </a:lnTo>
                  <a:lnTo>
                    <a:pt x="0" y="2562673"/>
                  </a:lnTo>
                  <a:lnTo>
                    <a:pt x="0" y="2562425"/>
                  </a:lnTo>
                  <a:lnTo>
                    <a:pt x="0" y="2562177"/>
                  </a:lnTo>
                  <a:lnTo>
                    <a:pt x="0" y="2561929"/>
                  </a:lnTo>
                  <a:lnTo>
                    <a:pt x="0" y="2561681"/>
                  </a:lnTo>
                  <a:lnTo>
                    <a:pt x="0" y="2561434"/>
                  </a:lnTo>
                  <a:lnTo>
                    <a:pt x="0" y="2561186"/>
                  </a:lnTo>
                  <a:lnTo>
                    <a:pt x="0" y="2560938"/>
                  </a:lnTo>
                  <a:lnTo>
                    <a:pt x="0" y="2560690"/>
                  </a:lnTo>
                  <a:lnTo>
                    <a:pt x="0" y="2560442"/>
                  </a:lnTo>
                  <a:lnTo>
                    <a:pt x="0" y="2560194"/>
                  </a:lnTo>
                  <a:lnTo>
                    <a:pt x="0" y="2559946"/>
                  </a:lnTo>
                  <a:lnTo>
                    <a:pt x="0" y="2559698"/>
                  </a:lnTo>
                  <a:lnTo>
                    <a:pt x="0" y="2559450"/>
                  </a:lnTo>
                  <a:lnTo>
                    <a:pt x="0" y="2559202"/>
                  </a:lnTo>
                  <a:lnTo>
                    <a:pt x="0" y="2558954"/>
                  </a:lnTo>
                  <a:lnTo>
                    <a:pt x="0" y="2558706"/>
                  </a:lnTo>
                  <a:lnTo>
                    <a:pt x="0" y="2558458"/>
                  </a:lnTo>
                  <a:lnTo>
                    <a:pt x="0" y="2558210"/>
                  </a:lnTo>
                  <a:lnTo>
                    <a:pt x="0" y="2557962"/>
                  </a:lnTo>
                  <a:lnTo>
                    <a:pt x="0" y="2557714"/>
                  </a:lnTo>
                  <a:lnTo>
                    <a:pt x="0" y="2557467"/>
                  </a:lnTo>
                  <a:lnTo>
                    <a:pt x="0" y="2557219"/>
                  </a:lnTo>
                  <a:lnTo>
                    <a:pt x="0" y="2556971"/>
                  </a:lnTo>
                  <a:lnTo>
                    <a:pt x="0" y="2556723"/>
                  </a:lnTo>
                  <a:lnTo>
                    <a:pt x="0" y="2556475"/>
                  </a:lnTo>
                  <a:lnTo>
                    <a:pt x="0" y="2556227"/>
                  </a:lnTo>
                  <a:lnTo>
                    <a:pt x="0" y="2555979"/>
                  </a:lnTo>
                  <a:lnTo>
                    <a:pt x="0" y="2555731"/>
                  </a:lnTo>
                  <a:lnTo>
                    <a:pt x="0" y="2555483"/>
                  </a:lnTo>
                  <a:lnTo>
                    <a:pt x="0" y="2555235"/>
                  </a:lnTo>
                  <a:lnTo>
                    <a:pt x="0" y="2554987"/>
                  </a:lnTo>
                  <a:lnTo>
                    <a:pt x="0" y="2554739"/>
                  </a:lnTo>
                  <a:lnTo>
                    <a:pt x="0" y="2554491"/>
                  </a:lnTo>
                  <a:lnTo>
                    <a:pt x="0" y="2554243"/>
                  </a:lnTo>
                  <a:lnTo>
                    <a:pt x="0" y="2553995"/>
                  </a:lnTo>
                  <a:lnTo>
                    <a:pt x="0" y="2553748"/>
                  </a:lnTo>
                  <a:lnTo>
                    <a:pt x="0" y="2553500"/>
                  </a:lnTo>
                  <a:lnTo>
                    <a:pt x="0" y="2553252"/>
                  </a:lnTo>
                  <a:lnTo>
                    <a:pt x="0" y="2553004"/>
                  </a:lnTo>
                  <a:lnTo>
                    <a:pt x="0" y="2552756"/>
                  </a:lnTo>
                  <a:lnTo>
                    <a:pt x="0" y="2552508"/>
                  </a:lnTo>
                  <a:lnTo>
                    <a:pt x="0" y="2552260"/>
                  </a:lnTo>
                  <a:lnTo>
                    <a:pt x="0" y="2552012"/>
                  </a:lnTo>
                  <a:lnTo>
                    <a:pt x="0" y="2551764"/>
                  </a:lnTo>
                  <a:lnTo>
                    <a:pt x="0" y="2551516"/>
                  </a:lnTo>
                  <a:lnTo>
                    <a:pt x="0" y="2551268"/>
                  </a:lnTo>
                  <a:lnTo>
                    <a:pt x="0" y="2551020"/>
                  </a:lnTo>
                  <a:lnTo>
                    <a:pt x="0" y="2550772"/>
                  </a:lnTo>
                  <a:lnTo>
                    <a:pt x="0" y="2550524"/>
                  </a:lnTo>
                  <a:lnTo>
                    <a:pt x="0" y="2550276"/>
                  </a:lnTo>
                  <a:lnTo>
                    <a:pt x="0" y="2550028"/>
                  </a:lnTo>
                  <a:lnTo>
                    <a:pt x="0" y="2549781"/>
                  </a:lnTo>
                  <a:lnTo>
                    <a:pt x="0" y="2549533"/>
                  </a:lnTo>
                  <a:lnTo>
                    <a:pt x="0" y="2549285"/>
                  </a:lnTo>
                  <a:lnTo>
                    <a:pt x="0" y="2549037"/>
                  </a:lnTo>
                  <a:lnTo>
                    <a:pt x="0" y="2548789"/>
                  </a:lnTo>
                  <a:lnTo>
                    <a:pt x="0" y="2548541"/>
                  </a:lnTo>
                  <a:lnTo>
                    <a:pt x="0" y="2548293"/>
                  </a:lnTo>
                  <a:lnTo>
                    <a:pt x="0" y="2548045"/>
                  </a:lnTo>
                  <a:lnTo>
                    <a:pt x="0" y="2547797"/>
                  </a:lnTo>
                  <a:lnTo>
                    <a:pt x="0" y="2547549"/>
                  </a:lnTo>
                  <a:lnTo>
                    <a:pt x="0" y="2547301"/>
                  </a:lnTo>
                  <a:lnTo>
                    <a:pt x="0" y="2547053"/>
                  </a:lnTo>
                  <a:lnTo>
                    <a:pt x="0" y="2546805"/>
                  </a:lnTo>
                  <a:lnTo>
                    <a:pt x="0" y="2546557"/>
                  </a:lnTo>
                  <a:lnTo>
                    <a:pt x="0" y="2546309"/>
                  </a:lnTo>
                  <a:lnTo>
                    <a:pt x="0" y="2546061"/>
                  </a:lnTo>
                  <a:lnTo>
                    <a:pt x="0" y="2545814"/>
                  </a:lnTo>
                  <a:lnTo>
                    <a:pt x="0" y="2545566"/>
                  </a:lnTo>
                  <a:lnTo>
                    <a:pt x="0" y="2545318"/>
                  </a:lnTo>
                  <a:lnTo>
                    <a:pt x="0" y="2545070"/>
                  </a:lnTo>
                  <a:lnTo>
                    <a:pt x="0" y="2544822"/>
                  </a:lnTo>
                  <a:lnTo>
                    <a:pt x="0" y="2544574"/>
                  </a:lnTo>
                  <a:lnTo>
                    <a:pt x="0" y="2544326"/>
                  </a:lnTo>
                  <a:lnTo>
                    <a:pt x="0" y="2544078"/>
                  </a:lnTo>
                  <a:lnTo>
                    <a:pt x="0" y="2543830"/>
                  </a:lnTo>
                  <a:lnTo>
                    <a:pt x="0" y="2543582"/>
                  </a:lnTo>
                  <a:lnTo>
                    <a:pt x="0" y="2543334"/>
                  </a:lnTo>
                  <a:lnTo>
                    <a:pt x="0" y="2543086"/>
                  </a:lnTo>
                  <a:lnTo>
                    <a:pt x="0" y="2542838"/>
                  </a:lnTo>
                  <a:lnTo>
                    <a:pt x="0" y="2542590"/>
                  </a:lnTo>
                  <a:lnTo>
                    <a:pt x="0" y="2542342"/>
                  </a:lnTo>
                  <a:lnTo>
                    <a:pt x="0" y="2542094"/>
                  </a:lnTo>
                  <a:lnTo>
                    <a:pt x="0" y="2541847"/>
                  </a:lnTo>
                  <a:lnTo>
                    <a:pt x="0" y="2541599"/>
                  </a:lnTo>
                  <a:lnTo>
                    <a:pt x="0" y="2541351"/>
                  </a:lnTo>
                  <a:lnTo>
                    <a:pt x="0" y="2541103"/>
                  </a:lnTo>
                  <a:lnTo>
                    <a:pt x="0" y="2540855"/>
                  </a:lnTo>
                  <a:lnTo>
                    <a:pt x="0" y="2540607"/>
                  </a:lnTo>
                  <a:lnTo>
                    <a:pt x="0" y="2540359"/>
                  </a:lnTo>
                  <a:lnTo>
                    <a:pt x="0" y="2540111"/>
                  </a:lnTo>
                  <a:lnTo>
                    <a:pt x="0" y="2539863"/>
                  </a:lnTo>
                  <a:lnTo>
                    <a:pt x="0" y="2539615"/>
                  </a:lnTo>
                  <a:lnTo>
                    <a:pt x="0" y="2539367"/>
                  </a:lnTo>
                  <a:lnTo>
                    <a:pt x="0" y="2539119"/>
                  </a:lnTo>
                  <a:lnTo>
                    <a:pt x="0" y="2538871"/>
                  </a:lnTo>
                  <a:lnTo>
                    <a:pt x="0" y="2538623"/>
                  </a:lnTo>
                  <a:lnTo>
                    <a:pt x="0" y="2538375"/>
                  </a:lnTo>
                  <a:lnTo>
                    <a:pt x="0" y="2538127"/>
                  </a:lnTo>
                  <a:lnTo>
                    <a:pt x="0" y="2537880"/>
                  </a:lnTo>
                  <a:lnTo>
                    <a:pt x="0" y="2537632"/>
                  </a:lnTo>
                  <a:lnTo>
                    <a:pt x="0" y="2537384"/>
                  </a:lnTo>
                  <a:lnTo>
                    <a:pt x="0" y="2537136"/>
                  </a:lnTo>
                  <a:lnTo>
                    <a:pt x="0" y="2536888"/>
                  </a:lnTo>
                  <a:lnTo>
                    <a:pt x="0" y="2536640"/>
                  </a:lnTo>
                  <a:lnTo>
                    <a:pt x="0" y="2536392"/>
                  </a:lnTo>
                  <a:lnTo>
                    <a:pt x="0" y="2536144"/>
                  </a:lnTo>
                  <a:lnTo>
                    <a:pt x="0" y="2535896"/>
                  </a:lnTo>
                  <a:lnTo>
                    <a:pt x="0" y="2535648"/>
                  </a:lnTo>
                  <a:lnTo>
                    <a:pt x="0" y="2535400"/>
                  </a:lnTo>
                  <a:lnTo>
                    <a:pt x="0" y="2535152"/>
                  </a:lnTo>
                  <a:lnTo>
                    <a:pt x="0" y="2534904"/>
                  </a:lnTo>
                  <a:lnTo>
                    <a:pt x="0" y="2534656"/>
                  </a:lnTo>
                  <a:lnTo>
                    <a:pt x="0" y="2534408"/>
                  </a:lnTo>
                  <a:lnTo>
                    <a:pt x="0" y="2534161"/>
                  </a:lnTo>
                  <a:lnTo>
                    <a:pt x="0" y="2533913"/>
                  </a:lnTo>
                  <a:lnTo>
                    <a:pt x="0" y="2533665"/>
                  </a:lnTo>
                  <a:lnTo>
                    <a:pt x="0" y="2533417"/>
                  </a:lnTo>
                  <a:lnTo>
                    <a:pt x="0" y="2533169"/>
                  </a:lnTo>
                  <a:lnTo>
                    <a:pt x="0" y="2532921"/>
                  </a:lnTo>
                  <a:lnTo>
                    <a:pt x="0" y="2532673"/>
                  </a:lnTo>
                  <a:lnTo>
                    <a:pt x="0" y="2532425"/>
                  </a:lnTo>
                  <a:lnTo>
                    <a:pt x="0" y="2532177"/>
                  </a:lnTo>
                  <a:lnTo>
                    <a:pt x="0" y="2531929"/>
                  </a:lnTo>
                  <a:lnTo>
                    <a:pt x="0" y="2531681"/>
                  </a:lnTo>
                  <a:lnTo>
                    <a:pt x="0" y="2531433"/>
                  </a:lnTo>
                  <a:lnTo>
                    <a:pt x="0" y="2531185"/>
                  </a:lnTo>
                  <a:lnTo>
                    <a:pt x="0" y="2530937"/>
                  </a:lnTo>
                  <a:lnTo>
                    <a:pt x="0" y="2530689"/>
                  </a:lnTo>
                  <a:lnTo>
                    <a:pt x="0" y="2530441"/>
                  </a:lnTo>
                  <a:lnTo>
                    <a:pt x="0" y="2530194"/>
                  </a:lnTo>
                  <a:lnTo>
                    <a:pt x="0" y="2529946"/>
                  </a:lnTo>
                  <a:lnTo>
                    <a:pt x="0" y="2529698"/>
                  </a:lnTo>
                  <a:lnTo>
                    <a:pt x="0" y="2529450"/>
                  </a:lnTo>
                  <a:lnTo>
                    <a:pt x="0" y="2529202"/>
                  </a:lnTo>
                  <a:lnTo>
                    <a:pt x="0" y="2528954"/>
                  </a:lnTo>
                  <a:lnTo>
                    <a:pt x="0" y="2528706"/>
                  </a:lnTo>
                  <a:lnTo>
                    <a:pt x="708" y="2528706"/>
                  </a:lnTo>
                  <a:lnTo>
                    <a:pt x="708" y="2528458"/>
                  </a:lnTo>
                  <a:lnTo>
                    <a:pt x="708" y="2528210"/>
                  </a:lnTo>
                  <a:lnTo>
                    <a:pt x="708" y="2527962"/>
                  </a:lnTo>
                  <a:lnTo>
                    <a:pt x="708" y="2527714"/>
                  </a:lnTo>
                  <a:lnTo>
                    <a:pt x="708" y="2527466"/>
                  </a:lnTo>
                  <a:lnTo>
                    <a:pt x="708" y="2527218"/>
                  </a:lnTo>
                  <a:lnTo>
                    <a:pt x="708" y="2526970"/>
                  </a:lnTo>
                  <a:lnTo>
                    <a:pt x="708" y="2526722"/>
                  </a:lnTo>
                  <a:lnTo>
                    <a:pt x="708" y="2526474"/>
                  </a:lnTo>
                  <a:lnTo>
                    <a:pt x="708" y="2526227"/>
                  </a:lnTo>
                  <a:lnTo>
                    <a:pt x="708" y="2525979"/>
                  </a:lnTo>
                  <a:lnTo>
                    <a:pt x="708" y="2525731"/>
                  </a:lnTo>
                  <a:lnTo>
                    <a:pt x="708" y="2525483"/>
                  </a:lnTo>
                  <a:lnTo>
                    <a:pt x="708" y="2525235"/>
                  </a:lnTo>
                  <a:lnTo>
                    <a:pt x="708" y="2524987"/>
                  </a:lnTo>
                  <a:lnTo>
                    <a:pt x="708" y="2524739"/>
                  </a:lnTo>
                  <a:lnTo>
                    <a:pt x="708" y="2524491"/>
                  </a:lnTo>
                  <a:lnTo>
                    <a:pt x="708" y="2524243"/>
                  </a:lnTo>
                  <a:lnTo>
                    <a:pt x="708" y="2523995"/>
                  </a:lnTo>
                  <a:lnTo>
                    <a:pt x="708" y="2523747"/>
                  </a:lnTo>
                  <a:lnTo>
                    <a:pt x="708" y="2523499"/>
                  </a:lnTo>
                  <a:lnTo>
                    <a:pt x="708" y="2523251"/>
                  </a:lnTo>
                  <a:lnTo>
                    <a:pt x="708" y="2523003"/>
                  </a:lnTo>
                  <a:lnTo>
                    <a:pt x="708" y="2522755"/>
                  </a:lnTo>
                  <a:lnTo>
                    <a:pt x="708" y="2522507"/>
                  </a:lnTo>
                  <a:lnTo>
                    <a:pt x="708" y="2522260"/>
                  </a:lnTo>
                  <a:lnTo>
                    <a:pt x="708" y="2522012"/>
                  </a:lnTo>
                  <a:lnTo>
                    <a:pt x="708" y="2521764"/>
                  </a:lnTo>
                  <a:lnTo>
                    <a:pt x="708" y="2521516"/>
                  </a:lnTo>
                  <a:lnTo>
                    <a:pt x="708" y="2521268"/>
                  </a:lnTo>
                  <a:lnTo>
                    <a:pt x="708" y="2521020"/>
                  </a:lnTo>
                  <a:lnTo>
                    <a:pt x="708" y="2520772"/>
                  </a:lnTo>
                  <a:lnTo>
                    <a:pt x="708" y="2520524"/>
                  </a:lnTo>
                  <a:lnTo>
                    <a:pt x="708" y="2520276"/>
                  </a:lnTo>
                  <a:lnTo>
                    <a:pt x="708" y="2520028"/>
                  </a:lnTo>
                  <a:lnTo>
                    <a:pt x="708" y="2519780"/>
                  </a:lnTo>
                  <a:lnTo>
                    <a:pt x="708" y="2519532"/>
                  </a:lnTo>
                  <a:lnTo>
                    <a:pt x="708" y="2519284"/>
                  </a:lnTo>
                  <a:lnTo>
                    <a:pt x="708" y="2519036"/>
                  </a:lnTo>
                  <a:lnTo>
                    <a:pt x="708" y="2518788"/>
                  </a:lnTo>
                  <a:lnTo>
                    <a:pt x="708" y="2518540"/>
                  </a:lnTo>
                  <a:lnTo>
                    <a:pt x="708" y="2518293"/>
                  </a:lnTo>
                  <a:lnTo>
                    <a:pt x="708" y="2518045"/>
                  </a:lnTo>
                  <a:lnTo>
                    <a:pt x="708" y="2517797"/>
                  </a:lnTo>
                  <a:lnTo>
                    <a:pt x="708" y="2517549"/>
                  </a:lnTo>
                  <a:lnTo>
                    <a:pt x="708" y="2517301"/>
                  </a:lnTo>
                  <a:lnTo>
                    <a:pt x="708" y="2517053"/>
                  </a:lnTo>
                  <a:lnTo>
                    <a:pt x="708" y="2516805"/>
                  </a:lnTo>
                  <a:lnTo>
                    <a:pt x="708" y="2516557"/>
                  </a:lnTo>
                  <a:lnTo>
                    <a:pt x="708" y="2516309"/>
                  </a:lnTo>
                  <a:lnTo>
                    <a:pt x="708" y="2516061"/>
                  </a:lnTo>
                  <a:lnTo>
                    <a:pt x="708" y="2515813"/>
                  </a:lnTo>
                  <a:lnTo>
                    <a:pt x="708" y="2515565"/>
                  </a:lnTo>
                  <a:lnTo>
                    <a:pt x="708" y="2515317"/>
                  </a:lnTo>
                  <a:lnTo>
                    <a:pt x="708" y="2515069"/>
                  </a:lnTo>
                  <a:lnTo>
                    <a:pt x="708" y="2514821"/>
                  </a:lnTo>
                  <a:lnTo>
                    <a:pt x="708" y="2514574"/>
                  </a:lnTo>
                  <a:lnTo>
                    <a:pt x="708" y="2514326"/>
                  </a:lnTo>
                  <a:lnTo>
                    <a:pt x="708" y="2514078"/>
                  </a:lnTo>
                  <a:lnTo>
                    <a:pt x="708" y="2513830"/>
                  </a:lnTo>
                  <a:lnTo>
                    <a:pt x="708" y="2513582"/>
                  </a:lnTo>
                  <a:lnTo>
                    <a:pt x="708" y="2513334"/>
                  </a:lnTo>
                  <a:lnTo>
                    <a:pt x="708" y="2513086"/>
                  </a:lnTo>
                  <a:lnTo>
                    <a:pt x="708" y="2512838"/>
                  </a:lnTo>
                  <a:lnTo>
                    <a:pt x="708" y="2512590"/>
                  </a:lnTo>
                  <a:lnTo>
                    <a:pt x="708" y="2512342"/>
                  </a:lnTo>
                  <a:lnTo>
                    <a:pt x="708" y="2512094"/>
                  </a:lnTo>
                  <a:lnTo>
                    <a:pt x="708" y="2511846"/>
                  </a:lnTo>
                  <a:lnTo>
                    <a:pt x="708" y="2511598"/>
                  </a:lnTo>
                  <a:lnTo>
                    <a:pt x="708" y="2511350"/>
                  </a:lnTo>
                  <a:lnTo>
                    <a:pt x="708" y="2511102"/>
                  </a:lnTo>
                  <a:lnTo>
                    <a:pt x="708" y="2510854"/>
                  </a:lnTo>
                  <a:lnTo>
                    <a:pt x="708" y="2510607"/>
                  </a:lnTo>
                  <a:lnTo>
                    <a:pt x="708" y="2510359"/>
                  </a:lnTo>
                  <a:lnTo>
                    <a:pt x="708" y="2510111"/>
                  </a:lnTo>
                  <a:lnTo>
                    <a:pt x="708" y="2509863"/>
                  </a:lnTo>
                  <a:lnTo>
                    <a:pt x="708" y="2509615"/>
                  </a:lnTo>
                  <a:lnTo>
                    <a:pt x="708" y="2509367"/>
                  </a:lnTo>
                  <a:lnTo>
                    <a:pt x="708" y="2509119"/>
                  </a:lnTo>
                  <a:lnTo>
                    <a:pt x="708" y="2508871"/>
                  </a:lnTo>
                  <a:lnTo>
                    <a:pt x="708" y="2508623"/>
                  </a:lnTo>
                  <a:lnTo>
                    <a:pt x="708" y="2508375"/>
                  </a:lnTo>
                  <a:lnTo>
                    <a:pt x="708" y="2508127"/>
                  </a:lnTo>
                  <a:lnTo>
                    <a:pt x="708" y="2507879"/>
                  </a:lnTo>
                  <a:lnTo>
                    <a:pt x="708" y="2507631"/>
                  </a:lnTo>
                  <a:lnTo>
                    <a:pt x="708" y="2507383"/>
                  </a:lnTo>
                  <a:lnTo>
                    <a:pt x="708" y="2507135"/>
                  </a:lnTo>
                  <a:lnTo>
                    <a:pt x="708" y="2506887"/>
                  </a:lnTo>
                  <a:lnTo>
                    <a:pt x="708" y="2506640"/>
                  </a:lnTo>
                  <a:lnTo>
                    <a:pt x="708" y="2506392"/>
                  </a:lnTo>
                  <a:lnTo>
                    <a:pt x="708" y="2506144"/>
                  </a:lnTo>
                  <a:lnTo>
                    <a:pt x="708" y="2505896"/>
                  </a:lnTo>
                  <a:lnTo>
                    <a:pt x="708" y="2505648"/>
                  </a:lnTo>
                  <a:lnTo>
                    <a:pt x="708" y="2505400"/>
                  </a:lnTo>
                  <a:lnTo>
                    <a:pt x="708" y="2505152"/>
                  </a:lnTo>
                  <a:lnTo>
                    <a:pt x="708" y="2504904"/>
                  </a:lnTo>
                  <a:lnTo>
                    <a:pt x="708" y="2504656"/>
                  </a:lnTo>
                  <a:lnTo>
                    <a:pt x="708" y="2504408"/>
                  </a:lnTo>
                  <a:lnTo>
                    <a:pt x="708" y="2504160"/>
                  </a:lnTo>
                  <a:lnTo>
                    <a:pt x="708" y="2503912"/>
                  </a:lnTo>
                  <a:lnTo>
                    <a:pt x="708" y="2503664"/>
                  </a:lnTo>
                  <a:lnTo>
                    <a:pt x="708" y="2503416"/>
                  </a:lnTo>
                  <a:lnTo>
                    <a:pt x="708" y="2503168"/>
                  </a:lnTo>
                  <a:lnTo>
                    <a:pt x="708" y="2502920"/>
                  </a:lnTo>
                  <a:lnTo>
                    <a:pt x="708" y="2502673"/>
                  </a:lnTo>
                  <a:lnTo>
                    <a:pt x="708" y="2502425"/>
                  </a:lnTo>
                  <a:lnTo>
                    <a:pt x="708" y="2502177"/>
                  </a:lnTo>
                  <a:lnTo>
                    <a:pt x="708" y="2501929"/>
                  </a:lnTo>
                  <a:lnTo>
                    <a:pt x="708" y="2501681"/>
                  </a:lnTo>
                  <a:lnTo>
                    <a:pt x="708" y="2501433"/>
                  </a:lnTo>
                  <a:lnTo>
                    <a:pt x="708" y="2501185"/>
                  </a:lnTo>
                  <a:lnTo>
                    <a:pt x="708" y="2500937"/>
                  </a:lnTo>
                  <a:lnTo>
                    <a:pt x="708" y="2500689"/>
                  </a:lnTo>
                  <a:lnTo>
                    <a:pt x="708" y="2500441"/>
                  </a:lnTo>
                  <a:lnTo>
                    <a:pt x="708" y="2500193"/>
                  </a:lnTo>
                  <a:lnTo>
                    <a:pt x="708" y="2499945"/>
                  </a:lnTo>
                  <a:lnTo>
                    <a:pt x="708" y="2499697"/>
                  </a:lnTo>
                  <a:lnTo>
                    <a:pt x="708" y="2499449"/>
                  </a:lnTo>
                  <a:lnTo>
                    <a:pt x="708" y="2499201"/>
                  </a:lnTo>
                  <a:lnTo>
                    <a:pt x="708" y="2498953"/>
                  </a:lnTo>
                  <a:lnTo>
                    <a:pt x="708" y="2498706"/>
                  </a:lnTo>
                  <a:lnTo>
                    <a:pt x="708" y="2498458"/>
                  </a:lnTo>
                  <a:lnTo>
                    <a:pt x="708" y="2498210"/>
                  </a:lnTo>
                  <a:lnTo>
                    <a:pt x="708" y="2497962"/>
                  </a:lnTo>
                  <a:lnTo>
                    <a:pt x="708" y="2497714"/>
                  </a:lnTo>
                  <a:lnTo>
                    <a:pt x="708" y="2497466"/>
                  </a:lnTo>
                  <a:lnTo>
                    <a:pt x="708" y="2497218"/>
                  </a:lnTo>
                  <a:lnTo>
                    <a:pt x="708" y="2496970"/>
                  </a:lnTo>
                  <a:lnTo>
                    <a:pt x="708" y="2496722"/>
                  </a:lnTo>
                  <a:lnTo>
                    <a:pt x="708" y="2496474"/>
                  </a:lnTo>
                  <a:lnTo>
                    <a:pt x="708" y="2496226"/>
                  </a:lnTo>
                  <a:lnTo>
                    <a:pt x="708" y="2495978"/>
                  </a:lnTo>
                  <a:lnTo>
                    <a:pt x="708" y="2495730"/>
                  </a:lnTo>
                  <a:lnTo>
                    <a:pt x="708" y="2495482"/>
                  </a:lnTo>
                  <a:lnTo>
                    <a:pt x="708" y="2495234"/>
                  </a:lnTo>
                  <a:lnTo>
                    <a:pt x="708" y="2494987"/>
                  </a:lnTo>
                  <a:lnTo>
                    <a:pt x="708" y="2494739"/>
                  </a:lnTo>
                  <a:lnTo>
                    <a:pt x="708" y="2494491"/>
                  </a:lnTo>
                  <a:lnTo>
                    <a:pt x="708" y="2494243"/>
                  </a:lnTo>
                  <a:lnTo>
                    <a:pt x="708" y="2493995"/>
                  </a:lnTo>
                  <a:lnTo>
                    <a:pt x="708" y="2493747"/>
                  </a:lnTo>
                  <a:lnTo>
                    <a:pt x="708" y="2493499"/>
                  </a:lnTo>
                  <a:lnTo>
                    <a:pt x="708" y="2493251"/>
                  </a:lnTo>
                  <a:lnTo>
                    <a:pt x="708" y="2493003"/>
                  </a:lnTo>
                  <a:lnTo>
                    <a:pt x="708" y="2492755"/>
                  </a:lnTo>
                  <a:lnTo>
                    <a:pt x="708" y="2492507"/>
                  </a:lnTo>
                  <a:lnTo>
                    <a:pt x="708" y="2492259"/>
                  </a:lnTo>
                  <a:lnTo>
                    <a:pt x="708" y="2492011"/>
                  </a:lnTo>
                  <a:lnTo>
                    <a:pt x="708" y="2491763"/>
                  </a:lnTo>
                  <a:lnTo>
                    <a:pt x="708" y="2491515"/>
                  </a:lnTo>
                  <a:lnTo>
                    <a:pt x="708" y="2491267"/>
                  </a:lnTo>
                  <a:lnTo>
                    <a:pt x="708" y="2491020"/>
                  </a:lnTo>
                  <a:lnTo>
                    <a:pt x="708" y="2490772"/>
                  </a:lnTo>
                  <a:lnTo>
                    <a:pt x="708" y="2490524"/>
                  </a:lnTo>
                  <a:lnTo>
                    <a:pt x="1417" y="2490524"/>
                  </a:lnTo>
                  <a:lnTo>
                    <a:pt x="1417" y="2490276"/>
                  </a:lnTo>
                  <a:lnTo>
                    <a:pt x="1417" y="2490028"/>
                  </a:lnTo>
                  <a:lnTo>
                    <a:pt x="1417" y="2489780"/>
                  </a:lnTo>
                  <a:lnTo>
                    <a:pt x="1417" y="2489532"/>
                  </a:lnTo>
                  <a:lnTo>
                    <a:pt x="1417" y="2489284"/>
                  </a:lnTo>
                  <a:lnTo>
                    <a:pt x="1417" y="2489036"/>
                  </a:lnTo>
                  <a:lnTo>
                    <a:pt x="1417" y="2488788"/>
                  </a:lnTo>
                  <a:lnTo>
                    <a:pt x="1417" y="2488540"/>
                  </a:lnTo>
                  <a:lnTo>
                    <a:pt x="1417" y="2488292"/>
                  </a:lnTo>
                  <a:lnTo>
                    <a:pt x="1417" y="2488044"/>
                  </a:lnTo>
                  <a:lnTo>
                    <a:pt x="1417" y="2487796"/>
                  </a:lnTo>
                  <a:lnTo>
                    <a:pt x="1417" y="2487548"/>
                  </a:lnTo>
                  <a:lnTo>
                    <a:pt x="1417" y="2487300"/>
                  </a:lnTo>
                  <a:lnTo>
                    <a:pt x="1417" y="2487053"/>
                  </a:lnTo>
                  <a:lnTo>
                    <a:pt x="1417" y="2486805"/>
                  </a:lnTo>
                  <a:lnTo>
                    <a:pt x="1417" y="2486557"/>
                  </a:lnTo>
                  <a:lnTo>
                    <a:pt x="1417" y="2486309"/>
                  </a:lnTo>
                  <a:lnTo>
                    <a:pt x="1417" y="2486061"/>
                  </a:lnTo>
                  <a:lnTo>
                    <a:pt x="1417" y="2485813"/>
                  </a:lnTo>
                  <a:lnTo>
                    <a:pt x="1417" y="2485565"/>
                  </a:lnTo>
                  <a:lnTo>
                    <a:pt x="1417" y="2485317"/>
                  </a:lnTo>
                  <a:lnTo>
                    <a:pt x="1417" y="2485069"/>
                  </a:lnTo>
                  <a:lnTo>
                    <a:pt x="1417" y="2484821"/>
                  </a:lnTo>
                  <a:lnTo>
                    <a:pt x="1417" y="2484573"/>
                  </a:lnTo>
                  <a:lnTo>
                    <a:pt x="1417" y="2484325"/>
                  </a:lnTo>
                  <a:lnTo>
                    <a:pt x="1417" y="2484077"/>
                  </a:lnTo>
                  <a:lnTo>
                    <a:pt x="1417" y="2483829"/>
                  </a:lnTo>
                  <a:lnTo>
                    <a:pt x="1417" y="2483581"/>
                  </a:lnTo>
                  <a:lnTo>
                    <a:pt x="1417" y="2483333"/>
                  </a:lnTo>
                  <a:lnTo>
                    <a:pt x="1417" y="2483086"/>
                  </a:lnTo>
                  <a:lnTo>
                    <a:pt x="1417" y="2482838"/>
                  </a:lnTo>
                  <a:lnTo>
                    <a:pt x="1417" y="2482590"/>
                  </a:lnTo>
                  <a:lnTo>
                    <a:pt x="1417" y="2482342"/>
                  </a:lnTo>
                  <a:lnTo>
                    <a:pt x="1417" y="2482094"/>
                  </a:lnTo>
                  <a:lnTo>
                    <a:pt x="1417" y="2481846"/>
                  </a:lnTo>
                  <a:lnTo>
                    <a:pt x="1417" y="2481598"/>
                  </a:lnTo>
                  <a:lnTo>
                    <a:pt x="1417" y="2481350"/>
                  </a:lnTo>
                  <a:lnTo>
                    <a:pt x="1417" y="2481102"/>
                  </a:lnTo>
                  <a:lnTo>
                    <a:pt x="1417" y="2480854"/>
                  </a:lnTo>
                  <a:lnTo>
                    <a:pt x="1417" y="2480606"/>
                  </a:lnTo>
                  <a:lnTo>
                    <a:pt x="1417" y="2480358"/>
                  </a:lnTo>
                  <a:lnTo>
                    <a:pt x="1417" y="2480110"/>
                  </a:lnTo>
                  <a:lnTo>
                    <a:pt x="1417" y="2479862"/>
                  </a:lnTo>
                  <a:lnTo>
                    <a:pt x="1417" y="2479614"/>
                  </a:lnTo>
                  <a:lnTo>
                    <a:pt x="1417" y="2479366"/>
                  </a:lnTo>
                  <a:lnTo>
                    <a:pt x="1417" y="2479119"/>
                  </a:lnTo>
                  <a:lnTo>
                    <a:pt x="1417" y="2478871"/>
                  </a:lnTo>
                  <a:lnTo>
                    <a:pt x="1417" y="2478623"/>
                  </a:lnTo>
                  <a:lnTo>
                    <a:pt x="1417" y="2478375"/>
                  </a:lnTo>
                  <a:lnTo>
                    <a:pt x="1417" y="2478127"/>
                  </a:lnTo>
                  <a:lnTo>
                    <a:pt x="1417" y="2477879"/>
                  </a:lnTo>
                  <a:lnTo>
                    <a:pt x="1417" y="2477631"/>
                  </a:lnTo>
                  <a:lnTo>
                    <a:pt x="1417" y="2477383"/>
                  </a:lnTo>
                  <a:lnTo>
                    <a:pt x="1417" y="2477135"/>
                  </a:lnTo>
                  <a:lnTo>
                    <a:pt x="1417" y="2476887"/>
                  </a:lnTo>
                  <a:lnTo>
                    <a:pt x="1417" y="2476639"/>
                  </a:lnTo>
                  <a:lnTo>
                    <a:pt x="1417" y="2476391"/>
                  </a:lnTo>
                  <a:lnTo>
                    <a:pt x="1417" y="2476143"/>
                  </a:lnTo>
                  <a:lnTo>
                    <a:pt x="1417" y="2475895"/>
                  </a:lnTo>
                  <a:lnTo>
                    <a:pt x="1417" y="2475647"/>
                  </a:lnTo>
                  <a:lnTo>
                    <a:pt x="1417" y="2475400"/>
                  </a:lnTo>
                  <a:lnTo>
                    <a:pt x="1417" y="2475152"/>
                  </a:lnTo>
                  <a:lnTo>
                    <a:pt x="1417" y="2474904"/>
                  </a:lnTo>
                  <a:lnTo>
                    <a:pt x="1417" y="2474656"/>
                  </a:lnTo>
                  <a:lnTo>
                    <a:pt x="1417" y="2474408"/>
                  </a:lnTo>
                  <a:lnTo>
                    <a:pt x="1417" y="2474160"/>
                  </a:lnTo>
                  <a:lnTo>
                    <a:pt x="1417" y="2473912"/>
                  </a:lnTo>
                  <a:lnTo>
                    <a:pt x="1417" y="2473664"/>
                  </a:lnTo>
                  <a:lnTo>
                    <a:pt x="1417" y="2473416"/>
                  </a:lnTo>
                  <a:lnTo>
                    <a:pt x="1417" y="2473168"/>
                  </a:lnTo>
                  <a:lnTo>
                    <a:pt x="1417" y="2472920"/>
                  </a:lnTo>
                  <a:lnTo>
                    <a:pt x="1417" y="2472672"/>
                  </a:lnTo>
                  <a:lnTo>
                    <a:pt x="1417" y="2472424"/>
                  </a:lnTo>
                  <a:lnTo>
                    <a:pt x="1417" y="2472176"/>
                  </a:lnTo>
                  <a:lnTo>
                    <a:pt x="1417" y="2471928"/>
                  </a:lnTo>
                  <a:lnTo>
                    <a:pt x="1417" y="2471680"/>
                  </a:lnTo>
                  <a:lnTo>
                    <a:pt x="1417" y="2471433"/>
                  </a:lnTo>
                  <a:lnTo>
                    <a:pt x="1417" y="2471185"/>
                  </a:lnTo>
                  <a:lnTo>
                    <a:pt x="1417" y="2470937"/>
                  </a:lnTo>
                  <a:lnTo>
                    <a:pt x="1417" y="2470689"/>
                  </a:lnTo>
                  <a:lnTo>
                    <a:pt x="1417" y="2470441"/>
                  </a:lnTo>
                  <a:lnTo>
                    <a:pt x="1417" y="2470193"/>
                  </a:lnTo>
                  <a:lnTo>
                    <a:pt x="1417" y="2469945"/>
                  </a:lnTo>
                  <a:lnTo>
                    <a:pt x="1417" y="2469697"/>
                  </a:lnTo>
                  <a:lnTo>
                    <a:pt x="1417" y="2469449"/>
                  </a:lnTo>
                  <a:lnTo>
                    <a:pt x="1417" y="2469201"/>
                  </a:lnTo>
                  <a:lnTo>
                    <a:pt x="1417" y="2468953"/>
                  </a:lnTo>
                  <a:lnTo>
                    <a:pt x="1417" y="2468705"/>
                  </a:lnTo>
                  <a:lnTo>
                    <a:pt x="1417" y="2468457"/>
                  </a:lnTo>
                  <a:lnTo>
                    <a:pt x="1417" y="2468209"/>
                  </a:lnTo>
                  <a:lnTo>
                    <a:pt x="1417" y="2467961"/>
                  </a:lnTo>
                  <a:lnTo>
                    <a:pt x="1417" y="2467713"/>
                  </a:lnTo>
                  <a:lnTo>
                    <a:pt x="1417" y="2467466"/>
                  </a:lnTo>
                  <a:lnTo>
                    <a:pt x="1417" y="2467218"/>
                  </a:lnTo>
                  <a:lnTo>
                    <a:pt x="1417" y="2466970"/>
                  </a:lnTo>
                  <a:lnTo>
                    <a:pt x="1417" y="2466722"/>
                  </a:lnTo>
                  <a:lnTo>
                    <a:pt x="1417" y="2466474"/>
                  </a:lnTo>
                  <a:lnTo>
                    <a:pt x="1417" y="2466226"/>
                  </a:lnTo>
                  <a:lnTo>
                    <a:pt x="1417" y="2465978"/>
                  </a:lnTo>
                  <a:lnTo>
                    <a:pt x="1417" y="2465730"/>
                  </a:lnTo>
                  <a:lnTo>
                    <a:pt x="1417" y="2465482"/>
                  </a:lnTo>
                  <a:lnTo>
                    <a:pt x="1417" y="2465234"/>
                  </a:lnTo>
                  <a:lnTo>
                    <a:pt x="1417" y="2464986"/>
                  </a:lnTo>
                  <a:lnTo>
                    <a:pt x="1417" y="2464738"/>
                  </a:lnTo>
                  <a:lnTo>
                    <a:pt x="1417" y="2464490"/>
                  </a:lnTo>
                  <a:lnTo>
                    <a:pt x="1417" y="2464242"/>
                  </a:lnTo>
                  <a:lnTo>
                    <a:pt x="1417" y="2463994"/>
                  </a:lnTo>
                  <a:lnTo>
                    <a:pt x="1417" y="2463746"/>
                  </a:lnTo>
                  <a:lnTo>
                    <a:pt x="1417" y="2463499"/>
                  </a:lnTo>
                  <a:lnTo>
                    <a:pt x="1417" y="2463251"/>
                  </a:lnTo>
                  <a:lnTo>
                    <a:pt x="1417" y="2463003"/>
                  </a:lnTo>
                  <a:lnTo>
                    <a:pt x="1417" y="2462755"/>
                  </a:lnTo>
                  <a:lnTo>
                    <a:pt x="1417" y="2462507"/>
                  </a:lnTo>
                  <a:lnTo>
                    <a:pt x="1417" y="2462259"/>
                  </a:lnTo>
                  <a:lnTo>
                    <a:pt x="1417" y="2462011"/>
                  </a:lnTo>
                  <a:lnTo>
                    <a:pt x="1417" y="2461763"/>
                  </a:lnTo>
                  <a:lnTo>
                    <a:pt x="1417" y="2461515"/>
                  </a:lnTo>
                  <a:lnTo>
                    <a:pt x="1417" y="2461267"/>
                  </a:lnTo>
                  <a:lnTo>
                    <a:pt x="1417" y="2461019"/>
                  </a:lnTo>
                  <a:lnTo>
                    <a:pt x="1417" y="2460771"/>
                  </a:lnTo>
                  <a:lnTo>
                    <a:pt x="1417" y="2460523"/>
                  </a:lnTo>
                  <a:lnTo>
                    <a:pt x="1417" y="2460275"/>
                  </a:lnTo>
                  <a:lnTo>
                    <a:pt x="1417" y="2460027"/>
                  </a:lnTo>
                  <a:lnTo>
                    <a:pt x="1417" y="2459779"/>
                  </a:lnTo>
                  <a:lnTo>
                    <a:pt x="1417" y="2459532"/>
                  </a:lnTo>
                  <a:lnTo>
                    <a:pt x="1417" y="2459284"/>
                  </a:lnTo>
                  <a:lnTo>
                    <a:pt x="1417" y="2459036"/>
                  </a:lnTo>
                  <a:lnTo>
                    <a:pt x="1417" y="2458788"/>
                  </a:lnTo>
                  <a:lnTo>
                    <a:pt x="1417" y="2458540"/>
                  </a:lnTo>
                  <a:lnTo>
                    <a:pt x="1417" y="2458292"/>
                  </a:lnTo>
                  <a:lnTo>
                    <a:pt x="1417" y="2458044"/>
                  </a:lnTo>
                  <a:lnTo>
                    <a:pt x="1417" y="2457796"/>
                  </a:lnTo>
                  <a:lnTo>
                    <a:pt x="1417" y="2457548"/>
                  </a:lnTo>
                  <a:lnTo>
                    <a:pt x="1417" y="2457300"/>
                  </a:lnTo>
                  <a:lnTo>
                    <a:pt x="1417" y="2457052"/>
                  </a:lnTo>
                  <a:lnTo>
                    <a:pt x="1417" y="2456804"/>
                  </a:lnTo>
                  <a:lnTo>
                    <a:pt x="1417" y="2456556"/>
                  </a:lnTo>
                  <a:lnTo>
                    <a:pt x="1417" y="2456308"/>
                  </a:lnTo>
                  <a:lnTo>
                    <a:pt x="1417" y="2456060"/>
                  </a:lnTo>
                  <a:lnTo>
                    <a:pt x="1417" y="2455813"/>
                  </a:lnTo>
                  <a:lnTo>
                    <a:pt x="1417" y="2455565"/>
                  </a:lnTo>
                  <a:lnTo>
                    <a:pt x="1417" y="2455317"/>
                  </a:lnTo>
                  <a:lnTo>
                    <a:pt x="1417" y="2455069"/>
                  </a:lnTo>
                  <a:lnTo>
                    <a:pt x="1417" y="2454821"/>
                  </a:lnTo>
                  <a:lnTo>
                    <a:pt x="1417" y="2454573"/>
                  </a:lnTo>
                  <a:lnTo>
                    <a:pt x="1417" y="2454325"/>
                  </a:lnTo>
                  <a:lnTo>
                    <a:pt x="1417" y="2454077"/>
                  </a:lnTo>
                  <a:lnTo>
                    <a:pt x="1417" y="2453829"/>
                  </a:lnTo>
                  <a:lnTo>
                    <a:pt x="1417" y="2453581"/>
                  </a:lnTo>
                  <a:lnTo>
                    <a:pt x="1417" y="2453333"/>
                  </a:lnTo>
                  <a:lnTo>
                    <a:pt x="1417" y="2453085"/>
                  </a:lnTo>
                  <a:lnTo>
                    <a:pt x="1417" y="2452837"/>
                  </a:lnTo>
                  <a:lnTo>
                    <a:pt x="1417" y="2452589"/>
                  </a:lnTo>
                  <a:lnTo>
                    <a:pt x="1417" y="2452341"/>
                  </a:lnTo>
                  <a:lnTo>
                    <a:pt x="1417" y="2452093"/>
                  </a:lnTo>
                  <a:lnTo>
                    <a:pt x="1417" y="2451846"/>
                  </a:lnTo>
                  <a:lnTo>
                    <a:pt x="1417" y="2451598"/>
                  </a:lnTo>
                  <a:lnTo>
                    <a:pt x="1417" y="2451350"/>
                  </a:lnTo>
                  <a:lnTo>
                    <a:pt x="1417" y="2451102"/>
                  </a:lnTo>
                  <a:lnTo>
                    <a:pt x="1417" y="2450854"/>
                  </a:lnTo>
                  <a:lnTo>
                    <a:pt x="1417" y="2450606"/>
                  </a:lnTo>
                  <a:lnTo>
                    <a:pt x="1417" y="2450358"/>
                  </a:lnTo>
                  <a:lnTo>
                    <a:pt x="1417" y="2450110"/>
                  </a:lnTo>
                  <a:lnTo>
                    <a:pt x="1417" y="2449862"/>
                  </a:lnTo>
                  <a:lnTo>
                    <a:pt x="1417" y="2449614"/>
                  </a:lnTo>
                  <a:lnTo>
                    <a:pt x="1417" y="2449366"/>
                  </a:lnTo>
                  <a:lnTo>
                    <a:pt x="1417" y="2449118"/>
                  </a:lnTo>
                  <a:lnTo>
                    <a:pt x="1417" y="2448870"/>
                  </a:lnTo>
                  <a:lnTo>
                    <a:pt x="1417" y="2448622"/>
                  </a:lnTo>
                  <a:lnTo>
                    <a:pt x="1417" y="2448374"/>
                  </a:lnTo>
                  <a:lnTo>
                    <a:pt x="1417" y="2448126"/>
                  </a:lnTo>
                  <a:lnTo>
                    <a:pt x="1417" y="2447879"/>
                  </a:lnTo>
                  <a:lnTo>
                    <a:pt x="1417" y="2447631"/>
                  </a:lnTo>
                  <a:lnTo>
                    <a:pt x="1417" y="2447383"/>
                  </a:lnTo>
                  <a:lnTo>
                    <a:pt x="1417" y="2447135"/>
                  </a:lnTo>
                  <a:lnTo>
                    <a:pt x="1417" y="2446887"/>
                  </a:lnTo>
                  <a:lnTo>
                    <a:pt x="1417" y="2446639"/>
                  </a:lnTo>
                  <a:lnTo>
                    <a:pt x="1417" y="2446391"/>
                  </a:lnTo>
                  <a:lnTo>
                    <a:pt x="1417" y="2446143"/>
                  </a:lnTo>
                  <a:lnTo>
                    <a:pt x="1417" y="2445895"/>
                  </a:lnTo>
                  <a:lnTo>
                    <a:pt x="1417" y="2445647"/>
                  </a:lnTo>
                  <a:lnTo>
                    <a:pt x="1417" y="2445399"/>
                  </a:lnTo>
                  <a:lnTo>
                    <a:pt x="1417" y="2445151"/>
                  </a:lnTo>
                  <a:lnTo>
                    <a:pt x="1417" y="2444903"/>
                  </a:lnTo>
                  <a:lnTo>
                    <a:pt x="1417" y="2444655"/>
                  </a:lnTo>
                  <a:lnTo>
                    <a:pt x="1417" y="2444407"/>
                  </a:lnTo>
                  <a:lnTo>
                    <a:pt x="1417" y="2444159"/>
                  </a:lnTo>
                  <a:lnTo>
                    <a:pt x="1417" y="2443912"/>
                  </a:lnTo>
                  <a:lnTo>
                    <a:pt x="1417" y="2443664"/>
                  </a:lnTo>
                  <a:lnTo>
                    <a:pt x="1417" y="2443416"/>
                  </a:lnTo>
                  <a:lnTo>
                    <a:pt x="1417" y="2443168"/>
                  </a:lnTo>
                  <a:lnTo>
                    <a:pt x="1417" y="2442920"/>
                  </a:lnTo>
                  <a:lnTo>
                    <a:pt x="1417" y="2442672"/>
                  </a:lnTo>
                  <a:lnTo>
                    <a:pt x="1417" y="2442424"/>
                  </a:lnTo>
                  <a:lnTo>
                    <a:pt x="1417" y="2442176"/>
                  </a:lnTo>
                  <a:lnTo>
                    <a:pt x="1417" y="2441928"/>
                  </a:lnTo>
                  <a:lnTo>
                    <a:pt x="1417" y="2441680"/>
                  </a:lnTo>
                  <a:lnTo>
                    <a:pt x="1417" y="2441432"/>
                  </a:lnTo>
                  <a:lnTo>
                    <a:pt x="1417" y="2441184"/>
                  </a:lnTo>
                  <a:lnTo>
                    <a:pt x="1417" y="2440936"/>
                  </a:lnTo>
                  <a:lnTo>
                    <a:pt x="1417" y="2440688"/>
                  </a:lnTo>
                  <a:lnTo>
                    <a:pt x="1417" y="2440440"/>
                  </a:lnTo>
                  <a:lnTo>
                    <a:pt x="1417" y="2440192"/>
                  </a:lnTo>
                  <a:lnTo>
                    <a:pt x="1417" y="2439945"/>
                  </a:lnTo>
                  <a:lnTo>
                    <a:pt x="1417" y="2439697"/>
                  </a:lnTo>
                  <a:lnTo>
                    <a:pt x="1417" y="2439449"/>
                  </a:lnTo>
                  <a:lnTo>
                    <a:pt x="1417" y="2439201"/>
                  </a:lnTo>
                  <a:lnTo>
                    <a:pt x="1417" y="2438953"/>
                  </a:lnTo>
                  <a:lnTo>
                    <a:pt x="1417" y="2438705"/>
                  </a:lnTo>
                  <a:lnTo>
                    <a:pt x="1417" y="2438457"/>
                  </a:lnTo>
                  <a:lnTo>
                    <a:pt x="1417" y="2438209"/>
                  </a:lnTo>
                  <a:lnTo>
                    <a:pt x="1417" y="2437961"/>
                  </a:lnTo>
                  <a:lnTo>
                    <a:pt x="1417" y="2437713"/>
                  </a:lnTo>
                  <a:lnTo>
                    <a:pt x="1417" y="2437465"/>
                  </a:lnTo>
                  <a:lnTo>
                    <a:pt x="1417" y="2437217"/>
                  </a:lnTo>
                  <a:lnTo>
                    <a:pt x="1417" y="2436969"/>
                  </a:lnTo>
                  <a:lnTo>
                    <a:pt x="1417" y="2436721"/>
                  </a:lnTo>
                  <a:lnTo>
                    <a:pt x="1417" y="2436473"/>
                  </a:lnTo>
                  <a:lnTo>
                    <a:pt x="1417" y="2436226"/>
                  </a:lnTo>
                  <a:lnTo>
                    <a:pt x="1417" y="2435978"/>
                  </a:lnTo>
                  <a:lnTo>
                    <a:pt x="1417" y="2435730"/>
                  </a:lnTo>
                  <a:lnTo>
                    <a:pt x="1417" y="2435482"/>
                  </a:lnTo>
                  <a:lnTo>
                    <a:pt x="1417" y="2435234"/>
                  </a:lnTo>
                  <a:lnTo>
                    <a:pt x="1417" y="2434986"/>
                  </a:lnTo>
                  <a:lnTo>
                    <a:pt x="1417" y="2434738"/>
                  </a:lnTo>
                  <a:lnTo>
                    <a:pt x="1417" y="2434490"/>
                  </a:lnTo>
                  <a:lnTo>
                    <a:pt x="1417" y="2434242"/>
                  </a:lnTo>
                  <a:lnTo>
                    <a:pt x="1417" y="2433994"/>
                  </a:lnTo>
                  <a:lnTo>
                    <a:pt x="1417" y="2433746"/>
                  </a:lnTo>
                  <a:lnTo>
                    <a:pt x="1417" y="2433498"/>
                  </a:lnTo>
                  <a:lnTo>
                    <a:pt x="1417" y="2433250"/>
                  </a:lnTo>
                  <a:lnTo>
                    <a:pt x="1417" y="2433002"/>
                  </a:lnTo>
                  <a:lnTo>
                    <a:pt x="1417" y="2432754"/>
                  </a:lnTo>
                  <a:lnTo>
                    <a:pt x="1417" y="2432506"/>
                  </a:lnTo>
                  <a:lnTo>
                    <a:pt x="1417" y="2432259"/>
                  </a:lnTo>
                  <a:lnTo>
                    <a:pt x="1417" y="2432011"/>
                  </a:lnTo>
                  <a:lnTo>
                    <a:pt x="1417" y="2431763"/>
                  </a:lnTo>
                  <a:lnTo>
                    <a:pt x="1417" y="2431515"/>
                  </a:lnTo>
                  <a:lnTo>
                    <a:pt x="1417" y="2431267"/>
                  </a:lnTo>
                  <a:lnTo>
                    <a:pt x="1417" y="2431019"/>
                  </a:lnTo>
                  <a:lnTo>
                    <a:pt x="1417" y="2430771"/>
                  </a:lnTo>
                  <a:lnTo>
                    <a:pt x="1417" y="2430523"/>
                  </a:lnTo>
                  <a:lnTo>
                    <a:pt x="1417" y="2430275"/>
                  </a:lnTo>
                  <a:lnTo>
                    <a:pt x="1417" y="2430027"/>
                  </a:lnTo>
                  <a:lnTo>
                    <a:pt x="1417" y="2429779"/>
                  </a:lnTo>
                  <a:lnTo>
                    <a:pt x="1417" y="2429531"/>
                  </a:lnTo>
                  <a:lnTo>
                    <a:pt x="1417" y="2429283"/>
                  </a:lnTo>
                  <a:lnTo>
                    <a:pt x="1417" y="2429035"/>
                  </a:lnTo>
                  <a:lnTo>
                    <a:pt x="1417" y="2428787"/>
                  </a:lnTo>
                  <a:lnTo>
                    <a:pt x="1417" y="2428539"/>
                  </a:lnTo>
                  <a:lnTo>
                    <a:pt x="1417" y="2428292"/>
                  </a:lnTo>
                  <a:lnTo>
                    <a:pt x="1417" y="2428044"/>
                  </a:lnTo>
                  <a:lnTo>
                    <a:pt x="1417" y="2427796"/>
                  </a:lnTo>
                  <a:lnTo>
                    <a:pt x="1417" y="2427548"/>
                  </a:lnTo>
                  <a:lnTo>
                    <a:pt x="1417" y="2427300"/>
                  </a:lnTo>
                  <a:lnTo>
                    <a:pt x="1417" y="2427052"/>
                  </a:lnTo>
                  <a:lnTo>
                    <a:pt x="1417" y="2426804"/>
                  </a:lnTo>
                  <a:lnTo>
                    <a:pt x="1417" y="2426556"/>
                  </a:lnTo>
                  <a:lnTo>
                    <a:pt x="1417" y="2426308"/>
                  </a:lnTo>
                  <a:lnTo>
                    <a:pt x="1417" y="2426060"/>
                  </a:lnTo>
                  <a:lnTo>
                    <a:pt x="1417" y="2425812"/>
                  </a:lnTo>
                  <a:lnTo>
                    <a:pt x="1417" y="2425564"/>
                  </a:lnTo>
                  <a:lnTo>
                    <a:pt x="1417" y="2425316"/>
                  </a:lnTo>
                  <a:lnTo>
                    <a:pt x="1417" y="2425068"/>
                  </a:lnTo>
                  <a:lnTo>
                    <a:pt x="1417" y="2424820"/>
                  </a:lnTo>
                  <a:lnTo>
                    <a:pt x="1417" y="2424572"/>
                  </a:lnTo>
                  <a:lnTo>
                    <a:pt x="1417" y="2424325"/>
                  </a:lnTo>
                  <a:lnTo>
                    <a:pt x="1417" y="2424077"/>
                  </a:lnTo>
                  <a:lnTo>
                    <a:pt x="1417" y="2423829"/>
                  </a:lnTo>
                  <a:lnTo>
                    <a:pt x="1417" y="2423581"/>
                  </a:lnTo>
                  <a:lnTo>
                    <a:pt x="1417" y="2423333"/>
                  </a:lnTo>
                  <a:lnTo>
                    <a:pt x="1417" y="2423085"/>
                  </a:lnTo>
                  <a:lnTo>
                    <a:pt x="1417" y="2422837"/>
                  </a:lnTo>
                  <a:lnTo>
                    <a:pt x="1417" y="2422589"/>
                  </a:lnTo>
                  <a:lnTo>
                    <a:pt x="1417" y="2422341"/>
                  </a:lnTo>
                  <a:lnTo>
                    <a:pt x="1417" y="2422093"/>
                  </a:lnTo>
                  <a:lnTo>
                    <a:pt x="1417" y="2421845"/>
                  </a:lnTo>
                  <a:lnTo>
                    <a:pt x="1417" y="2421597"/>
                  </a:lnTo>
                  <a:lnTo>
                    <a:pt x="1417" y="2421349"/>
                  </a:lnTo>
                  <a:lnTo>
                    <a:pt x="1417" y="2421101"/>
                  </a:lnTo>
                  <a:lnTo>
                    <a:pt x="1417" y="2420853"/>
                  </a:lnTo>
                  <a:lnTo>
                    <a:pt x="1417" y="2420605"/>
                  </a:lnTo>
                  <a:lnTo>
                    <a:pt x="1417" y="2420358"/>
                  </a:lnTo>
                  <a:lnTo>
                    <a:pt x="1417" y="2420110"/>
                  </a:lnTo>
                  <a:lnTo>
                    <a:pt x="1417" y="2419862"/>
                  </a:lnTo>
                  <a:lnTo>
                    <a:pt x="1417" y="2419614"/>
                  </a:lnTo>
                  <a:lnTo>
                    <a:pt x="1417" y="2419366"/>
                  </a:lnTo>
                  <a:lnTo>
                    <a:pt x="1417" y="2419118"/>
                  </a:lnTo>
                  <a:lnTo>
                    <a:pt x="1417" y="2418870"/>
                  </a:lnTo>
                  <a:lnTo>
                    <a:pt x="1417" y="2418622"/>
                  </a:lnTo>
                  <a:lnTo>
                    <a:pt x="1417" y="2418374"/>
                  </a:lnTo>
                  <a:lnTo>
                    <a:pt x="1417" y="2418126"/>
                  </a:lnTo>
                  <a:lnTo>
                    <a:pt x="1417" y="2417878"/>
                  </a:lnTo>
                  <a:lnTo>
                    <a:pt x="1417" y="2417630"/>
                  </a:lnTo>
                  <a:lnTo>
                    <a:pt x="1417" y="2417382"/>
                  </a:lnTo>
                  <a:lnTo>
                    <a:pt x="1417" y="2417134"/>
                  </a:lnTo>
                  <a:lnTo>
                    <a:pt x="1417" y="2416886"/>
                  </a:lnTo>
                  <a:lnTo>
                    <a:pt x="1417" y="2416639"/>
                  </a:lnTo>
                  <a:lnTo>
                    <a:pt x="1417" y="2416391"/>
                  </a:lnTo>
                  <a:lnTo>
                    <a:pt x="1417" y="2416143"/>
                  </a:lnTo>
                  <a:lnTo>
                    <a:pt x="1417" y="2415895"/>
                  </a:lnTo>
                  <a:lnTo>
                    <a:pt x="1417" y="2415647"/>
                  </a:lnTo>
                  <a:lnTo>
                    <a:pt x="1417" y="2415399"/>
                  </a:lnTo>
                  <a:lnTo>
                    <a:pt x="1417" y="2415151"/>
                  </a:lnTo>
                  <a:lnTo>
                    <a:pt x="1417" y="2414903"/>
                  </a:lnTo>
                  <a:lnTo>
                    <a:pt x="1417" y="2414655"/>
                  </a:lnTo>
                  <a:lnTo>
                    <a:pt x="1417" y="2414407"/>
                  </a:lnTo>
                  <a:lnTo>
                    <a:pt x="1417" y="2414159"/>
                  </a:lnTo>
                  <a:lnTo>
                    <a:pt x="1417" y="2413911"/>
                  </a:lnTo>
                  <a:lnTo>
                    <a:pt x="1417" y="2413663"/>
                  </a:lnTo>
                  <a:lnTo>
                    <a:pt x="1417" y="2413415"/>
                  </a:lnTo>
                  <a:lnTo>
                    <a:pt x="1417" y="2413167"/>
                  </a:lnTo>
                  <a:lnTo>
                    <a:pt x="1417" y="2412919"/>
                  </a:lnTo>
                  <a:lnTo>
                    <a:pt x="1417" y="2412672"/>
                  </a:lnTo>
                  <a:lnTo>
                    <a:pt x="1417" y="2412424"/>
                  </a:lnTo>
                  <a:lnTo>
                    <a:pt x="1417" y="2412176"/>
                  </a:lnTo>
                  <a:lnTo>
                    <a:pt x="1417" y="2411928"/>
                  </a:lnTo>
                  <a:lnTo>
                    <a:pt x="1417" y="2411680"/>
                  </a:lnTo>
                  <a:lnTo>
                    <a:pt x="1417" y="2411432"/>
                  </a:lnTo>
                  <a:lnTo>
                    <a:pt x="1417" y="2411184"/>
                  </a:lnTo>
                  <a:lnTo>
                    <a:pt x="1417" y="2410936"/>
                  </a:lnTo>
                  <a:lnTo>
                    <a:pt x="1417" y="2410688"/>
                  </a:lnTo>
                  <a:lnTo>
                    <a:pt x="1417" y="2410440"/>
                  </a:lnTo>
                  <a:lnTo>
                    <a:pt x="1417" y="2410192"/>
                  </a:lnTo>
                  <a:lnTo>
                    <a:pt x="1417" y="2409944"/>
                  </a:lnTo>
                  <a:lnTo>
                    <a:pt x="1417" y="2409696"/>
                  </a:lnTo>
                  <a:lnTo>
                    <a:pt x="1417" y="2409448"/>
                  </a:lnTo>
                  <a:lnTo>
                    <a:pt x="1417" y="2409200"/>
                  </a:lnTo>
                  <a:lnTo>
                    <a:pt x="1417" y="2408952"/>
                  </a:lnTo>
                  <a:lnTo>
                    <a:pt x="1417" y="2408705"/>
                  </a:lnTo>
                  <a:lnTo>
                    <a:pt x="1417" y="2408457"/>
                  </a:lnTo>
                  <a:lnTo>
                    <a:pt x="1417" y="2408209"/>
                  </a:lnTo>
                  <a:lnTo>
                    <a:pt x="1417" y="2407961"/>
                  </a:lnTo>
                  <a:lnTo>
                    <a:pt x="1417" y="2407713"/>
                  </a:lnTo>
                  <a:lnTo>
                    <a:pt x="1417" y="2407465"/>
                  </a:lnTo>
                  <a:lnTo>
                    <a:pt x="1417" y="2407217"/>
                  </a:lnTo>
                  <a:lnTo>
                    <a:pt x="1417" y="2406969"/>
                  </a:lnTo>
                  <a:lnTo>
                    <a:pt x="1417" y="2406721"/>
                  </a:lnTo>
                  <a:lnTo>
                    <a:pt x="1417" y="2406473"/>
                  </a:lnTo>
                  <a:lnTo>
                    <a:pt x="1417" y="2406225"/>
                  </a:lnTo>
                  <a:lnTo>
                    <a:pt x="1417" y="2405977"/>
                  </a:lnTo>
                  <a:lnTo>
                    <a:pt x="1417" y="2405729"/>
                  </a:lnTo>
                  <a:lnTo>
                    <a:pt x="1417" y="2405481"/>
                  </a:lnTo>
                  <a:lnTo>
                    <a:pt x="1417" y="2405233"/>
                  </a:lnTo>
                  <a:lnTo>
                    <a:pt x="1417" y="2404985"/>
                  </a:lnTo>
                  <a:lnTo>
                    <a:pt x="1417" y="2404738"/>
                  </a:lnTo>
                  <a:lnTo>
                    <a:pt x="1417" y="2404490"/>
                  </a:lnTo>
                  <a:lnTo>
                    <a:pt x="1417" y="2404242"/>
                  </a:lnTo>
                  <a:lnTo>
                    <a:pt x="1417" y="2403994"/>
                  </a:lnTo>
                  <a:lnTo>
                    <a:pt x="1417" y="2403746"/>
                  </a:lnTo>
                  <a:lnTo>
                    <a:pt x="1417" y="2403498"/>
                  </a:lnTo>
                  <a:lnTo>
                    <a:pt x="1417" y="2403250"/>
                  </a:lnTo>
                  <a:lnTo>
                    <a:pt x="1417" y="2403002"/>
                  </a:lnTo>
                  <a:lnTo>
                    <a:pt x="1417" y="2402754"/>
                  </a:lnTo>
                  <a:lnTo>
                    <a:pt x="1417" y="2402506"/>
                  </a:lnTo>
                  <a:lnTo>
                    <a:pt x="1417" y="2402258"/>
                  </a:lnTo>
                  <a:lnTo>
                    <a:pt x="1417" y="2402010"/>
                  </a:lnTo>
                  <a:lnTo>
                    <a:pt x="1417" y="2401762"/>
                  </a:lnTo>
                  <a:lnTo>
                    <a:pt x="1417" y="2401514"/>
                  </a:lnTo>
                  <a:lnTo>
                    <a:pt x="1417" y="2401266"/>
                  </a:lnTo>
                  <a:lnTo>
                    <a:pt x="1417" y="2401019"/>
                  </a:lnTo>
                  <a:lnTo>
                    <a:pt x="1417" y="2400771"/>
                  </a:lnTo>
                  <a:lnTo>
                    <a:pt x="1417" y="2400523"/>
                  </a:lnTo>
                  <a:lnTo>
                    <a:pt x="1417" y="2400275"/>
                  </a:lnTo>
                  <a:lnTo>
                    <a:pt x="1417" y="2400027"/>
                  </a:lnTo>
                  <a:lnTo>
                    <a:pt x="1417" y="2399779"/>
                  </a:lnTo>
                  <a:lnTo>
                    <a:pt x="1417" y="2399531"/>
                  </a:lnTo>
                  <a:lnTo>
                    <a:pt x="1417" y="2399283"/>
                  </a:lnTo>
                  <a:lnTo>
                    <a:pt x="1417" y="2399035"/>
                  </a:lnTo>
                  <a:lnTo>
                    <a:pt x="1417" y="2398787"/>
                  </a:lnTo>
                  <a:lnTo>
                    <a:pt x="1417" y="2398539"/>
                  </a:lnTo>
                  <a:lnTo>
                    <a:pt x="1417" y="2398291"/>
                  </a:lnTo>
                  <a:lnTo>
                    <a:pt x="1417" y="2398043"/>
                  </a:lnTo>
                  <a:lnTo>
                    <a:pt x="1417" y="2397795"/>
                  </a:lnTo>
                  <a:lnTo>
                    <a:pt x="1417" y="2397547"/>
                  </a:lnTo>
                  <a:lnTo>
                    <a:pt x="1417" y="2397299"/>
                  </a:lnTo>
                  <a:lnTo>
                    <a:pt x="1417" y="2397052"/>
                  </a:lnTo>
                  <a:lnTo>
                    <a:pt x="1417" y="2396804"/>
                  </a:lnTo>
                  <a:lnTo>
                    <a:pt x="1417" y="2396556"/>
                  </a:lnTo>
                  <a:lnTo>
                    <a:pt x="1417" y="2396308"/>
                  </a:lnTo>
                  <a:lnTo>
                    <a:pt x="1417" y="2396060"/>
                  </a:lnTo>
                  <a:lnTo>
                    <a:pt x="1417" y="2395812"/>
                  </a:lnTo>
                  <a:lnTo>
                    <a:pt x="1417" y="2395564"/>
                  </a:lnTo>
                  <a:lnTo>
                    <a:pt x="1417" y="2395316"/>
                  </a:lnTo>
                  <a:lnTo>
                    <a:pt x="1417" y="2395068"/>
                  </a:lnTo>
                  <a:lnTo>
                    <a:pt x="1417" y="2394820"/>
                  </a:lnTo>
                  <a:lnTo>
                    <a:pt x="1417" y="2394572"/>
                  </a:lnTo>
                  <a:lnTo>
                    <a:pt x="1417" y="2394324"/>
                  </a:lnTo>
                  <a:lnTo>
                    <a:pt x="1417" y="2394076"/>
                  </a:lnTo>
                  <a:lnTo>
                    <a:pt x="1417" y="2393828"/>
                  </a:lnTo>
                  <a:lnTo>
                    <a:pt x="1417" y="2393580"/>
                  </a:lnTo>
                  <a:lnTo>
                    <a:pt x="1417" y="2393332"/>
                  </a:lnTo>
                  <a:lnTo>
                    <a:pt x="1417" y="2393085"/>
                  </a:lnTo>
                  <a:lnTo>
                    <a:pt x="1417" y="2392837"/>
                  </a:lnTo>
                  <a:lnTo>
                    <a:pt x="1417" y="2392589"/>
                  </a:lnTo>
                  <a:lnTo>
                    <a:pt x="1417" y="2392341"/>
                  </a:lnTo>
                  <a:lnTo>
                    <a:pt x="1417" y="2392093"/>
                  </a:lnTo>
                  <a:lnTo>
                    <a:pt x="1417" y="2391845"/>
                  </a:lnTo>
                  <a:lnTo>
                    <a:pt x="1417" y="2391597"/>
                  </a:lnTo>
                  <a:lnTo>
                    <a:pt x="1417" y="2391349"/>
                  </a:lnTo>
                  <a:lnTo>
                    <a:pt x="1417" y="2391101"/>
                  </a:lnTo>
                  <a:lnTo>
                    <a:pt x="1417" y="2390853"/>
                  </a:lnTo>
                  <a:lnTo>
                    <a:pt x="1417" y="2390605"/>
                  </a:lnTo>
                  <a:lnTo>
                    <a:pt x="1417" y="2390357"/>
                  </a:lnTo>
                  <a:lnTo>
                    <a:pt x="1417" y="2390109"/>
                  </a:lnTo>
                  <a:lnTo>
                    <a:pt x="1417" y="2389861"/>
                  </a:lnTo>
                  <a:lnTo>
                    <a:pt x="1417" y="2389613"/>
                  </a:lnTo>
                  <a:lnTo>
                    <a:pt x="1417" y="2389365"/>
                  </a:lnTo>
                  <a:lnTo>
                    <a:pt x="1417" y="2389118"/>
                  </a:lnTo>
                  <a:lnTo>
                    <a:pt x="1417" y="2388870"/>
                  </a:lnTo>
                  <a:lnTo>
                    <a:pt x="1417" y="2388622"/>
                  </a:lnTo>
                  <a:lnTo>
                    <a:pt x="1417" y="2388374"/>
                  </a:lnTo>
                  <a:lnTo>
                    <a:pt x="1417" y="2388126"/>
                  </a:lnTo>
                  <a:lnTo>
                    <a:pt x="1417" y="2387878"/>
                  </a:lnTo>
                  <a:lnTo>
                    <a:pt x="1417" y="2387630"/>
                  </a:lnTo>
                  <a:lnTo>
                    <a:pt x="1417" y="2387382"/>
                  </a:lnTo>
                  <a:lnTo>
                    <a:pt x="1417" y="2387134"/>
                  </a:lnTo>
                  <a:lnTo>
                    <a:pt x="1417" y="2386886"/>
                  </a:lnTo>
                  <a:lnTo>
                    <a:pt x="1417" y="2386638"/>
                  </a:lnTo>
                  <a:lnTo>
                    <a:pt x="1417" y="2386390"/>
                  </a:lnTo>
                  <a:lnTo>
                    <a:pt x="1417" y="2386142"/>
                  </a:lnTo>
                  <a:lnTo>
                    <a:pt x="1417" y="2385894"/>
                  </a:lnTo>
                  <a:lnTo>
                    <a:pt x="1417" y="2385646"/>
                  </a:lnTo>
                  <a:lnTo>
                    <a:pt x="1417" y="2385398"/>
                  </a:lnTo>
                  <a:lnTo>
                    <a:pt x="1417" y="2385151"/>
                  </a:lnTo>
                  <a:lnTo>
                    <a:pt x="1417" y="2384903"/>
                  </a:lnTo>
                  <a:lnTo>
                    <a:pt x="1417" y="2384655"/>
                  </a:lnTo>
                  <a:lnTo>
                    <a:pt x="1417" y="2384407"/>
                  </a:lnTo>
                  <a:lnTo>
                    <a:pt x="1417" y="2384159"/>
                  </a:lnTo>
                  <a:lnTo>
                    <a:pt x="1417" y="2383911"/>
                  </a:lnTo>
                  <a:lnTo>
                    <a:pt x="1417" y="2383663"/>
                  </a:lnTo>
                  <a:lnTo>
                    <a:pt x="1417" y="2383415"/>
                  </a:lnTo>
                  <a:lnTo>
                    <a:pt x="1417" y="2383167"/>
                  </a:lnTo>
                  <a:lnTo>
                    <a:pt x="1417" y="2382919"/>
                  </a:lnTo>
                  <a:lnTo>
                    <a:pt x="1417" y="2382671"/>
                  </a:lnTo>
                  <a:lnTo>
                    <a:pt x="1417" y="2382423"/>
                  </a:lnTo>
                  <a:lnTo>
                    <a:pt x="1417" y="2382175"/>
                  </a:lnTo>
                  <a:lnTo>
                    <a:pt x="1417" y="2381927"/>
                  </a:lnTo>
                  <a:lnTo>
                    <a:pt x="1417" y="2381679"/>
                  </a:lnTo>
                  <a:lnTo>
                    <a:pt x="1417" y="2381432"/>
                  </a:lnTo>
                  <a:lnTo>
                    <a:pt x="1417" y="2381184"/>
                  </a:lnTo>
                  <a:lnTo>
                    <a:pt x="1417" y="2380936"/>
                  </a:lnTo>
                  <a:lnTo>
                    <a:pt x="1417" y="2380688"/>
                  </a:lnTo>
                  <a:lnTo>
                    <a:pt x="1417" y="2380440"/>
                  </a:lnTo>
                  <a:lnTo>
                    <a:pt x="1417" y="2380192"/>
                  </a:lnTo>
                  <a:lnTo>
                    <a:pt x="1417" y="2379944"/>
                  </a:lnTo>
                  <a:lnTo>
                    <a:pt x="1417" y="2379696"/>
                  </a:lnTo>
                  <a:lnTo>
                    <a:pt x="1417" y="2379448"/>
                  </a:lnTo>
                  <a:lnTo>
                    <a:pt x="1417" y="2379200"/>
                  </a:lnTo>
                  <a:lnTo>
                    <a:pt x="1417" y="2378952"/>
                  </a:lnTo>
                  <a:lnTo>
                    <a:pt x="1417" y="2378704"/>
                  </a:lnTo>
                  <a:lnTo>
                    <a:pt x="1417" y="2378456"/>
                  </a:lnTo>
                  <a:lnTo>
                    <a:pt x="1417" y="2378208"/>
                  </a:lnTo>
                  <a:lnTo>
                    <a:pt x="1417" y="2377960"/>
                  </a:lnTo>
                  <a:lnTo>
                    <a:pt x="1417" y="2377712"/>
                  </a:lnTo>
                  <a:lnTo>
                    <a:pt x="1417" y="2377465"/>
                  </a:lnTo>
                  <a:lnTo>
                    <a:pt x="1417" y="2377217"/>
                  </a:lnTo>
                  <a:lnTo>
                    <a:pt x="1417" y="2376969"/>
                  </a:lnTo>
                  <a:lnTo>
                    <a:pt x="1417" y="2376721"/>
                  </a:lnTo>
                  <a:lnTo>
                    <a:pt x="1417" y="2376473"/>
                  </a:lnTo>
                  <a:lnTo>
                    <a:pt x="1417" y="2376225"/>
                  </a:lnTo>
                  <a:lnTo>
                    <a:pt x="1417" y="2375977"/>
                  </a:lnTo>
                  <a:lnTo>
                    <a:pt x="1417" y="2375729"/>
                  </a:lnTo>
                  <a:lnTo>
                    <a:pt x="1417" y="2375481"/>
                  </a:lnTo>
                  <a:lnTo>
                    <a:pt x="1417" y="2375233"/>
                  </a:lnTo>
                  <a:lnTo>
                    <a:pt x="1417" y="2374985"/>
                  </a:lnTo>
                  <a:lnTo>
                    <a:pt x="1417" y="2374737"/>
                  </a:lnTo>
                  <a:lnTo>
                    <a:pt x="1417" y="2374489"/>
                  </a:lnTo>
                  <a:lnTo>
                    <a:pt x="1417" y="2374241"/>
                  </a:lnTo>
                  <a:lnTo>
                    <a:pt x="1417" y="2373993"/>
                  </a:lnTo>
                  <a:lnTo>
                    <a:pt x="1417" y="2373745"/>
                  </a:lnTo>
                  <a:lnTo>
                    <a:pt x="1417" y="2373498"/>
                  </a:lnTo>
                  <a:lnTo>
                    <a:pt x="1417" y="2373250"/>
                  </a:lnTo>
                  <a:lnTo>
                    <a:pt x="1417" y="2373002"/>
                  </a:lnTo>
                  <a:lnTo>
                    <a:pt x="1417" y="2372754"/>
                  </a:lnTo>
                  <a:lnTo>
                    <a:pt x="1417" y="2372506"/>
                  </a:lnTo>
                  <a:lnTo>
                    <a:pt x="1417" y="2372258"/>
                  </a:lnTo>
                  <a:lnTo>
                    <a:pt x="1417" y="2372010"/>
                  </a:lnTo>
                  <a:lnTo>
                    <a:pt x="1417" y="2371762"/>
                  </a:lnTo>
                  <a:lnTo>
                    <a:pt x="1417" y="2371514"/>
                  </a:lnTo>
                  <a:lnTo>
                    <a:pt x="1417" y="2371266"/>
                  </a:lnTo>
                  <a:lnTo>
                    <a:pt x="1417" y="2371018"/>
                  </a:lnTo>
                  <a:lnTo>
                    <a:pt x="1417" y="2370770"/>
                  </a:lnTo>
                  <a:lnTo>
                    <a:pt x="1417" y="2370522"/>
                  </a:lnTo>
                  <a:lnTo>
                    <a:pt x="1417" y="2370274"/>
                  </a:lnTo>
                  <a:lnTo>
                    <a:pt x="1417" y="2370026"/>
                  </a:lnTo>
                  <a:lnTo>
                    <a:pt x="1417" y="2369778"/>
                  </a:lnTo>
                  <a:lnTo>
                    <a:pt x="1417" y="2369531"/>
                  </a:lnTo>
                  <a:lnTo>
                    <a:pt x="1417" y="2369283"/>
                  </a:lnTo>
                  <a:lnTo>
                    <a:pt x="1417" y="2369035"/>
                  </a:lnTo>
                  <a:lnTo>
                    <a:pt x="1417" y="2368787"/>
                  </a:lnTo>
                  <a:lnTo>
                    <a:pt x="1417" y="2368539"/>
                  </a:lnTo>
                  <a:lnTo>
                    <a:pt x="1417" y="2368291"/>
                  </a:lnTo>
                  <a:lnTo>
                    <a:pt x="1417" y="2368043"/>
                  </a:lnTo>
                  <a:lnTo>
                    <a:pt x="1417" y="2367795"/>
                  </a:lnTo>
                  <a:lnTo>
                    <a:pt x="1417" y="2367547"/>
                  </a:lnTo>
                  <a:lnTo>
                    <a:pt x="1417" y="2367299"/>
                  </a:lnTo>
                  <a:lnTo>
                    <a:pt x="1417" y="2367051"/>
                  </a:lnTo>
                  <a:lnTo>
                    <a:pt x="1417" y="2366803"/>
                  </a:lnTo>
                  <a:lnTo>
                    <a:pt x="1417" y="2366555"/>
                  </a:lnTo>
                  <a:lnTo>
                    <a:pt x="1417" y="2366307"/>
                  </a:lnTo>
                  <a:lnTo>
                    <a:pt x="1417" y="2366059"/>
                  </a:lnTo>
                  <a:lnTo>
                    <a:pt x="1417" y="2365811"/>
                  </a:lnTo>
                  <a:lnTo>
                    <a:pt x="1417" y="2365564"/>
                  </a:lnTo>
                  <a:lnTo>
                    <a:pt x="1417" y="2365316"/>
                  </a:lnTo>
                  <a:lnTo>
                    <a:pt x="1417" y="2365068"/>
                  </a:lnTo>
                  <a:lnTo>
                    <a:pt x="1417" y="2364820"/>
                  </a:lnTo>
                  <a:lnTo>
                    <a:pt x="1417" y="2364572"/>
                  </a:lnTo>
                  <a:lnTo>
                    <a:pt x="1417" y="2364324"/>
                  </a:lnTo>
                  <a:lnTo>
                    <a:pt x="1417" y="2364076"/>
                  </a:lnTo>
                  <a:lnTo>
                    <a:pt x="1417" y="2363828"/>
                  </a:lnTo>
                  <a:lnTo>
                    <a:pt x="1417" y="2363580"/>
                  </a:lnTo>
                  <a:lnTo>
                    <a:pt x="1417" y="2363332"/>
                  </a:lnTo>
                  <a:lnTo>
                    <a:pt x="1417" y="2363084"/>
                  </a:lnTo>
                  <a:lnTo>
                    <a:pt x="1417" y="2362836"/>
                  </a:lnTo>
                  <a:lnTo>
                    <a:pt x="1417" y="2362588"/>
                  </a:lnTo>
                  <a:lnTo>
                    <a:pt x="1417" y="2362340"/>
                  </a:lnTo>
                  <a:lnTo>
                    <a:pt x="1417" y="2362092"/>
                  </a:lnTo>
                  <a:lnTo>
                    <a:pt x="1417" y="2361845"/>
                  </a:lnTo>
                  <a:lnTo>
                    <a:pt x="1417" y="2361597"/>
                  </a:lnTo>
                  <a:lnTo>
                    <a:pt x="1417" y="2361349"/>
                  </a:lnTo>
                  <a:lnTo>
                    <a:pt x="1417" y="2361101"/>
                  </a:lnTo>
                  <a:lnTo>
                    <a:pt x="1417" y="2360853"/>
                  </a:lnTo>
                  <a:lnTo>
                    <a:pt x="1417" y="2360605"/>
                  </a:lnTo>
                  <a:lnTo>
                    <a:pt x="1417" y="2360357"/>
                  </a:lnTo>
                  <a:lnTo>
                    <a:pt x="1417" y="2360109"/>
                  </a:lnTo>
                  <a:lnTo>
                    <a:pt x="1417" y="2359861"/>
                  </a:lnTo>
                  <a:lnTo>
                    <a:pt x="1417" y="2359613"/>
                  </a:lnTo>
                  <a:lnTo>
                    <a:pt x="1417" y="2359365"/>
                  </a:lnTo>
                  <a:lnTo>
                    <a:pt x="1417" y="2359117"/>
                  </a:lnTo>
                  <a:lnTo>
                    <a:pt x="1417" y="2358869"/>
                  </a:lnTo>
                  <a:lnTo>
                    <a:pt x="1417" y="2358621"/>
                  </a:lnTo>
                  <a:lnTo>
                    <a:pt x="1417" y="2358373"/>
                  </a:lnTo>
                  <a:lnTo>
                    <a:pt x="1417" y="2358125"/>
                  </a:lnTo>
                  <a:lnTo>
                    <a:pt x="1417" y="2357878"/>
                  </a:lnTo>
                  <a:lnTo>
                    <a:pt x="1417" y="2357630"/>
                  </a:lnTo>
                  <a:lnTo>
                    <a:pt x="1417" y="2357382"/>
                  </a:lnTo>
                  <a:lnTo>
                    <a:pt x="1417" y="2357134"/>
                  </a:lnTo>
                  <a:lnTo>
                    <a:pt x="1417" y="2356886"/>
                  </a:lnTo>
                  <a:lnTo>
                    <a:pt x="1417" y="2356638"/>
                  </a:lnTo>
                  <a:lnTo>
                    <a:pt x="1417" y="2356390"/>
                  </a:lnTo>
                  <a:lnTo>
                    <a:pt x="1417" y="2356142"/>
                  </a:lnTo>
                  <a:lnTo>
                    <a:pt x="1417" y="2355894"/>
                  </a:lnTo>
                  <a:lnTo>
                    <a:pt x="1417" y="2355646"/>
                  </a:lnTo>
                  <a:lnTo>
                    <a:pt x="1417" y="2355398"/>
                  </a:lnTo>
                  <a:lnTo>
                    <a:pt x="1417" y="2355150"/>
                  </a:lnTo>
                  <a:lnTo>
                    <a:pt x="1417" y="2354902"/>
                  </a:lnTo>
                  <a:lnTo>
                    <a:pt x="1417" y="2354654"/>
                  </a:lnTo>
                  <a:lnTo>
                    <a:pt x="1417" y="2354406"/>
                  </a:lnTo>
                  <a:lnTo>
                    <a:pt x="1417" y="2354158"/>
                  </a:lnTo>
                  <a:lnTo>
                    <a:pt x="1417" y="2353911"/>
                  </a:lnTo>
                  <a:lnTo>
                    <a:pt x="1417" y="2353663"/>
                  </a:lnTo>
                  <a:lnTo>
                    <a:pt x="1417" y="2353415"/>
                  </a:lnTo>
                  <a:lnTo>
                    <a:pt x="1417" y="2353167"/>
                  </a:lnTo>
                  <a:lnTo>
                    <a:pt x="1417" y="2352919"/>
                  </a:lnTo>
                  <a:lnTo>
                    <a:pt x="1417" y="2352671"/>
                  </a:lnTo>
                  <a:lnTo>
                    <a:pt x="1417" y="2352423"/>
                  </a:lnTo>
                  <a:lnTo>
                    <a:pt x="1417" y="2352175"/>
                  </a:lnTo>
                  <a:lnTo>
                    <a:pt x="1417" y="2351927"/>
                  </a:lnTo>
                  <a:lnTo>
                    <a:pt x="1417" y="2351679"/>
                  </a:lnTo>
                  <a:lnTo>
                    <a:pt x="1417" y="2351431"/>
                  </a:lnTo>
                  <a:lnTo>
                    <a:pt x="1417" y="2351183"/>
                  </a:lnTo>
                  <a:lnTo>
                    <a:pt x="1417" y="2350935"/>
                  </a:lnTo>
                  <a:lnTo>
                    <a:pt x="1417" y="2350687"/>
                  </a:lnTo>
                  <a:lnTo>
                    <a:pt x="1417" y="2350439"/>
                  </a:lnTo>
                  <a:lnTo>
                    <a:pt x="1417" y="2350191"/>
                  </a:lnTo>
                  <a:lnTo>
                    <a:pt x="1417" y="2349944"/>
                  </a:lnTo>
                  <a:lnTo>
                    <a:pt x="1417" y="2349696"/>
                  </a:lnTo>
                  <a:lnTo>
                    <a:pt x="1417" y="2349448"/>
                  </a:lnTo>
                  <a:lnTo>
                    <a:pt x="1417" y="2349200"/>
                  </a:lnTo>
                  <a:lnTo>
                    <a:pt x="1417" y="2348952"/>
                  </a:lnTo>
                  <a:lnTo>
                    <a:pt x="1417" y="2348704"/>
                  </a:lnTo>
                  <a:lnTo>
                    <a:pt x="1417" y="2348456"/>
                  </a:lnTo>
                  <a:lnTo>
                    <a:pt x="1417" y="2348208"/>
                  </a:lnTo>
                  <a:lnTo>
                    <a:pt x="1417" y="2347960"/>
                  </a:lnTo>
                  <a:lnTo>
                    <a:pt x="1417" y="2347712"/>
                  </a:lnTo>
                  <a:lnTo>
                    <a:pt x="1417" y="2347464"/>
                  </a:lnTo>
                  <a:lnTo>
                    <a:pt x="1417" y="2347216"/>
                  </a:lnTo>
                  <a:lnTo>
                    <a:pt x="1417" y="2346968"/>
                  </a:lnTo>
                  <a:lnTo>
                    <a:pt x="1417" y="2346720"/>
                  </a:lnTo>
                  <a:lnTo>
                    <a:pt x="1417" y="2346472"/>
                  </a:lnTo>
                  <a:lnTo>
                    <a:pt x="1417" y="2346224"/>
                  </a:lnTo>
                  <a:lnTo>
                    <a:pt x="1417" y="2345977"/>
                  </a:lnTo>
                  <a:lnTo>
                    <a:pt x="1417" y="2345729"/>
                  </a:lnTo>
                  <a:lnTo>
                    <a:pt x="1417" y="2345481"/>
                  </a:lnTo>
                  <a:lnTo>
                    <a:pt x="1417" y="2345233"/>
                  </a:lnTo>
                  <a:lnTo>
                    <a:pt x="1417" y="2344985"/>
                  </a:lnTo>
                  <a:lnTo>
                    <a:pt x="1417" y="2344737"/>
                  </a:lnTo>
                  <a:lnTo>
                    <a:pt x="1417" y="2344489"/>
                  </a:lnTo>
                  <a:lnTo>
                    <a:pt x="1417" y="2344241"/>
                  </a:lnTo>
                  <a:lnTo>
                    <a:pt x="1417" y="2343993"/>
                  </a:lnTo>
                  <a:lnTo>
                    <a:pt x="1417" y="2343745"/>
                  </a:lnTo>
                  <a:lnTo>
                    <a:pt x="1417" y="2343497"/>
                  </a:lnTo>
                  <a:lnTo>
                    <a:pt x="1417" y="2343249"/>
                  </a:lnTo>
                  <a:lnTo>
                    <a:pt x="1417" y="2343001"/>
                  </a:lnTo>
                  <a:lnTo>
                    <a:pt x="1417" y="2342753"/>
                  </a:lnTo>
                  <a:lnTo>
                    <a:pt x="1417" y="2342505"/>
                  </a:lnTo>
                  <a:lnTo>
                    <a:pt x="1417" y="2342258"/>
                  </a:lnTo>
                  <a:lnTo>
                    <a:pt x="1417" y="2342010"/>
                  </a:lnTo>
                  <a:lnTo>
                    <a:pt x="1417" y="2341762"/>
                  </a:lnTo>
                  <a:lnTo>
                    <a:pt x="1417" y="2341514"/>
                  </a:lnTo>
                  <a:lnTo>
                    <a:pt x="1417" y="2341266"/>
                  </a:lnTo>
                  <a:lnTo>
                    <a:pt x="1417" y="2341018"/>
                  </a:lnTo>
                  <a:lnTo>
                    <a:pt x="1417" y="2340770"/>
                  </a:lnTo>
                  <a:lnTo>
                    <a:pt x="1417" y="2340522"/>
                  </a:lnTo>
                  <a:lnTo>
                    <a:pt x="1417" y="2340274"/>
                  </a:lnTo>
                  <a:lnTo>
                    <a:pt x="1417" y="2340026"/>
                  </a:lnTo>
                  <a:lnTo>
                    <a:pt x="1417" y="2339778"/>
                  </a:lnTo>
                  <a:lnTo>
                    <a:pt x="1417" y="2339530"/>
                  </a:lnTo>
                  <a:lnTo>
                    <a:pt x="1417" y="2339282"/>
                  </a:lnTo>
                  <a:lnTo>
                    <a:pt x="1417" y="2339034"/>
                  </a:lnTo>
                  <a:lnTo>
                    <a:pt x="1417" y="2338786"/>
                  </a:lnTo>
                  <a:lnTo>
                    <a:pt x="1417" y="2338538"/>
                  </a:lnTo>
                  <a:lnTo>
                    <a:pt x="1417" y="2338291"/>
                  </a:lnTo>
                  <a:lnTo>
                    <a:pt x="1417" y="2338043"/>
                  </a:lnTo>
                  <a:lnTo>
                    <a:pt x="1417" y="2337795"/>
                  </a:lnTo>
                  <a:lnTo>
                    <a:pt x="1417" y="2337547"/>
                  </a:lnTo>
                  <a:lnTo>
                    <a:pt x="1417" y="2337299"/>
                  </a:lnTo>
                  <a:lnTo>
                    <a:pt x="1417" y="2337051"/>
                  </a:lnTo>
                  <a:lnTo>
                    <a:pt x="1417" y="2336803"/>
                  </a:lnTo>
                  <a:lnTo>
                    <a:pt x="1417" y="2336555"/>
                  </a:lnTo>
                  <a:lnTo>
                    <a:pt x="1417" y="2336307"/>
                  </a:lnTo>
                  <a:lnTo>
                    <a:pt x="1417" y="2336059"/>
                  </a:lnTo>
                  <a:lnTo>
                    <a:pt x="1417" y="2335811"/>
                  </a:lnTo>
                  <a:lnTo>
                    <a:pt x="1417" y="2335563"/>
                  </a:lnTo>
                  <a:lnTo>
                    <a:pt x="1417" y="2335315"/>
                  </a:lnTo>
                  <a:lnTo>
                    <a:pt x="1417" y="2335067"/>
                  </a:lnTo>
                  <a:lnTo>
                    <a:pt x="1417" y="2334819"/>
                  </a:lnTo>
                  <a:lnTo>
                    <a:pt x="1417" y="2334571"/>
                  </a:lnTo>
                  <a:lnTo>
                    <a:pt x="1417" y="2334324"/>
                  </a:lnTo>
                  <a:lnTo>
                    <a:pt x="1417" y="2334076"/>
                  </a:lnTo>
                  <a:lnTo>
                    <a:pt x="1417" y="2333828"/>
                  </a:lnTo>
                  <a:lnTo>
                    <a:pt x="1417" y="2333580"/>
                  </a:lnTo>
                  <a:lnTo>
                    <a:pt x="1417" y="2333332"/>
                  </a:lnTo>
                  <a:lnTo>
                    <a:pt x="1417" y="2333084"/>
                  </a:lnTo>
                  <a:lnTo>
                    <a:pt x="1417" y="2332836"/>
                  </a:lnTo>
                  <a:lnTo>
                    <a:pt x="1417" y="2332588"/>
                  </a:lnTo>
                  <a:lnTo>
                    <a:pt x="1417" y="2332340"/>
                  </a:lnTo>
                  <a:lnTo>
                    <a:pt x="1417" y="2332092"/>
                  </a:lnTo>
                  <a:lnTo>
                    <a:pt x="1417" y="2331844"/>
                  </a:lnTo>
                  <a:lnTo>
                    <a:pt x="1417" y="2331596"/>
                  </a:lnTo>
                  <a:lnTo>
                    <a:pt x="1417" y="2331348"/>
                  </a:lnTo>
                  <a:lnTo>
                    <a:pt x="1417" y="2331100"/>
                  </a:lnTo>
                  <a:lnTo>
                    <a:pt x="1417" y="2330852"/>
                  </a:lnTo>
                  <a:lnTo>
                    <a:pt x="1417" y="2330604"/>
                  </a:lnTo>
                  <a:lnTo>
                    <a:pt x="1417" y="2330357"/>
                  </a:lnTo>
                  <a:lnTo>
                    <a:pt x="1417" y="2330109"/>
                  </a:lnTo>
                  <a:lnTo>
                    <a:pt x="1417" y="2329861"/>
                  </a:lnTo>
                  <a:lnTo>
                    <a:pt x="1417" y="2329613"/>
                  </a:lnTo>
                  <a:lnTo>
                    <a:pt x="1417" y="2329365"/>
                  </a:lnTo>
                  <a:lnTo>
                    <a:pt x="1417" y="2329117"/>
                  </a:lnTo>
                  <a:lnTo>
                    <a:pt x="1417" y="2328869"/>
                  </a:lnTo>
                  <a:lnTo>
                    <a:pt x="1417" y="2328621"/>
                  </a:lnTo>
                  <a:lnTo>
                    <a:pt x="1417" y="2328373"/>
                  </a:lnTo>
                  <a:lnTo>
                    <a:pt x="1417" y="2328125"/>
                  </a:lnTo>
                  <a:lnTo>
                    <a:pt x="1417" y="2327877"/>
                  </a:lnTo>
                  <a:lnTo>
                    <a:pt x="1417" y="2327629"/>
                  </a:lnTo>
                  <a:lnTo>
                    <a:pt x="1417" y="2327381"/>
                  </a:lnTo>
                  <a:lnTo>
                    <a:pt x="1417" y="2327133"/>
                  </a:lnTo>
                  <a:lnTo>
                    <a:pt x="1417" y="2326885"/>
                  </a:lnTo>
                  <a:lnTo>
                    <a:pt x="1417" y="2326637"/>
                  </a:lnTo>
                  <a:lnTo>
                    <a:pt x="1417" y="2326390"/>
                  </a:lnTo>
                  <a:lnTo>
                    <a:pt x="1417" y="2326142"/>
                  </a:lnTo>
                  <a:lnTo>
                    <a:pt x="1417" y="2325894"/>
                  </a:lnTo>
                  <a:lnTo>
                    <a:pt x="1417" y="2325646"/>
                  </a:lnTo>
                  <a:lnTo>
                    <a:pt x="1417" y="2325398"/>
                  </a:lnTo>
                  <a:lnTo>
                    <a:pt x="1417" y="2325150"/>
                  </a:lnTo>
                  <a:lnTo>
                    <a:pt x="1417" y="2324902"/>
                  </a:lnTo>
                  <a:lnTo>
                    <a:pt x="1417" y="2324654"/>
                  </a:lnTo>
                  <a:lnTo>
                    <a:pt x="1417" y="2324406"/>
                  </a:lnTo>
                  <a:lnTo>
                    <a:pt x="1417" y="2324158"/>
                  </a:lnTo>
                  <a:lnTo>
                    <a:pt x="1417" y="2323910"/>
                  </a:lnTo>
                  <a:lnTo>
                    <a:pt x="1417" y="2323662"/>
                  </a:lnTo>
                  <a:lnTo>
                    <a:pt x="1417" y="2323414"/>
                  </a:lnTo>
                  <a:lnTo>
                    <a:pt x="1417" y="2323166"/>
                  </a:lnTo>
                  <a:lnTo>
                    <a:pt x="1417" y="2322918"/>
                  </a:lnTo>
                  <a:lnTo>
                    <a:pt x="1417" y="2322671"/>
                  </a:lnTo>
                  <a:lnTo>
                    <a:pt x="1417" y="2322423"/>
                  </a:lnTo>
                  <a:lnTo>
                    <a:pt x="1417" y="2322175"/>
                  </a:lnTo>
                  <a:lnTo>
                    <a:pt x="1417" y="2321927"/>
                  </a:lnTo>
                  <a:lnTo>
                    <a:pt x="1417" y="2321679"/>
                  </a:lnTo>
                  <a:lnTo>
                    <a:pt x="1417" y="2321431"/>
                  </a:lnTo>
                  <a:lnTo>
                    <a:pt x="1417" y="2321183"/>
                  </a:lnTo>
                  <a:lnTo>
                    <a:pt x="1417" y="2320935"/>
                  </a:lnTo>
                  <a:lnTo>
                    <a:pt x="1417" y="2320687"/>
                  </a:lnTo>
                  <a:lnTo>
                    <a:pt x="1417" y="2320439"/>
                  </a:lnTo>
                  <a:lnTo>
                    <a:pt x="1417" y="2320191"/>
                  </a:lnTo>
                  <a:lnTo>
                    <a:pt x="1417" y="2319943"/>
                  </a:lnTo>
                  <a:lnTo>
                    <a:pt x="1417" y="2319695"/>
                  </a:lnTo>
                  <a:lnTo>
                    <a:pt x="1417" y="2319447"/>
                  </a:lnTo>
                  <a:lnTo>
                    <a:pt x="1417" y="2319199"/>
                  </a:lnTo>
                  <a:lnTo>
                    <a:pt x="1417" y="2318951"/>
                  </a:lnTo>
                  <a:lnTo>
                    <a:pt x="1417" y="2318704"/>
                  </a:lnTo>
                  <a:lnTo>
                    <a:pt x="1417" y="2318456"/>
                  </a:lnTo>
                  <a:lnTo>
                    <a:pt x="1417" y="2318208"/>
                  </a:lnTo>
                  <a:lnTo>
                    <a:pt x="1417" y="2317960"/>
                  </a:lnTo>
                  <a:lnTo>
                    <a:pt x="1417" y="2317712"/>
                  </a:lnTo>
                  <a:lnTo>
                    <a:pt x="1417" y="2317464"/>
                  </a:lnTo>
                  <a:lnTo>
                    <a:pt x="1417" y="2317216"/>
                  </a:lnTo>
                  <a:lnTo>
                    <a:pt x="1417" y="2316968"/>
                  </a:lnTo>
                  <a:lnTo>
                    <a:pt x="1417" y="2316720"/>
                  </a:lnTo>
                  <a:lnTo>
                    <a:pt x="1417" y="2316472"/>
                  </a:lnTo>
                  <a:lnTo>
                    <a:pt x="1417" y="2316224"/>
                  </a:lnTo>
                  <a:lnTo>
                    <a:pt x="1417" y="2315976"/>
                  </a:lnTo>
                  <a:lnTo>
                    <a:pt x="1417" y="2315728"/>
                  </a:lnTo>
                  <a:lnTo>
                    <a:pt x="1417" y="2315480"/>
                  </a:lnTo>
                  <a:lnTo>
                    <a:pt x="1417" y="2315232"/>
                  </a:lnTo>
                  <a:lnTo>
                    <a:pt x="1417" y="2314984"/>
                  </a:lnTo>
                  <a:lnTo>
                    <a:pt x="1417" y="2314737"/>
                  </a:lnTo>
                  <a:lnTo>
                    <a:pt x="1417" y="2314489"/>
                  </a:lnTo>
                  <a:lnTo>
                    <a:pt x="1417" y="2314241"/>
                  </a:lnTo>
                  <a:lnTo>
                    <a:pt x="1417" y="2313993"/>
                  </a:lnTo>
                  <a:lnTo>
                    <a:pt x="1417" y="2313745"/>
                  </a:lnTo>
                  <a:lnTo>
                    <a:pt x="1417" y="2313497"/>
                  </a:lnTo>
                  <a:lnTo>
                    <a:pt x="1417" y="2313249"/>
                  </a:lnTo>
                  <a:lnTo>
                    <a:pt x="1417" y="2313001"/>
                  </a:lnTo>
                  <a:lnTo>
                    <a:pt x="1417" y="2312753"/>
                  </a:lnTo>
                  <a:lnTo>
                    <a:pt x="1417" y="2312505"/>
                  </a:lnTo>
                  <a:lnTo>
                    <a:pt x="1417" y="2312257"/>
                  </a:lnTo>
                  <a:lnTo>
                    <a:pt x="1417" y="2312009"/>
                  </a:lnTo>
                  <a:lnTo>
                    <a:pt x="1417" y="2311761"/>
                  </a:lnTo>
                  <a:lnTo>
                    <a:pt x="1417" y="2311513"/>
                  </a:lnTo>
                  <a:lnTo>
                    <a:pt x="1417" y="2311265"/>
                  </a:lnTo>
                  <a:lnTo>
                    <a:pt x="1417" y="2311017"/>
                  </a:lnTo>
                  <a:lnTo>
                    <a:pt x="1417" y="2310770"/>
                  </a:lnTo>
                  <a:lnTo>
                    <a:pt x="1417" y="2310522"/>
                  </a:lnTo>
                  <a:lnTo>
                    <a:pt x="1417" y="2310274"/>
                  </a:lnTo>
                  <a:lnTo>
                    <a:pt x="1417" y="2310026"/>
                  </a:lnTo>
                  <a:lnTo>
                    <a:pt x="1417" y="2309778"/>
                  </a:lnTo>
                  <a:lnTo>
                    <a:pt x="1417" y="2309530"/>
                  </a:lnTo>
                  <a:lnTo>
                    <a:pt x="1417" y="2309282"/>
                  </a:lnTo>
                  <a:lnTo>
                    <a:pt x="1417" y="2309034"/>
                  </a:lnTo>
                  <a:lnTo>
                    <a:pt x="1417" y="2308786"/>
                  </a:lnTo>
                  <a:lnTo>
                    <a:pt x="1417" y="2308538"/>
                  </a:lnTo>
                  <a:lnTo>
                    <a:pt x="1417" y="2308290"/>
                  </a:lnTo>
                  <a:lnTo>
                    <a:pt x="1417" y="2308042"/>
                  </a:lnTo>
                  <a:lnTo>
                    <a:pt x="1417" y="2307794"/>
                  </a:lnTo>
                  <a:lnTo>
                    <a:pt x="1417" y="2307546"/>
                  </a:lnTo>
                  <a:lnTo>
                    <a:pt x="1417" y="2307298"/>
                  </a:lnTo>
                  <a:lnTo>
                    <a:pt x="1417" y="2307050"/>
                  </a:lnTo>
                  <a:lnTo>
                    <a:pt x="1417" y="2306803"/>
                  </a:lnTo>
                  <a:lnTo>
                    <a:pt x="1417" y="2306555"/>
                  </a:lnTo>
                  <a:lnTo>
                    <a:pt x="1417" y="2306307"/>
                  </a:lnTo>
                  <a:lnTo>
                    <a:pt x="1417" y="2306059"/>
                  </a:lnTo>
                  <a:lnTo>
                    <a:pt x="1417" y="2305811"/>
                  </a:lnTo>
                  <a:lnTo>
                    <a:pt x="1417" y="2305563"/>
                  </a:lnTo>
                  <a:lnTo>
                    <a:pt x="1417" y="2305315"/>
                  </a:lnTo>
                  <a:lnTo>
                    <a:pt x="1417" y="2305067"/>
                  </a:lnTo>
                  <a:lnTo>
                    <a:pt x="1417" y="2304819"/>
                  </a:lnTo>
                  <a:lnTo>
                    <a:pt x="1417" y="2304571"/>
                  </a:lnTo>
                  <a:lnTo>
                    <a:pt x="1417" y="2304323"/>
                  </a:lnTo>
                  <a:lnTo>
                    <a:pt x="1417" y="2304075"/>
                  </a:lnTo>
                  <a:lnTo>
                    <a:pt x="1417" y="2303827"/>
                  </a:lnTo>
                  <a:lnTo>
                    <a:pt x="1417" y="2303579"/>
                  </a:lnTo>
                  <a:lnTo>
                    <a:pt x="1417" y="2303331"/>
                  </a:lnTo>
                  <a:lnTo>
                    <a:pt x="1417" y="2303084"/>
                  </a:lnTo>
                  <a:lnTo>
                    <a:pt x="1417" y="2302836"/>
                  </a:lnTo>
                  <a:lnTo>
                    <a:pt x="1417" y="2302588"/>
                  </a:lnTo>
                  <a:lnTo>
                    <a:pt x="1417" y="2302340"/>
                  </a:lnTo>
                  <a:lnTo>
                    <a:pt x="1417" y="2302092"/>
                  </a:lnTo>
                  <a:lnTo>
                    <a:pt x="1417" y="2301844"/>
                  </a:lnTo>
                  <a:lnTo>
                    <a:pt x="1417" y="2301596"/>
                  </a:lnTo>
                  <a:lnTo>
                    <a:pt x="1417" y="2301348"/>
                  </a:lnTo>
                  <a:lnTo>
                    <a:pt x="1417" y="2301100"/>
                  </a:lnTo>
                  <a:lnTo>
                    <a:pt x="1417" y="2300852"/>
                  </a:lnTo>
                  <a:lnTo>
                    <a:pt x="1417" y="2300604"/>
                  </a:lnTo>
                  <a:lnTo>
                    <a:pt x="1417" y="2300356"/>
                  </a:lnTo>
                  <a:lnTo>
                    <a:pt x="1417" y="2300108"/>
                  </a:lnTo>
                  <a:lnTo>
                    <a:pt x="1417" y="2299860"/>
                  </a:lnTo>
                  <a:lnTo>
                    <a:pt x="1417" y="2299612"/>
                  </a:lnTo>
                  <a:lnTo>
                    <a:pt x="1417" y="2299364"/>
                  </a:lnTo>
                  <a:lnTo>
                    <a:pt x="1417" y="2299117"/>
                  </a:lnTo>
                  <a:lnTo>
                    <a:pt x="1417" y="2298869"/>
                  </a:lnTo>
                  <a:lnTo>
                    <a:pt x="1417" y="2298621"/>
                  </a:lnTo>
                  <a:lnTo>
                    <a:pt x="1417" y="2298373"/>
                  </a:lnTo>
                  <a:lnTo>
                    <a:pt x="1417" y="2298125"/>
                  </a:lnTo>
                  <a:lnTo>
                    <a:pt x="1417" y="2297877"/>
                  </a:lnTo>
                  <a:lnTo>
                    <a:pt x="1417" y="2297629"/>
                  </a:lnTo>
                  <a:lnTo>
                    <a:pt x="1417" y="2297381"/>
                  </a:lnTo>
                  <a:lnTo>
                    <a:pt x="1417" y="2297133"/>
                  </a:lnTo>
                  <a:lnTo>
                    <a:pt x="1417" y="2296885"/>
                  </a:lnTo>
                  <a:lnTo>
                    <a:pt x="1417" y="2296637"/>
                  </a:lnTo>
                  <a:lnTo>
                    <a:pt x="1417" y="2296389"/>
                  </a:lnTo>
                  <a:lnTo>
                    <a:pt x="1417" y="2296141"/>
                  </a:lnTo>
                  <a:lnTo>
                    <a:pt x="1417" y="2295893"/>
                  </a:lnTo>
                  <a:lnTo>
                    <a:pt x="1417" y="2295645"/>
                  </a:lnTo>
                  <a:lnTo>
                    <a:pt x="1417" y="2295397"/>
                  </a:lnTo>
                  <a:lnTo>
                    <a:pt x="1417" y="2295150"/>
                  </a:lnTo>
                  <a:lnTo>
                    <a:pt x="1417" y="2294902"/>
                  </a:lnTo>
                  <a:lnTo>
                    <a:pt x="1417" y="2294654"/>
                  </a:lnTo>
                  <a:lnTo>
                    <a:pt x="1417" y="2294406"/>
                  </a:lnTo>
                  <a:lnTo>
                    <a:pt x="1417" y="2294158"/>
                  </a:lnTo>
                  <a:lnTo>
                    <a:pt x="1417" y="2293910"/>
                  </a:lnTo>
                  <a:lnTo>
                    <a:pt x="1417" y="2293662"/>
                  </a:lnTo>
                  <a:lnTo>
                    <a:pt x="1417" y="2293414"/>
                  </a:lnTo>
                  <a:lnTo>
                    <a:pt x="1417" y="2293166"/>
                  </a:lnTo>
                  <a:lnTo>
                    <a:pt x="1417" y="2292918"/>
                  </a:lnTo>
                  <a:lnTo>
                    <a:pt x="1417" y="2292670"/>
                  </a:lnTo>
                  <a:lnTo>
                    <a:pt x="1417" y="2292422"/>
                  </a:lnTo>
                  <a:lnTo>
                    <a:pt x="1417" y="2292174"/>
                  </a:lnTo>
                  <a:lnTo>
                    <a:pt x="1417" y="2291926"/>
                  </a:lnTo>
                  <a:lnTo>
                    <a:pt x="1417" y="2291678"/>
                  </a:lnTo>
                  <a:lnTo>
                    <a:pt x="1417" y="2291430"/>
                  </a:lnTo>
                  <a:lnTo>
                    <a:pt x="1417" y="2291183"/>
                  </a:lnTo>
                  <a:lnTo>
                    <a:pt x="1417" y="2290935"/>
                  </a:lnTo>
                  <a:lnTo>
                    <a:pt x="1417" y="2290687"/>
                  </a:lnTo>
                  <a:lnTo>
                    <a:pt x="1417" y="2290439"/>
                  </a:lnTo>
                  <a:lnTo>
                    <a:pt x="1417" y="2290191"/>
                  </a:lnTo>
                  <a:lnTo>
                    <a:pt x="1417" y="2289943"/>
                  </a:lnTo>
                  <a:lnTo>
                    <a:pt x="1417" y="2289695"/>
                  </a:lnTo>
                  <a:lnTo>
                    <a:pt x="1417" y="2289447"/>
                  </a:lnTo>
                  <a:lnTo>
                    <a:pt x="1417" y="2289199"/>
                  </a:lnTo>
                  <a:lnTo>
                    <a:pt x="1417" y="2288951"/>
                  </a:lnTo>
                  <a:lnTo>
                    <a:pt x="1417" y="2288703"/>
                  </a:lnTo>
                  <a:lnTo>
                    <a:pt x="1417" y="2288455"/>
                  </a:lnTo>
                  <a:lnTo>
                    <a:pt x="1417" y="2288207"/>
                  </a:lnTo>
                  <a:lnTo>
                    <a:pt x="1417" y="2287959"/>
                  </a:lnTo>
                  <a:lnTo>
                    <a:pt x="1417" y="2287711"/>
                  </a:lnTo>
                  <a:lnTo>
                    <a:pt x="1417" y="2287463"/>
                  </a:lnTo>
                  <a:lnTo>
                    <a:pt x="1417" y="2287216"/>
                  </a:lnTo>
                  <a:lnTo>
                    <a:pt x="1417" y="2286968"/>
                  </a:lnTo>
                  <a:lnTo>
                    <a:pt x="1417" y="2286720"/>
                  </a:lnTo>
                  <a:lnTo>
                    <a:pt x="1417" y="2286472"/>
                  </a:lnTo>
                  <a:lnTo>
                    <a:pt x="1417" y="2286224"/>
                  </a:lnTo>
                  <a:lnTo>
                    <a:pt x="1417" y="2285976"/>
                  </a:lnTo>
                  <a:lnTo>
                    <a:pt x="1417" y="2285728"/>
                  </a:lnTo>
                  <a:lnTo>
                    <a:pt x="1417" y="2285480"/>
                  </a:lnTo>
                  <a:lnTo>
                    <a:pt x="1417" y="2285232"/>
                  </a:lnTo>
                  <a:lnTo>
                    <a:pt x="1417" y="2284984"/>
                  </a:lnTo>
                  <a:lnTo>
                    <a:pt x="1417" y="2284736"/>
                  </a:lnTo>
                  <a:lnTo>
                    <a:pt x="1417" y="2284488"/>
                  </a:lnTo>
                  <a:lnTo>
                    <a:pt x="1417" y="2284240"/>
                  </a:lnTo>
                  <a:lnTo>
                    <a:pt x="1417" y="2283992"/>
                  </a:lnTo>
                  <a:lnTo>
                    <a:pt x="1417" y="2283744"/>
                  </a:lnTo>
                  <a:lnTo>
                    <a:pt x="1417" y="2283497"/>
                  </a:lnTo>
                  <a:lnTo>
                    <a:pt x="1417" y="2283249"/>
                  </a:lnTo>
                  <a:lnTo>
                    <a:pt x="1417" y="2283001"/>
                  </a:lnTo>
                  <a:lnTo>
                    <a:pt x="1417" y="2282753"/>
                  </a:lnTo>
                  <a:lnTo>
                    <a:pt x="1417" y="2282505"/>
                  </a:lnTo>
                  <a:lnTo>
                    <a:pt x="1417" y="2282257"/>
                  </a:lnTo>
                  <a:lnTo>
                    <a:pt x="1417" y="2282009"/>
                  </a:lnTo>
                  <a:lnTo>
                    <a:pt x="1417" y="2281761"/>
                  </a:lnTo>
                  <a:lnTo>
                    <a:pt x="1417" y="2281513"/>
                  </a:lnTo>
                  <a:lnTo>
                    <a:pt x="1417" y="2281265"/>
                  </a:lnTo>
                  <a:lnTo>
                    <a:pt x="1417" y="2281017"/>
                  </a:lnTo>
                  <a:lnTo>
                    <a:pt x="1417" y="2280769"/>
                  </a:lnTo>
                  <a:lnTo>
                    <a:pt x="1417" y="2280521"/>
                  </a:lnTo>
                  <a:lnTo>
                    <a:pt x="1417" y="2280273"/>
                  </a:lnTo>
                  <a:lnTo>
                    <a:pt x="1417" y="2280025"/>
                  </a:lnTo>
                  <a:lnTo>
                    <a:pt x="1417" y="2279777"/>
                  </a:lnTo>
                  <a:lnTo>
                    <a:pt x="1417" y="2279530"/>
                  </a:lnTo>
                  <a:lnTo>
                    <a:pt x="1417" y="2279282"/>
                  </a:lnTo>
                  <a:lnTo>
                    <a:pt x="1417" y="2279034"/>
                  </a:lnTo>
                  <a:lnTo>
                    <a:pt x="1417" y="2278786"/>
                  </a:lnTo>
                  <a:lnTo>
                    <a:pt x="1417" y="2278538"/>
                  </a:lnTo>
                  <a:lnTo>
                    <a:pt x="1417" y="2278290"/>
                  </a:lnTo>
                  <a:lnTo>
                    <a:pt x="1417" y="2278042"/>
                  </a:lnTo>
                  <a:lnTo>
                    <a:pt x="1417" y="2277794"/>
                  </a:lnTo>
                  <a:lnTo>
                    <a:pt x="1417" y="2277546"/>
                  </a:lnTo>
                  <a:lnTo>
                    <a:pt x="1417" y="2277298"/>
                  </a:lnTo>
                  <a:lnTo>
                    <a:pt x="1417" y="2277050"/>
                  </a:lnTo>
                  <a:lnTo>
                    <a:pt x="1417" y="2276802"/>
                  </a:lnTo>
                  <a:lnTo>
                    <a:pt x="2126" y="2276802"/>
                  </a:lnTo>
                  <a:lnTo>
                    <a:pt x="2126" y="2276554"/>
                  </a:lnTo>
                  <a:lnTo>
                    <a:pt x="2126" y="2276306"/>
                  </a:lnTo>
                  <a:lnTo>
                    <a:pt x="2126" y="2276058"/>
                  </a:lnTo>
                  <a:lnTo>
                    <a:pt x="2126" y="2275810"/>
                  </a:lnTo>
                  <a:lnTo>
                    <a:pt x="2126" y="2275563"/>
                  </a:lnTo>
                  <a:lnTo>
                    <a:pt x="2126" y="2275315"/>
                  </a:lnTo>
                  <a:lnTo>
                    <a:pt x="2126" y="2275067"/>
                  </a:lnTo>
                  <a:lnTo>
                    <a:pt x="2126" y="2274819"/>
                  </a:lnTo>
                  <a:lnTo>
                    <a:pt x="2126" y="2274571"/>
                  </a:lnTo>
                  <a:lnTo>
                    <a:pt x="2126" y="2274323"/>
                  </a:lnTo>
                  <a:lnTo>
                    <a:pt x="2126" y="2274075"/>
                  </a:lnTo>
                  <a:lnTo>
                    <a:pt x="2126" y="2273827"/>
                  </a:lnTo>
                  <a:lnTo>
                    <a:pt x="2126" y="2273579"/>
                  </a:lnTo>
                  <a:lnTo>
                    <a:pt x="2126" y="2273331"/>
                  </a:lnTo>
                  <a:lnTo>
                    <a:pt x="2126" y="2273083"/>
                  </a:lnTo>
                  <a:lnTo>
                    <a:pt x="2126" y="2272835"/>
                  </a:lnTo>
                  <a:lnTo>
                    <a:pt x="2126" y="2272587"/>
                  </a:lnTo>
                  <a:lnTo>
                    <a:pt x="2126" y="2272339"/>
                  </a:lnTo>
                  <a:lnTo>
                    <a:pt x="2126" y="2272091"/>
                  </a:lnTo>
                  <a:lnTo>
                    <a:pt x="2126" y="2271843"/>
                  </a:lnTo>
                  <a:lnTo>
                    <a:pt x="2126" y="2271596"/>
                  </a:lnTo>
                  <a:lnTo>
                    <a:pt x="2126" y="2271348"/>
                  </a:lnTo>
                  <a:lnTo>
                    <a:pt x="2126" y="2271100"/>
                  </a:lnTo>
                  <a:lnTo>
                    <a:pt x="2126" y="2270852"/>
                  </a:lnTo>
                  <a:lnTo>
                    <a:pt x="2126" y="2270604"/>
                  </a:lnTo>
                  <a:lnTo>
                    <a:pt x="2126" y="2270356"/>
                  </a:lnTo>
                  <a:lnTo>
                    <a:pt x="2126" y="2270108"/>
                  </a:lnTo>
                  <a:lnTo>
                    <a:pt x="2126" y="2269860"/>
                  </a:lnTo>
                  <a:lnTo>
                    <a:pt x="2126" y="2269612"/>
                  </a:lnTo>
                  <a:lnTo>
                    <a:pt x="2126" y="2269364"/>
                  </a:lnTo>
                  <a:lnTo>
                    <a:pt x="2126" y="2269116"/>
                  </a:lnTo>
                  <a:lnTo>
                    <a:pt x="2126" y="2268868"/>
                  </a:lnTo>
                  <a:lnTo>
                    <a:pt x="2126" y="2268620"/>
                  </a:lnTo>
                  <a:lnTo>
                    <a:pt x="2126" y="2268372"/>
                  </a:lnTo>
                  <a:lnTo>
                    <a:pt x="2126" y="2268124"/>
                  </a:lnTo>
                  <a:lnTo>
                    <a:pt x="2126" y="2267876"/>
                  </a:lnTo>
                  <a:lnTo>
                    <a:pt x="2126" y="2267629"/>
                  </a:lnTo>
                  <a:lnTo>
                    <a:pt x="2126" y="2267381"/>
                  </a:lnTo>
                  <a:lnTo>
                    <a:pt x="2126" y="2267133"/>
                  </a:lnTo>
                  <a:lnTo>
                    <a:pt x="2126" y="2266885"/>
                  </a:lnTo>
                  <a:lnTo>
                    <a:pt x="2126" y="2266637"/>
                  </a:lnTo>
                  <a:lnTo>
                    <a:pt x="2126" y="2266389"/>
                  </a:lnTo>
                  <a:lnTo>
                    <a:pt x="2126" y="2266141"/>
                  </a:lnTo>
                  <a:lnTo>
                    <a:pt x="2126" y="2265893"/>
                  </a:lnTo>
                  <a:lnTo>
                    <a:pt x="2126" y="2265645"/>
                  </a:lnTo>
                  <a:lnTo>
                    <a:pt x="2126" y="2265397"/>
                  </a:lnTo>
                  <a:lnTo>
                    <a:pt x="2126" y="2265149"/>
                  </a:lnTo>
                  <a:lnTo>
                    <a:pt x="2126" y="2264901"/>
                  </a:lnTo>
                  <a:lnTo>
                    <a:pt x="2126" y="2264653"/>
                  </a:lnTo>
                  <a:lnTo>
                    <a:pt x="2126" y="2264405"/>
                  </a:lnTo>
                  <a:lnTo>
                    <a:pt x="2126" y="2264157"/>
                  </a:lnTo>
                  <a:lnTo>
                    <a:pt x="2126" y="2263910"/>
                  </a:lnTo>
                  <a:lnTo>
                    <a:pt x="2126" y="2263662"/>
                  </a:lnTo>
                  <a:lnTo>
                    <a:pt x="2126" y="2263414"/>
                  </a:lnTo>
                  <a:lnTo>
                    <a:pt x="2126" y="2263166"/>
                  </a:lnTo>
                  <a:lnTo>
                    <a:pt x="2126" y="2262918"/>
                  </a:lnTo>
                  <a:lnTo>
                    <a:pt x="2126" y="2262670"/>
                  </a:lnTo>
                  <a:lnTo>
                    <a:pt x="2126" y="2262422"/>
                  </a:lnTo>
                  <a:lnTo>
                    <a:pt x="2126" y="2262174"/>
                  </a:lnTo>
                  <a:lnTo>
                    <a:pt x="2126" y="2261926"/>
                  </a:lnTo>
                  <a:lnTo>
                    <a:pt x="2126" y="2261678"/>
                  </a:lnTo>
                  <a:lnTo>
                    <a:pt x="2126" y="2261430"/>
                  </a:lnTo>
                  <a:lnTo>
                    <a:pt x="2126" y="2261182"/>
                  </a:lnTo>
                  <a:lnTo>
                    <a:pt x="2126" y="2260934"/>
                  </a:lnTo>
                  <a:lnTo>
                    <a:pt x="2126" y="2260686"/>
                  </a:lnTo>
                  <a:lnTo>
                    <a:pt x="2126" y="2260438"/>
                  </a:lnTo>
                  <a:lnTo>
                    <a:pt x="2126" y="2260190"/>
                  </a:lnTo>
                  <a:lnTo>
                    <a:pt x="2126" y="2259943"/>
                  </a:lnTo>
                  <a:lnTo>
                    <a:pt x="2126" y="2259695"/>
                  </a:lnTo>
                  <a:lnTo>
                    <a:pt x="2126" y="2259447"/>
                  </a:lnTo>
                  <a:lnTo>
                    <a:pt x="2126" y="2259199"/>
                  </a:lnTo>
                  <a:lnTo>
                    <a:pt x="2126" y="2258951"/>
                  </a:lnTo>
                  <a:lnTo>
                    <a:pt x="2126" y="2258703"/>
                  </a:lnTo>
                  <a:lnTo>
                    <a:pt x="2126" y="2258455"/>
                  </a:lnTo>
                  <a:lnTo>
                    <a:pt x="2126" y="2258207"/>
                  </a:lnTo>
                  <a:lnTo>
                    <a:pt x="2126" y="2257959"/>
                  </a:lnTo>
                  <a:lnTo>
                    <a:pt x="2126" y="2257711"/>
                  </a:lnTo>
                  <a:lnTo>
                    <a:pt x="2126" y="2257463"/>
                  </a:lnTo>
                  <a:lnTo>
                    <a:pt x="2126" y="2257215"/>
                  </a:lnTo>
                  <a:lnTo>
                    <a:pt x="2126" y="2256967"/>
                  </a:lnTo>
                  <a:lnTo>
                    <a:pt x="2126" y="2256719"/>
                  </a:lnTo>
                  <a:lnTo>
                    <a:pt x="2126" y="2256471"/>
                  </a:lnTo>
                  <a:lnTo>
                    <a:pt x="2126" y="2256223"/>
                  </a:lnTo>
                  <a:lnTo>
                    <a:pt x="2126" y="2255976"/>
                  </a:lnTo>
                  <a:lnTo>
                    <a:pt x="2126" y="2255728"/>
                  </a:lnTo>
                  <a:lnTo>
                    <a:pt x="2126" y="2255480"/>
                  </a:lnTo>
                  <a:lnTo>
                    <a:pt x="2126" y="2255232"/>
                  </a:lnTo>
                  <a:lnTo>
                    <a:pt x="2126" y="2254984"/>
                  </a:lnTo>
                  <a:lnTo>
                    <a:pt x="2126" y="2254736"/>
                  </a:lnTo>
                  <a:lnTo>
                    <a:pt x="2126" y="2254488"/>
                  </a:lnTo>
                  <a:lnTo>
                    <a:pt x="2126" y="2254240"/>
                  </a:lnTo>
                  <a:lnTo>
                    <a:pt x="2126" y="2253992"/>
                  </a:lnTo>
                  <a:lnTo>
                    <a:pt x="2126" y="2253744"/>
                  </a:lnTo>
                  <a:lnTo>
                    <a:pt x="2126" y="2253496"/>
                  </a:lnTo>
                  <a:lnTo>
                    <a:pt x="2126" y="2253248"/>
                  </a:lnTo>
                  <a:lnTo>
                    <a:pt x="2126" y="2253000"/>
                  </a:lnTo>
                  <a:lnTo>
                    <a:pt x="2126" y="2252752"/>
                  </a:lnTo>
                  <a:lnTo>
                    <a:pt x="2126" y="2252504"/>
                  </a:lnTo>
                  <a:lnTo>
                    <a:pt x="2126" y="2252256"/>
                  </a:lnTo>
                  <a:lnTo>
                    <a:pt x="2126" y="2252009"/>
                  </a:lnTo>
                  <a:lnTo>
                    <a:pt x="2126" y="2251761"/>
                  </a:lnTo>
                  <a:lnTo>
                    <a:pt x="2126" y="2251513"/>
                  </a:lnTo>
                  <a:lnTo>
                    <a:pt x="2126" y="2251265"/>
                  </a:lnTo>
                  <a:lnTo>
                    <a:pt x="2126" y="2251017"/>
                  </a:lnTo>
                  <a:lnTo>
                    <a:pt x="2126" y="2250769"/>
                  </a:lnTo>
                  <a:lnTo>
                    <a:pt x="2126" y="2250521"/>
                  </a:lnTo>
                  <a:lnTo>
                    <a:pt x="2126" y="2250273"/>
                  </a:lnTo>
                  <a:lnTo>
                    <a:pt x="2126" y="2250025"/>
                  </a:lnTo>
                  <a:lnTo>
                    <a:pt x="2126" y="2249777"/>
                  </a:lnTo>
                  <a:lnTo>
                    <a:pt x="2126" y="2249529"/>
                  </a:lnTo>
                  <a:lnTo>
                    <a:pt x="2126" y="2249281"/>
                  </a:lnTo>
                  <a:lnTo>
                    <a:pt x="2126" y="2249033"/>
                  </a:lnTo>
                  <a:lnTo>
                    <a:pt x="2126" y="2248785"/>
                  </a:lnTo>
                  <a:lnTo>
                    <a:pt x="2126" y="2248537"/>
                  </a:lnTo>
                  <a:lnTo>
                    <a:pt x="2126" y="2248289"/>
                  </a:lnTo>
                  <a:lnTo>
                    <a:pt x="2126" y="2248042"/>
                  </a:lnTo>
                  <a:lnTo>
                    <a:pt x="2126" y="2247794"/>
                  </a:lnTo>
                  <a:lnTo>
                    <a:pt x="2126" y="2247546"/>
                  </a:lnTo>
                  <a:lnTo>
                    <a:pt x="2126" y="2247298"/>
                  </a:lnTo>
                  <a:lnTo>
                    <a:pt x="2126" y="2247050"/>
                  </a:lnTo>
                  <a:lnTo>
                    <a:pt x="2126" y="2246802"/>
                  </a:lnTo>
                  <a:lnTo>
                    <a:pt x="2126" y="2246554"/>
                  </a:lnTo>
                  <a:lnTo>
                    <a:pt x="2126" y="2246306"/>
                  </a:lnTo>
                  <a:lnTo>
                    <a:pt x="2126" y="2246058"/>
                  </a:lnTo>
                  <a:lnTo>
                    <a:pt x="2126" y="2245810"/>
                  </a:lnTo>
                  <a:lnTo>
                    <a:pt x="2126" y="2245562"/>
                  </a:lnTo>
                  <a:lnTo>
                    <a:pt x="2126" y="2245314"/>
                  </a:lnTo>
                  <a:lnTo>
                    <a:pt x="2126" y="2245066"/>
                  </a:lnTo>
                  <a:lnTo>
                    <a:pt x="2126" y="2244818"/>
                  </a:lnTo>
                  <a:lnTo>
                    <a:pt x="2126" y="2244570"/>
                  </a:lnTo>
                  <a:lnTo>
                    <a:pt x="2126" y="2244323"/>
                  </a:lnTo>
                  <a:lnTo>
                    <a:pt x="2126" y="2244075"/>
                  </a:lnTo>
                  <a:lnTo>
                    <a:pt x="2126" y="2243827"/>
                  </a:lnTo>
                  <a:lnTo>
                    <a:pt x="2126" y="2243579"/>
                  </a:lnTo>
                  <a:lnTo>
                    <a:pt x="2126" y="2243331"/>
                  </a:lnTo>
                  <a:lnTo>
                    <a:pt x="2126" y="2243083"/>
                  </a:lnTo>
                  <a:lnTo>
                    <a:pt x="2126" y="2242835"/>
                  </a:lnTo>
                  <a:lnTo>
                    <a:pt x="2126" y="2242587"/>
                  </a:lnTo>
                  <a:lnTo>
                    <a:pt x="2126" y="2242339"/>
                  </a:lnTo>
                  <a:lnTo>
                    <a:pt x="2126" y="2242091"/>
                  </a:lnTo>
                  <a:lnTo>
                    <a:pt x="2126" y="2241843"/>
                  </a:lnTo>
                  <a:lnTo>
                    <a:pt x="2126" y="2241595"/>
                  </a:lnTo>
                  <a:lnTo>
                    <a:pt x="2126" y="2241347"/>
                  </a:lnTo>
                  <a:lnTo>
                    <a:pt x="2126" y="2241099"/>
                  </a:lnTo>
                  <a:lnTo>
                    <a:pt x="2126" y="2240851"/>
                  </a:lnTo>
                  <a:lnTo>
                    <a:pt x="2126" y="2240603"/>
                  </a:lnTo>
                  <a:lnTo>
                    <a:pt x="2126" y="2240356"/>
                  </a:lnTo>
                  <a:lnTo>
                    <a:pt x="2126" y="2240108"/>
                  </a:lnTo>
                  <a:lnTo>
                    <a:pt x="2126" y="2239860"/>
                  </a:lnTo>
                  <a:lnTo>
                    <a:pt x="2126" y="2239612"/>
                  </a:lnTo>
                  <a:lnTo>
                    <a:pt x="2126" y="2239364"/>
                  </a:lnTo>
                  <a:lnTo>
                    <a:pt x="2126" y="2239116"/>
                  </a:lnTo>
                  <a:lnTo>
                    <a:pt x="2126" y="2238868"/>
                  </a:lnTo>
                  <a:lnTo>
                    <a:pt x="2126" y="2238620"/>
                  </a:lnTo>
                  <a:lnTo>
                    <a:pt x="2126" y="2238372"/>
                  </a:lnTo>
                  <a:lnTo>
                    <a:pt x="2126" y="2238124"/>
                  </a:lnTo>
                  <a:lnTo>
                    <a:pt x="2126" y="2237876"/>
                  </a:lnTo>
                  <a:lnTo>
                    <a:pt x="2126" y="2237628"/>
                  </a:lnTo>
                  <a:lnTo>
                    <a:pt x="2126" y="2237380"/>
                  </a:lnTo>
                  <a:lnTo>
                    <a:pt x="2126" y="2237132"/>
                  </a:lnTo>
                  <a:lnTo>
                    <a:pt x="2126" y="2236884"/>
                  </a:lnTo>
                  <a:lnTo>
                    <a:pt x="2126" y="2236636"/>
                  </a:lnTo>
                  <a:lnTo>
                    <a:pt x="2126" y="2236389"/>
                  </a:lnTo>
                  <a:lnTo>
                    <a:pt x="2126" y="2236141"/>
                  </a:lnTo>
                  <a:lnTo>
                    <a:pt x="2126" y="2235893"/>
                  </a:lnTo>
                  <a:lnTo>
                    <a:pt x="2126" y="2235645"/>
                  </a:lnTo>
                  <a:lnTo>
                    <a:pt x="2126" y="2235397"/>
                  </a:lnTo>
                  <a:lnTo>
                    <a:pt x="2126" y="2235149"/>
                  </a:lnTo>
                  <a:lnTo>
                    <a:pt x="2126" y="2234901"/>
                  </a:lnTo>
                  <a:lnTo>
                    <a:pt x="2126" y="2234653"/>
                  </a:lnTo>
                  <a:lnTo>
                    <a:pt x="2126" y="2234405"/>
                  </a:lnTo>
                  <a:lnTo>
                    <a:pt x="2126" y="2234157"/>
                  </a:lnTo>
                  <a:lnTo>
                    <a:pt x="2126" y="2233909"/>
                  </a:lnTo>
                  <a:lnTo>
                    <a:pt x="2126" y="2233661"/>
                  </a:lnTo>
                  <a:lnTo>
                    <a:pt x="2126" y="2233413"/>
                  </a:lnTo>
                  <a:lnTo>
                    <a:pt x="2126" y="2233165"/>
                  </a:lnTo>
                  <a:lnTo>
                    <a:pt x="2126" y="2232917"/>
                  </a:lnTo>
                  <a:lnTo>
                    <a:pt x="2126" y="2232669"/>
                  </a:lnTo>
                  <a:lnTo>
                    <a:pt x="2126" y="2232422"/>
                  </a:lnTo>
                  <a:lnTo>
                    <a:pt x="2126" y="2232174"/>
                  </a:lnTo>
                  <a:lnTo>
                    <a:pt x="2126" y="2231926"/>
                  </a:lnTo>
                  <a:lnTo>
                    <a:pt x="2126" y="2231678"/>
                  </a:lnTo>
                  <a:lnTo>
                    <a:pt x="2126" y="2231430"/>
                  </a:lnTo>
                  <a:lnTo>
                    <a:pt x="2126" y="2231182"/>
                  </a:lnTo>
                  <a:lnTo>
                    <a:pt x="2126" y="2230934"/>
                  </a:lnTo>
                  <a:lnTo>
                    <a:pt x="2126" y="2230686"/>
                  </a:lnTo>
                  <a:lnTo>
                    <a:pt x="2126" y="2230438"/>
                  </a:lnTo>
                  <a:lnTo>
                    <a:pt x="2126" y="2230190"/>
                  </a:lnTo>
                  <a:lnTo>
                    <a:pt x="2126" y="2229942"/>
                  </a:lnTo>
                  <a:lnTo>
                    <a:pt x="2126" y="2229694"/>
                  </a:lnTo>
                  <a:lnTo>
                    <a:pt x="2126" y="2229446"/>
                  </a:lnTo>
                  <a:lnTo>
                    <a:pt x="2126" y="2229198"/>
                  </a:lnTo>
                  <a:lnTo>
                    <a:pt x="2126" y="2228950"/>
                  </a:lnTo>
                  <a:lnTo>
                    <a:pt x="2126" y="2228702"/>
                  </a:lnTo>
                  <a:lnTo>
                    <a:pt x="2126" y="2228455"/>
                  </a:lnTo>
                  <a:lnTo>
                    <a:pt x="2126" y="2228207"/>
                  </a:lnTo>
                  <a:lnTo>
                    <a:pt x="2126" y="2227959"/>
                  </a:lnTo>
                  <a:lnTo>
                    <a:pt x="2126" y="2227711"/>
                  </a:lnTo>
                  <a:lnTo>
                    <a:pt x="2126" y="2227463"/>
                  </a:lnTo>
                  <a:lnTo>
                    <a:pt x="2126" y="2227215"/>
                  </a:lnTo>
                  <a:lnTo>
                    <a:pt x="2126" y="2226967"/>
                  </a:lnTo>
                  <a:lnTo>
                    <a:pt x="2126" y="2226719"/>
                  </a:lnTo>
                  <a:lnTo>
                    <a:pt x="2126" y="2226471"/>
                  </a:lnTo>
                  <a:lnTo>
                    <a:pt x="2126" y="2226223"/>
                  </a:lnTo>
                  <a:lnTo>
                    <a:pt x="2126" y="2225975"/>
                  </a:lnTo>
                  <a:lnTo>
                    <a:pt x="2126" y="2225727"/>
                  </a:lnTo>
                  <a:lnTo>
                    <a:pt x="2126" y="2225479"/>
                  </a:lnTo>
                  <a:lnTo>
                    <a:pt x="2126" y="2225231"/>
                  </a:lnTo>
                  <a:lnTo>
                    <a:pt x="2126" y="2224983"/>
                  </a:lnTo>
                  <a:lnTo>
                    <a:pt x="2126" y="2224736"/>
                  </a:lnTo>
                  <a:lnTo>
                    <a:pt x="2126" y="2224488"/>
                  </a:lnTo>
                  <a:lnTo>
                    <a:pt x="2126" y="2224240"/>
                  </a:lnTo>
                  <a:lnTo>
                    <a:pt x="2126" y="2223992"/>
                  </a:lnTo>
                  <a:lnTo>
                    <a:pt x="2126" y="2223744"/>
                  </a:lnTo>
                  <a:lnTo>
                    <a:pt x="2126" y="2223496"/>
                  </a:lnTo>
                  <a:lnTo>
                    <a:pt x="2126" y="2223248"/>
                  </a:lnTo>
                  <a:lnTo>
                    <a:pt x="2126" y="2223000"/>
                  </a:lnTo>
                  <a:lnTo>
                    <a:pt x="2126" y="2222752"/>
                  </a:lnTo>
                  <a:lnTo>
                    <a:pt x="2126" y="2222504"/>
                  </a:lnTo>
                  <a:lnTo>
                    <a:pt x="2126" y="2222256"/>
                  </a:lnTo>
                  <a:lnTo>
                    <a:pt x="2126" y="2222008"/>
                  </a:lnTo>
                  <a:lnTo>
                    <a:pt x="2126" y="2221760"/>
                  </a:lnTo>
                  <a:lnTo>
                    <a:pt x="2126" y="2221512"/>
                  </a:lnTo>
                  <a:lnTo>
                    <a:pt x="2126" y="2221264"/>
                  </a:lnTo>
                  <a:lnTo>
                    <a:pt x="2126" y="2221016"/>
                  </a:lnTo>
                  <a:lnTo>
                    <a:pt x="2126" y="2220769"/>
                  </a:lnTo>
                  <a:lnTo>
                    <a:pt x="2126" y="2220521"/>
                  </a:lnTo>
                  <a:lnTo>
                    <a:pt x="2126" y="2220273"/>
                  </a:lnTo>
                  <a:lnTo>
                    <a:pt x="2126" y="2220025"/>
                  </a:lnTo>
                  <a:lnTo>
                    <a:pt x="2126" y="2219777"/>
                  </a:lnTo>
                  <a:lnTo>
                    <a:pt x="2126" y="2219529"/>
                  </a:lnTo>
                  <a:lnTo>
                    <a:pt x="2126" y="2219281"/>
                  </a:lnTo>
                  <a:lnTo>
                    <a:pt x="2126" y="2219033"/>
                  </a:lnTo>
                  <a:lnTo>
                    <a:pt x="2126" y="2218785"/>
                  </a:lnTo>
                  <a:lnTo>
                    <a:pt x="2126" y="2218537"/>
                  </a:lnTo>
                  <a:lnTo>
                    <a:pt x="2126" y="2218289"/>
                  </a:lnTo>
                  <a:lnTo>
                    <a:pt x="2126" y="2218041"/>
                  </a:lnTo>
                  <a:lnTo>
                    <a:pt x="2126" y="2217793"/>
                  </a:lnTo>
                  <a:lnTo>
                    <a:pt x="2126" y="2217545"/>
                  </a:lnTo>
                  <a:lnTo>
                    <a:pt x="2126" y="2217297"/>
                  </a:lnTo>
                  <a:lnTo>
                    <a:pt x="2126" y="2217049"/>
                  </a:lnTo>
                  <a:lnTo>
                    <a:pt x="2126" y="2216802"/>
                  </a:lnTo>
                  <a:lnTo>
                    <a:pt x="2126" y="2216554"/>
                  </a:lnTo>
                  <a:lnTo>
                    <a:pt x="2126" y="2216306"/>
                  </a:lnTo>
                  <a:lnTo>
                    <a:pt x="2126" y="2216058"/>
                  </a:lnTo>
                  <a:lnTo>
                    <a:pt x="2126" y="2215810"/>
                  </a:lnTo>
                  <a:lnTo>
                    <a:pt x="2126" y="2215562"/>
                  </a:lnTo>
                  <a:lnTo>
                    <a:pt x="2126" y="2215314"/>
                  </a:lnTo>
                  <a:lnTo>
                    <a:pt x="2126" y="2215066"/>
                  </a:lnTo>
                  <a:lnTo>
                    <a:pt x="2126" y="2214818"/>
                  </a:lnTo>
                  <a:lnTo>
                    <a:pt x="2126" y="2214570"/>
                  </a:lnTo>
                  <a:lnTo>
                    <a:pt x="2126" y="2214322"/>
                  </a:lnTo>
                  <a:lnTo>
                    <a:pt x="2126" y="2214074"/>
                  </a:lnTo>
                  <a:lnTo>
                    <a:pt x="2126" y="2213826"/>
                  </a:lnTo>
                  <a:lnTo>
                    <a:pt x="2126" y="2213578"/>
                  </a:lnTo>
                  <a:lnTo>
                    <a:pt x="2126" y="2213330"/>
                  </a:lnTo>
                  <a:lnTo>
                    <a:pt x="2126" y="2213082"/>
                  </a:lnTo>
                  <a:lnTo>
                    <a:pt x="2126" y="2212835"/>
                  </a:lnTo>
                  <a:lnTo>
                    <a:pt x="2126" y="2212587"/>
                  </a:lnTo>
                  <a:lnTo>
                    <a:pt x="2126" y="2212339"/>
                  </a:lnTo>
                  <a:lnTo>
                    <a:pt x="2126" y="2212091"/>
                  </a:lnTo>
                  <a:lnTo>
                    <a:pt x="2126" y="2211843"/>
                  </a:lnTo>
                  <a:lnTo>
                    <a:pt x="2126" y="2211595"/>
                  </a:lnTo>
                  <a:lnTo>
                    <a:pt x="2126" y="2211347"/>
                  </a:lnTo>
                  <a:lnTo>
                    <a:pt x="2126" y="2211099"/>
                  </a:lnTo>
                  <a:lnTo>
                    <a:pt x="2126" y="2210851"/>
                  </a:lnTo>
                  <a:lnTo>
                    <a:pt x="2126" y="2210603"/>
                  </a:lnTo>
                  <a:lnTo>
                    <a:pt x="2126" y="2210355"/>
                  </a:lnTo>
                  <a:lnTo>
                    <a:pt x="2126" y="2210107"/>
                  </a:lnTo>
                  <a:lnTo>
                    <a:pt x="2126" y="2209859"/>
                  </a:lnTo>
                  <a:lnTo>
                    <a:pt x="2126" y="2209611"/>
                  </a:lnTo>
                  <a:lnTo>
                    <a:pt x="2126" y="2209363"/>
                  </a:lnTo>
                  <a:lnTo>
                    <a:pt x="2126" y="2209115"/>
                  </a:lnTo>
                  <a:lnTo>
                    <a:pt x="2126" y="2208868"/>
                  </a:lnTo>
                  <a:lnTo>
                    <a:pt x="2126" y="2208620"/>
                  </a:lnTo>
                  <a:lnTo>
                    <a:pt x="2126" y="2208372"/>
                  </a:lnTo>
                  <a:lnTo>
                    <a:pt x="2126" y="2208124"/>
                  </a:lnTo>
                  <a:lnTo>
                    <a:pt x="2126" y="2207876"/>
                  </a:lnTo>
                  <a:lnTo>
                    <a:pt x="2126" y="2207628"/>
                  </a:lnTo>
                  <a:lnTo>
                    <a:pt x="2126" y="2207380"/>
                  </a:lnTo>
                  <a:lnTo>
                    <a:pt x="2126" y="2207132"/>
                  </a:lnTo>
                  <a:lnTo>
                    <a:pt x="2126" y="2206884"/>
                  </a:lnTo>
                  <a:lnTo>
                    <a:pt x="2126" y="2206636"/>
                  </a:lnTo>
                  <a:lnTo>
                    <a:pt x="2126" y="2206388"/>
                  </a:lnTo>
                  <a:lnTo>
                    <a:pt x="2126" y="2206140"/>
                  </a:lnTo>
                  <a:lnTo>
                    <a:pt x="2126" y="2205892"/>
                  </a:lnTo>
                  <a:lnTo>
                    <a:pt x="2126" y="2205644"/>
                  </a:lnTo>
                  <a:lnTo>
                    <a:pt x="2126" y="2205396"/>
                  </a:lnTo>
                  <a:lnTo>
                    <a:pt x="2126" y="2205149"/>
                  </a:lnTo>
                  <a:lnTo>
                    <a:pt x="2126" y="2204901"/>
                  </a:lnTo>
                  <a:lnTo>
                    <a:pt x="2126" y="2204653"/>
                  </a:lnTo>
                  <a:lnTo>
                    <a:pt x="2126" y="2204405"/>
                  </a:lnTo>
                  <a:lnTo>
                    <a:pt x="2126" y="2204157"/>
                  </a:lnTo>
                  <a:lnTo>
                    <a:pt x="2126" y="2203909"/>
                  </a:lnTo>
                  <a:lnTo>
                    <a:pt x="2126" y="2203661"/>
                  </a:lnTo>
                  <a:lnTo>
                    <a:pt x="2126" y="2203413"/>
                  </a:lnTo>
                  <a:lnTo>
                    <a:pt x="2126" y="2203165"/>
                  </a:lnTo>
                  <a:lnTo>
                    <a:pt x="2126" y="2202917"/>
                  </a:lnTo>
                  <a:lnTo>
                    <a:pt x="2126" y="2202669"/>
                  </a:lnTo>
                  <a:lnTo>
                    <a:pt x="2126" y="2202421"/>
                  </a:lnTo>
                  <a:lnTo>
                    <a:pt x="2126" y="2202173"/>
                  </a:lnTo>
                  <a:lnTo>
                    <a:pt x="2126" y="2201925"/>
                  </a:lnTo>
                  <a:lnTo>
                    <a:pt x="2126" y="2201677"/>
                  </a:lnTo>
                  <a:lnTo>
                    <a:pt x="2126" y="2201429"/>
                  </a:lnTo>
                  <a:lnTo>
                    <a:pt x="2126" y="2201182"/>
                  </a:lnTo>
                  <a:lnTo>
                    <a:pt x="2126" y="2200934"/>
                  </a:lnTo>
                  <a:lnTo>
                    <a:pt x="2126" y="2200686"/>
                  </a:lnTo>
                  <a:lnTo>
                    <a:pt x="2126" y="2200438"/>
                  </a:lnTo>
                  <a:lnTo>
                    <a:pt x="2126" y="2200190"/>
                  </a:lnTo>
                  <a:lnTo>
                    <a:pt x="2126" y="2199942"/>
                  </a:lnTo>
                  <a:lnTo>
                    <a:pt x="2126" y="2199694"/>
                  </a:lnTo>
                  <a:lnTo>
                    <a:pt x="2126" y="2199446"/>
                  </a:lnTo>
                  <a:lnTo>
                    <a:pt x="2126" y="2199198"/>
                  </a:lnTo>
                  <a:lnTo>
                    <a:pt x="2126" y="2198950"/>
                  </a:lnTo>
                  <a:lnTo>
                    <a:pt x="2126" y="2198702"/>
                  </a:lnTo>
                  <a:lnTo>
                    <a:pt x="2126" y="2198454"/>
                  </a:lnTo>
                  <a:lnTo>
                    <a:pt x="2126" y="2198206"/>
                  </a:lnTo>
                  <a:lnTo>
                    <a:pt x="2126" y="2197958"/>
                  </a:lnTo>
                  <a:lnTo>
                    <a:pt x="2126" y="2197710"/>
                  </a:lnTo>
                  <a:lnTo>
                    <a:pt x="2126" y="2197462"/>
                  </a:lnTo>
                  <a:lnTo>
                    <a:pt x="2126" y="2197215"/>
                  </a:lnTo>
                  <a:lnTo>
                    <a:pt x="2126" y="2196967"/>
                  </a:lnTo>
                  <a:lnTo>
                    <a:pt x="2126" y="2196719"/>
                  </a:lnTo>
                  <a:lnTo>
                    <a:pt x="2126" y="2196471"/>
                  </a:lnTo>
                  <a:lnTo>
                    <a:pt x="2126" y="2196223"/>
                  </a:lnTo>
                  <a:lnTo>
                    <a:pt x="2126" y="2195975"/>
                  </a:lnTo>
                  <a:lnTo>
                    <a:pt x="2126" y="2195727"/>
                  </a:lnTo>
                  <a:lnTo>
                    <a:pt x="2126" y="2195479"/>
                  </a:lnTo>
                  <a:lnTo>
                    <a:pt x="2126" y="2195231"/>
                  </a:lnTo>
                  <a:lnTo>
                    <a:pt x="2126" y="2194983"/>
                  </a:lnTo>
                  <a:lnTo>
                    <a:pt x="2126" y="2194735"/>
                  </a:lnTo>
                  <a:lnTo>
                    <a:pt x="2126" y="2194487"/>
                  </a:lnTo>
                  <a:lnTo>
                    <a:pt x="2126" y="2194239"/>
                  </a:lnTo>
                  <a:lnTo>
                    <a:pt x="2126" y="2193991"/>
                  </a:lnTo>
                  <a:lnTo>
                    <a:pt x="2126" y="2193743"/>
                  </a:lnTo>
                  <a:lnTo>
                    <a:pt x="2126" y="2193495"/>
                  </a:lnTo>
                  <a:lnTo>
                    <a:pt x="2126" y="2193248"/>
                  </a:lnTo>
                  <a:lnTo>
                    <a:pt x="2126" y="2193000"/>
                  </a:lnTo>
                  <a:lnTo>
                    <a:pt x="2126" y="2192752"/>
                  </a:lnTo>
                  <a:lnTo>
                    <a:pt x="2126" y="2192504"/>
                  </a:lnTo>
                  <a:lnTo>
                    <a:pt x="2126" y="2192256"/>
                  </a:lnTo>
                  <a:lnTo>
                    <a:pt x="2126" y="2192008"/>
                  </a:lnTo>
                  <a:lnTo>
                    <a:pt x="2126" y="2191760"/>
                  </a:lnTo>
                  <a:lnTo>
                    <a:pt x="2126" y="2191512"/>
                  </a:lnTo>
                  <a:lnTo>
                    <a:pt x="2126" y="2191264"/>
                  </a:lnTo>
                  <a:lnTo>
                    <a:pt x="2126" y="2191016"/>
                  </a:lnTo>
                  <a:lnTo>
                    <a:pt x="2126" y="2190768"/>
                  </a:lnTo>
                  <a:lnTo>
                    <a:pt x="2126" y="2190520"/>
                  </a:lnTo>
                  <a:lnTo>
                    <a:pt x="2126" y="2190272"/>
                  </a:lnTo>
                  <a:lnTo>
                    <a:pt x="2126" y="2190024"/>
                  </a:lnTo>
                  <a:lnTo>
                    <a:pt x="2126" y="2189776"/>
                  </a:lnTo>
                  <a:lnTo>
                    <a:pt x="2126" y="2189528"/>
                  </a:lnTo>
                  <a:lnTo>
                    <a:pt x="2126" y="2189281"/>
                  </a:lnTo>
                  <a:lnTo>
                    <a:pt x="2126" y="2189033"/>
                  </a:lnTo>
                  <a:lnTo>
                    <a:pt x="2126" y="2188785"/>
                  </a:lnTo>
                  <a:lnTo>
                    <a:pt x="2126" y="2188537"/>
                  </a:lnTo>
                  <a:lnTo>
                    <a:pt x="2126" y="2188289"/>
                  </a:lnTo>
                  <a:lnTo>
                    <a:pt x="2126" y="2188041"/>
                  </a:lnTo>
                  <a:lnTo>
                    <a:pt x="2126" y="2187793"/>
                  </a:lnTo>
                  <a:lnTo>
                    <a:pt x="2126" y="2187545"/>
                  </a:lnTo>
                  <a:lnTo>
                    <a:pt x="2126" y="2187297"/>
                  </a:lnTo>
                  <a:lnTo>
                    <a:pt x="2126" y="2187049"/>
                  </a:lnTo>
                  <a:lnTo>
                    <a:pt x="2126" y="2186801"/>
                  </a:lnTo>
                  <a:lnTo>
                    <a:pt x="2126" y="2186553"/>
                  </a:lnTo>
                  <a:lnTo>
                    <a:pt x="2126" y="2186305"/>
                  </a:lnTo>
                  <a:lnTo>
                    <a:pt x="2126" y="2186057"/>
                  </a:lnTo>
                  <a:lnTo>
                    <a:pt x="2126" y="2185809"/>
                  </a:lnTo>
                  <a:lnTo>
                    <a:pt x="2126" y="2185562"/>
                  </a:lnTo>
                  <a:lnTo>
                    <a:pt x="2126" y="2185314"/>
                  </a:lnTo>
                  <a:lnTo>
                    <a:pt x="2126" y="2185066"/>
                  </a:lnTo>
                  <a:lnTo>
                    <a:pt x="2126" y="2184818"/>
                  </a:lnTo>
                  <a:lnTo>
                    <a:pt x="2126" y="2184570"/>
                  </a:lnTo>
                  <a:lnTo>
                    <a:pt x="2126" y="2184322"/>
                  </a:lnTo>
                  <a:lnTo>
                    <a:pt x="2126" y="2184074"/>
                  </a:lnTo>
                  <a:lnTo>
                    <a:pt x="2126" y="2183826"/>
                  </a:lnTo>
                  <a:lnTo>
                    <a:pt x="2126" y="2183578"/>
                  </a:lnTo>
                  <a:lnTo>
                    <a:pt x="2126" y="2183330"/>
                  </a:lnTo>
                  <a:lnTo>
                    <a:pt x="2126" y="2183082"/>
                  </a:lnTo>
                  <a:lnTo>
                    <a:pt x="2126" y="2182834"/>
                  </a:lnTo>
                  <a:lnTo>
                    <a:pt x="2126" y="2182586"/>
                  </a:lnTo>
                  <a:lnTo>
                    <a:pt x="2126" y="2182338"/>
                  </a:lnTo>
                  <a:lnTo>
                    <a:pt x="2126" y="2182090"/>
                  </a:lnTo>
                  <a:lnTo>
                    <a:pt x="2126" y="2181842"/>
                  </a:lnTo>
                  <a:lnTo>
                    <a:pt x="2126" y="2181595"/>
                  </a:lnTo>
                  <a:lnTo>
                    <a:pt x="2126" y="2181347"/>
                  </a:lnTo>
                  <a:lnTo>
                    <a:pt x="2126" y="2181099"/>
                  </a:lnTo>
                  <a:lnTo>
                    <a:pt x="2126" y="2180851"/>
                  </a:lnTo>
                  <a:lnTo>
                    <a:pt x="2126" y="2180603"/>
                  </a:lnTo>
                  <a:lnTo>
                    <a:pt x="2126" y="2180355"/>
                  </a:lnTo>
                  <a:lnTo>
                    <a:pt x="2126" y="2180107"/>
                  </a:lnTo>
                  <a:lnTo>
                    <a:pt x="2126" y="2179859"/>
                  </a:lnTo>
                  <a:lnTo>
                    <a:pt x="2126" y="2179611"/>
                  </a:lnTo>
                  <a:lnTo>
                    <a:pt x="2126" y="2179363"/>
                  </a:lnTo>
                  <a:lnTo>
                    <a:pt x="2126" y="2179115"/>
                  </a:lnTo>
                  <a:lnTo>
                    <a:pt x="2126" y="2178867"/>
                  </a:lnTo>
                  <a:lnTo>
                    <a:pt x="2126" y="2178619"/>
                  </a:lnTo>
                  <a:lnTo>
                    <a:pt x="2126" y="2178371"/>
                  </a:lnTo>
                  <a:lnTo>
                    <a:pt x="2126" y="2178123"/>
                  </a:lnTo>
                  <a:lnTo>
                    <a:pt x="2126" y="2177875"/>
                  </a:lnTo>
                  <a:lnTo>
                    <a:pt x="2126" y="2177628"/>
                  </a:lnTo>
                  <a:lnTo>
                    <a:pt x="2126" y="2177380"/>
                  </a:lnTo>
                  <a:lnTo>
                    <a:pt x="2126" y="2177132"/>
                  </a:lnTo>
                  <a:lnTo>
                    <a:pt x="2126" y="2176884"/>
                  </a:lnTo>
                  <a:lnTo>
                    <a:pt x="2126" y="2176636"/>
                  </a:lnTo>
                  <a:lnTo>
                    <a:pt x="2126" y="2176388"/>
                  </a:lnTo>
                  <a:lnTo>
                    <a:pt x="2126" y="2176140"/>
                  </a:lnTo>
                  <a:lnTo>
                    <a:pt x="2126" y="2175892"/>
                  </a:lnTo>
                  <a:lnTo>
                    <a:pt x="2126" y="2175644"/>
                  </a:lnTo>
                  <a:lnTo>
                    <a:pt x="2126" y="2175396"/>
                  </a:lnTo>
                  <a:lnTo>
                    <a:pt x="2126" y="2175148"/>
                  </a:lnTo>
                  <a:lnTo>
                    <a:pt x="2126" y="2174900"/>
                  </a:lnTo>
                  <a:lnTo>
                    <a:pt x="2126" y="2174652"/>
                  </a:lnTo>
                  <a:lnTo>
                    <a:pt x="2126" y="2174404"/>
                  </a:lnTo>
                  <a:lnTo>
                    <a:pt x="2126" y="2174156"/>
                  </a:lnTo>
                  <a:lnTo>
                    <a:pt x="2126" y="2173908"/>
                  </a:lnTo>
                  <a:lnTo>
                    <a:pt x="2126" y="2173661"/>
                  </a:lnTo>
                  <a:lnTo>
                    <a:pt x="2126" y="2173413"/>
                  </a:lnTo>
                  <a:lnTo>
                    <a:pt x="2126" y="2173165"/>
                  </a:lnTo>
                  <a:lnTo>
                    <a:pt x="2126" y="2172917"/>
                  </a:lnTo>
                  <a:lnTo>
                    <a:pt x="2126" y="2172669"/>
                  </a:lnTo>
                  <a:lnTo>
                    <a:pt x="2126" y="2172421"/>
                  </a:lnTo>
                  <a:lnTo>
                    <a:pt x="2126" y="2172173"/>
                  </a:lnTo>
                  <a:lnTo>
                    <a:pt x="2126" y="2171925"/>
                  </a:lnTo>
                  <a:lnTo>
                    <a:pt x="2126" y="2171677"/>
                  </a:lnTo>
                  <a:lnTo>
                    <a:pt x="2126" y="2171429"/>
                  </a:lnTo>
                  <a:lnTo>
                    <a:pt x="2126" y="2171181"/>
                  </a:lnTo>
                  <a:lnTo>
                    <a:pt x="2126" y="2170933"/>
                  </a:lnTo>
                  <a:lnTo>
                    <a:pt x="2126" y="2170685"/>
                  </a:lnTo>
                  <a:lnTo>
                    <a:pt x="2126" y="2170437"/>
                  </a:lnTo>
                  <a:lnTo>
                    <a:pt x="2126" y="2170189"/>
                  </a:lnTo>
                  <a:lnTo>
                    <a:pt x="2126" y="2169941"/>
                  </a:lnTo>
                  <a:lnTo>
                    <a:pt x="2126" y="2169694"/>
                  </a:lnTo>
                  <a:lnTo>
                    <a:pt x="2126" y="2169446"/>
                  </a:lnTo>
                  <a:lnTo>
                    <a:pt x="2126" y="2169198"/>
                  </a:lnTo>
                  <a:lnTo>
                    <a:pt x="2126" y="2168950"/>
                  </a:lnTo>
                  <a:lnTo>
                    <a:pt x="2126" y="2168702"/>
                  </a:lnTo>
                  <a:lnTo>
                    <a:pt x="2126" y="2168454"/>
                  </a:lnTo>
                  <a:lnTo>
                    <a:pt x="2126" y="2168206"/>
                  </a:lnTo>
                  <a:lnTo>
                    <a:pt x="2126" y="2167958"/>
                  </a:lnTo>
                  <a:lnTo>
                    <a:pt x="2126" y="2167710"/>
                  </a:lnTo>
                  <a:lnTo>
                    <a:pt x="2126" y="2167462"/>
                  </a:lnTo>
                  <a:lnTo>
                    <a:pt x="2126" y="2167214"/>
                  </a:lnTo>
                  <a:lnTo>
                    <a:pt x="2126" y="2166966"/>
                  </a:lnTo>
                  <a:lnTo>
                    <a:pt x="2126" y="2166718"/>
                  </a:lnTo>
                  <a:lnTo>
                    <a:pt x="2126" y="2166470"/>
                  </a:lnTo>
                  <a:lnTo>
                    <a:pt x="2126" y="2166222"/>
                  </a:lnTo>
                  <a:lnTo>
                    <a:pt x="2126" y="2165975"/>
                  </a:lnTo>
                  <a:lnTo>
                    <a:pt x="2126" y="2165727"/>
                  </a:lnTo>
                  <a:lnTo>
                    <a:pt x="2126" y="2165479"/>
                  </a:lnTo>
                  <a:lnTo>
                    <a:pt x="2126" y="2165231"/>
                  </a:lnTo>
                  <a:lnTo>
                    <a:pt x="2126" y="2164983"/>
                  </a:lnTo>
                  <a:lnTo>
                    <a:pt x="2126" y="2164735"/>
                  </a:lnTo>
                  <a:lnTo>
                    <a:pt x="2126" y="2164487"/>
                  </a:lnTo>
                  <a:lnTo>
                    <a:pt x="2126" y="2164239"/>
                  </a:lnTo>
                  <a:lnTo>
                    <a:pt x="2126" y="2163991"/>
                  </a:lnTo>
                  <a:lnTo>
                    <a:pt x="2126" y="2163743"/>
                  </a:lnTo>
                  <a:lnTo>
                    <a:pt x="2126" y="2163495"/>
                  </a:lnTo>
                  <a:lnTo>
                    <a:pt x="2126" y="2163247"/>
                  </a:lnTo>
                  <a:lnTo>
                    <a:pt x="2126" y="2162999"/>
                  </a:lnTo>
                  <a:lnTo>
                    <a:pt x="2126" y="2162751"/>
                  </a:lnTo>
                  <a:lnTo>
                    <a:pt x="2126" y="2162503"/>
                  </a:lnTo>
                  <a:lnTo>
                    <a:pt x="2126" y="2162255"/>
                  </a:lnTo>
                  <a:lnTo>
                    <a:pt x="2126" y="2162008"/>
                  </a:lnTo>
                  <a:lnTo>
                    <a:pt x="2126" y="2161760"/>
                  </a:lnTo>
                  <a:lnTo>
                    <a:pt x="2126" y="2161512"/>
                  </a:lnTo>
                  <a:lnTo>
                    <a:pt x="2126" y="2161264"/>
                  </a:lnTo>
                  <a:lnTo>
                    <a:pt x="2126" y="2161016"/>
                  </a:lnTo>
                  <a:lnTo>
                    <a:pt x="2126" y="2160768"/>
                  </a:lnTo>
                  <a:lnTo>
                    <a:pt x="2126" y="2160520"/>
                  </a:lnTo>
                  <a:lnTo>
                    <a:pt x="2126" y="2160272"/>
                  </a:lnTo>
                  <a:lnTo>
                    <a:pt x="2126" y="2160024"/>
                  </a:lnTo>
                  <a:lnTo>
                    <a:pt x="2126" y="2159776"/>
                  </a:lnTo>
                  <a:lnTo>
                    <a:pt x="2126" y="2159528"/>
                  </a:lnTo>
                  <a:lnTo>
                    <a:pt x="2126" y="2159280"/>
                  </a:lnTo>
                  <a:lnTo>
                    <a:pt x="2126" y="2159032"/>
                  </a:lnTo>
                  <a:lnTo>
                    <a:pt x="2126" y="2158784"/>
                  </a:lnTo>
                  <a:lnTo>
                    <a:pt x="2126" y="2158536"/>
                  </a:lnTo>
                  <a:lnTo>
                    <a:pt x="2126" y="2158288"/>
                  </a:lnTo>
                  <a:lnTo>
                    <a:pt x="2126" y="2158041"/>
                  </a:lnTo>
                  <a:lnTo>
                    <a:pt x="2126" y="2157793"/>
                  </a:lnTo>
                  <a:lnTo>
                    <a:pt x="2126" y="2157545"/>
                  </a:lnTo>
                  <a:lnTo>
                    <a:pt x="2126" y="2157297"/>
                  </a:lnTo>
                  <a:lnTo>
                    <a:pt x="2126" y="2157049"/>
                  </a:lnTo>
                  <a:lnTo>
                    <a:pt x="2126" y="2156801"/>
                  </a:lnTo>
                  <a:lnTo>
                    <a:pt x="2126" y="2156553"/>
                  </a:lnTo>
                  <a:lnTo>
                    <a:pt x="2126" y="2156305"/>
                  </a:lnTo>
                  <a:lnTo>
                    <a:pt x="2126" y="2156057"/>
                  </a:lnTo>
                  <a:lnTo>
                    <a:pt x="2126" y="2155809"/>
                  </a:lnTo>
                  <a:lnTo>
                    <a:pt x="2126" y="2155561"/>
                  </a:lnTo>
                  <a:lnTo>
                    <a:pt x="2126" y="2155313"/>
                  </a:lnTo>
                  <a:lnTo>
                    <a:pt x="2126" y="2155065"/>
                  </a:lnTo>
                  <a:lnTo>
                    <a:pt x="2126" y="2154817"/>
                  </a:lnTo>
                  <a:lnTo>
                    <a:pt x="2126" y="2154569"/>
                  </a:lnTo>
                  <a:lnTo>
                    <a:pt x="2126" y="2154321"/>
                  </a:lnTo>
                  <a:lnTo>
                    <a:pt x="2126" y="2154074"/>
                  </a:lnTo>
                  <a:lnTo>
                    <a:pt x="2126" y="2153826"/>
                  </a:lnTo>
                  <a:lnTo>
                    <a:pt x="2126" y="2153578"/>
                  </a:lnTo>
                  <a:lnTo>
                    <a:pt x="2126" y="2153330"/>
                  </a:lnTo>
                  <a:lnTo>
                    <a:pt x="2126" y="2153082"/>
                  </a:lnTo>
                  <a:lnTo>
                    <a:pt x="2126" y="2152834"/>
                  </a:lnTo>
                  <a:lnTo>
                    <a:pt x="2126" y="2152586"/>
                  </a:lnTo>
                  <a:lnTo>
                    <a:pt x="2126" y="2152338"/>
                  </a:lnTo>
                  <a:lnTo>
                    <a:pt x="2126" y="2152090"/>
                  </a:lnTo>
                  <a:lnTo>
                    <a:pt x="2126" y="2151842"/>
                  </a:lnTo>
                  <a:lnTo>
                    <a:pt x="2126" y="2151594"/>
                  </a:lnTo>
                  <a:lnTo>
                    <a:pt x="2126" y="2151346"/>
                  </a:lnTo>
                  <a:lnTo>
                    <a:pt x="2126" y="2151098"/>
                  </a:lnTo>
                  <a:lnTo>
                    <a:pt x="2126" y="2150850"/>
                  </a:lnTo>
                  <a:lnTo>
                    <a:pt x="2126" y="2150602"/>
                  </a:lnTo>
                  <a:lnTo>
                    <a:pt x="2126" y="2150354"/>
                  </a:lnTo>
                  <a:lnTo>
                    <a:pt x="2126" y="2150107"/>
                  </a:lnTo>
                  <a:lnTo>
                    <a:pt x="2126" y="2149859"/>
                  </a:lnTo>
                  <a:lnTo>
                    <a:pt x="2126" y="2149611"/>
                  </a:lnTo>
                  <a:lnTo>
                    <a:pt x="2126" y="2149363"/>
                  </a:lnTo>
                  <a:lnTo>
                    <a:pt x="2126" y="2149115"/>
                  </a:lnTo>
                  <a:lnTo>
                    <a:pt x="2126" y="2148867"/>
                  </a:lnTo>
                  <a:lnTo>
                    <a:pt x="2126" y="2148619"/>
                  </a:lnTo>
                  <a:lnTo>
                    <a:pt x="2126" y="2148371"/>
                  </a:lnTo>
                  <a:lnTo>
                    <a:pt x="2126" y="2148123"/>
                  </a:lnTo>
                  <a:lnTo>
                    <a:pt x="2126" y="2147875"/>
                  </a:lnTo>
                  <a:lnTo>
                    <a:pt x="2126" y="2147627"/>
                  </a:lnTo>
                  <a:lnTo>
                    <a:pt x="2126" y="2147379"/>
                  </a:lnTo>
                  <a:lnTo>
                    <a:pt x="2126" y="2147131"/>
                  </a:lnTo>
                  <a:lnTo>
                    <a:pt x="2126" y="2146883"/>
                  </a:lnTo>
                  <a:lnTo>
                    <a:pt x="2126" y="2146635"/>
                  </a:lnTo>
                  <a:lnTo>
                    <a:pt x="2126" y="2146388"/>
                  </a:lnTo>
                  <a:lnTo>
                    <a:pt x="2126" y="2146140"/>
                  </a:lnTo>
                  <a:lnTo>
                    <a:pt x="2126" y="2145892"/>
                  </a:lnTo>
                  <a:lnTo>
                    <a:pt x="2126" y="2145644"/>
                  </a:lnTo>
                  <a:lnTo>
                    <a:pt x="2126" y="2145396"/>
                  </a:lnTo>
                  <a:lnTo>
                    <a:pt x="2126" y="2145148"/>
                  </a:lnTo>
                  <a:lnTo>
                    <a:pt x="2126" y="2144900"/>
                  </a:lnTo>
                  <a:lnTo>
                    <a:pt x="2126" y="2144652"/>
                  </a:lnTo>
                  <a:lnTo>
                    <a:pt x="2126" y="2144404"/>
                  </a:lnTo>
                  <a:lnTo>
                    <a:pt x="2126" y="2144156"/>
                  </a:lnTo>
                  <a:lnTo>
                    <a:pt x="2126" y="2143908"/>
                  </a:lnTo>
                  <a:lnTo>
                    <a:pt x="2126" y="2143660"/>
                  </a:lnTo>
                  <a:lnTo>
                    <a:pt x="2126" y="2143412"/>
                  </a:lnTo>
                  <a:lnTo>
                    <a:pt x="2126" y="2143164"/>
                  </a:lnTo>
                  <a:lnTo>
                    <a:pt x="2126" y="2142916"/>
                  </a:lnTo>
                  <a:lnTo>
                    <a:pt x="2126" y="2142668"/>
                  </a:lnTo>
                  <a:lnTo>
                    <a:pt x="2126" y="2142421"/>
                  </a:lnTo>
                  <a:lnTo>
                    <a:pt x="2126" y="2142173"/>
                  </a:lnTo>
                  <a:lnTo>
                    <a:pt x="2126" y="2141925"/>
                  </a:lnTo>
                  <a:lnTo>
                    <a:pt x="2126" y="2141677"/>
                  </a:lnTo>
                  <a:lnTo>
                    <a:pt x="2126" y="2141429"/>
                  </a:lnTo>
                  <a:lnTo>
                    <a:pt x="2126" y="2141181"/>
                  </a:lnTo>
                  <a:lnTo>
                    <a:pt x="2126" y="2140933"/>
                  </a:lnTo>
                  <a:lnTo>
                    <a:pt x="2126" y="2140685"/>
                  </a:lnTo>
                  <a:lnTo>
                    <a:pt x="2126" y="2140437"/>
                  </a:lnTo>
                  <a:lnTo>
                    <a:pt x="2126" y="2140189"/>
                  </a:lnTo>
                  <a:lnTo>
                    <a:pt x="2126" y="2139941"/>
                  </a:lnTo>
                  <a:lnTo>
                    <a:pt x="2126" y="2139693"/>
                  </a:lnTo>
                  <a:lnTo>
                    <a:pt x="2126" y="2139445"/>
                  </a:lnTo>
                  <a:lnTo>
                    <a:pt x="2126" y="2139197"/>
                  </a:lnTo>
                  <a:lnTo>
                    <a:pt x="2126" y="2138949"/>
                  </a:lnTo>
                  <a:lnTo>
                    <a:pt x="2126" y="2138701"/>
                  </a:lnTo>
                  <a:lnTo>
                    <a:pt x="2126" y="2138454"/>
                  </a:lnTo>
                  <a:lnTo>
                    <a:pt x="2126" y="2138206"/>
                  </a:lnTo>
                  <a:lnTo>
                    <a:pt x="2126" y="2137958"/>
                  </a:lnTo>
                  <a:lnTo>
                    <a:pt x="2126" y="2137710"/>
                  </a:lnTo>
                  <a:lnTo>
                    <a:pt x="2126" y="2137462"/>
                  </a:lnTo>
                  <a:lnTo>
                    <a:pt x="2126" y="2137214"/>
                  </a:lnTo>
                  <a:lnTo>
                    <a:pt x="2126" y="2136966"/>
                  </a:lnTo>
                  <a:lnTo>
                    <a:pt x="2126" y="2136718"/>
                  </a:lnTo>
                  <a:lnTo>
                    <a:pt x="2126" y="2136470"/>
                  </a:lnTo>
                  <a:lnTo>
                    <a:pt x="2126" y="2136222"/>
                  </a:lnTo>
                  <a:lnTo>
                    <a:pt x="2126" y="2135974"/>
                  </a:lnTo>
                  <a:lnTo>
                    <a:pt x="2126" y="2135726"/>
                  </a:lnTo>
                  <a:lnTo>
                    <a:pt x="2126" y="2135478"/>
                  </a:lnTo>
                  <a:lnTo>
                    <a:pt x="2126" y="2135230"/>
                  </a:lnTo>
                  <a:lnTo>
                    <a:pt x="2126" y="2134982"/>
                  </a:lnTo>
                  <a:lnTo>
                    <a:pt x="2126" y="2134734"/>
                  </a:lnTo>
                  <a:lnTo>
                    <a:pt x="2126" y="2134487"/>
                  </a:lnTo>
                  <a:lnTo>
                    <a:pt x="2126" y="2134239"/>
                  </a:lnTo>
                  <a:lnTo>
                    <a:pt x="2126" y="2133991"/>
                  </a:lnTo>
                  <a:lnTo>
                    <a:pt x="2126" y="2133743"/>
                  </a:lnTo>
                  <a:lnTo>
                    <a:pt x="2126" y="2133495"/>
                  </a:lnTo>
                  <a:lnTo>
                    <a:pt x="2126" y="2133247"/>
                  </a:lnTo>
                  <a:lnTo>
                    <a:pt x="2126" y="2132999"/>
                  </a:lnTo>
                  <a:lnTo>
                    <a:pt x="2126" y="2132751"/>
                  </a:lnTo>
                  <a:lnTo>
                    <a:pt x="2126" y="2132503"/>
                  </a:lnTo>
                  <a:lnTo>
                    <a:pt x="2126" y="2132255"/>
                  </a:lnTo>
                  <a:lnTo>
                    <a:pt x="2126" y="2132007"/>
                  </a:lnTo>
                  <a:lnTo>
                    <a:pt x="2126" y="2131759"/>
                  </a:lnTo>
                  <a:lnTo>
                    <a:pt x="2126" y="2131511"/>
                  </a:lnTo>
                  <a:lnTo>
                    <a:pt x="2126" y="2131263"/>
                  </a:lnTo>
                  <a:lnTo>
                    <a:pt x="2126" y="2131015"/>
                  </a:lnTo>
                  <a:lnTo>
                    <a:pt x="2126" y="2130767"/>
                  </a:lnTo>
                  <a:lnTo>
                    <a:pt x="2126" y="2130520"/>
                  </a:lnTo>
                  <a:lnTo>
                    <a:pt x="2126" y="2130272"/>
                  </a:lnTo>
                  <a:lnTo>
                    <a:pt x="2126" y="2130024"/>
                  </a:lnTo>
                  <a:lnTo>
                    <a:pt x="2126" y="2129776"/>
                  </a:lnTo>
                  <a:lnTo>
                    <a:pt x="2126" y="2129528"/>
                  </a:lnTo>
                  <a:lnTo>
                    <a:pt x="2126" y="2129280"/>
                  </a:lnTo>
                  <a:lnTo>
                    <a:pt x="2126" y="2129032"/>
                  </a:lnTo>
                  <a:lnTo>
                    <a:pt x="2126" y="2128784"/>
                  </a:lnTo>
                  <a:lnTo>
                    <a:pt x="2126" y="2128536"/>
                  </a:lnTo>
                  <a:lnTo>
                    <a:pt x="2126" y="2128288"/>
                  </a:lnTo>
                  <a:lnTo>
                    <a:pt x="2126" y="2128040"/>
                  </a:lnTo>
                  <a:lnTo>
                    <a:pt x="2126" y="2127792"/>
                  </a:lnTo>
                  <a:lnTo>
                    <a:pt x="2126" y="2127544"/>
                  </a:lnTo>
                  <a:lnTo>
                    <a:pt x="2126" y="2127296"/>
                  </a:lnTo>
                  <a:lnTo>
                    <a:pt x="2126" y="2127048"/>
                  </a:lnTo>
                  <a:lnTo>
                    <a:pt x="2126" y="2126801"/>
                  </a:lnTo>
                  <a:lnTo>
                    <a:pt x="2126" y="2126553"/>
                  </a:lnTo>
                  <a:lnTo>
                    <a:pt x="2126" y="2126305"/>
                  </a:lnTo>
                  <a:lnTo>
                    <a:pt x="2126" y="2126057"/>
                  </a:lnTo>
                  <a:lnTo>
                    <a:pt x="2126" y="2125809"/>
                  </a:lnTo>
                  <a:lnTo>
                    <a:pt x="2126" y="2125561"/>
                  </a:lnTo>
                  <a:lnTo>
                    <a:pt x="2126" y="2125313"/>
                  </a:lnTo>
                  <a:lnTo>
                    <a:pt x="2126" y="2125065"/>
                  </a:lnTo>
                  <a:lnTo>
                    <a:pt x="2126" y="2124817"/>
                  </a:lnTo>
                  <a:lnTo>
                    <a:pt x="2126" y="2124569"/>
                  </a:lnTo>
                  <a:lnTo>
                    <a:pt x="2126" y="2124321"/>
                  </a:lnTo>
                  <a:lnTo>
                    <a:pt x="2126" y="2124073"/>
                  </a:lnTo>
                  <a:lnTo>
                    <a:pt x="2126" y="2123825"/>
                  </a:lnTo>
                  <a:lnTo>
                    <a:pt x="2126" y="2123577"/>
                  </a:lnTo>
                  <a:lnTo>
                    <a:pt x="2126" y="2123329"/>
                  </a:lnTo>
                  <a:lnTo>
                    <a:pt x="2126" y="2123081"/>
                  </a:lnTo>
                  <a:lnTo>
                    <a:pt x="2126" y="2122834"/>
                  </a:lnTo>
                  <a:lnTo>
                    <a:pt x="2126" y="2122586"/>
                  </a:lnTo>
                  <a:lnTo>
                    <a:pt x="2126" y="2122338"/>
                  </a:lnTo>
                  <a:lnTo>
                    <a:pt x="2126" y="2122090"/>
                  </a:lnTo>
                  <a:lnTo>
                    <a:pt x="2126" y="2121842"/>
                  </a:lnTo>
                  <a:lnTo>
                    <a:pt x="2126" y="2121594"/>
                  </a:lnTo>
                  <a:lnTo>
                    <a:pt x="2126" y="2121346"/>
                  </a:lnTo>
                  <a:lnTo>
                    <a:pt x="2126" y="2121098"/>
                  </a:lnTo>
                  <a:lnTo>
                    <a:pt x="2126" y="2120850"/>
                  </a:lnTo>
                  <a:lnTo>
                    <a:pt x="2126" y="2120602"/>
                  </a:lnTo>
                  <a:lnTo>
                    <a:pt x="2126" y="2120354"/>
                  </a:lnTo>
                  <a:lnTo>
                    <a:pt x="2126" y="2120106"/>
                  </a:lnTo>
                  <a:lnTo>
                    <a:pt x="2126" y="2119858"/>
                  </a:lnTo>
                  <a:lnTo>
                    <a:pt x="2126" y="2119610"/>
                  </a:lnTo>
                  <a:lnTo>
                    <a:pt x="2126" y="2119362"/>
                  </a:lnTo>
                  <a:lnTo>
                    <a:pt x="2126" y="2119114"/>
                  </a:lnTo>
                  <a:lnTo>
                    <a:pt x="2126" y="2118867"/>
                  </a:lnTo>
                  <a:lnTo>
                    <a:pt x="2126" y="2118619"/>
                  </a:lnTo>
                  <a:lnTo>
                    <a:pt x="2126" y="2118371"/>
                  </a:lnTo>
                  <a:lnTo>
                    <a:pt x="2126" y="2118123"/>
                  </a:lnTo>
                  <a:lnTo>
                    <a:pt x="2126" y="2117875"/>
                  </a:lnTo>
                  <a:lnTo>
                    <a:pt x="2126" y="2117627"/>
                  </a:lnTo>
                  <a:lnTo>
                    <a:pt x="2126" y="2117379"/>
                  </a:lnTo>
                  <a:lnTo>
                    <a:pt x="2126" y="2117131"/>
                  </a:lnTo>
                  <a:lnTo>
                    <a:pt x="2126" y="2116883"/>
                  </a:lnTo>
                  <a:lnTo>
                    <a:pt x="2126" y="2116635"/>
                  </a:lnTo>
                  <a:lnTo>
                    <a:pt x="2126" y="2116387"/>
                  </a:lnTo>
                  <a:lnTo>
                    <a:pt x="2126" y="2116139"/>
                  </a:lnTo>
                  <a:lnTo>
                    <a:pt x="2126" y="2115891"/>
                  </a:lnTo>
                  <a:lnTo>
                    <a:pt x="2126" y="2115643"/>
                  </a:lnTo>
                  <a:lnTo>
                    <a:pt x="2126" y="2115395"/>
                  </a:lnTo>
                  <a:lnTo>
                    <a:pt x="2126" y="2115147"/>
                  </a:lnTo>
                  <a:lnTo>
                    <a:pt x="2126" y="2114900"/>
                  </a:lnTo>
                  <a:lnTo>
                    <a:pt x="2126" y="2114652"/>
                  </a:lnTo>
                  <a:lnTo>
                    <a:pt x="2126" y="2114404"/>
                  </a:lnTo>
                  <a:lnTo>
                    <a:pt x="2126" y="2114156"/>
                  </a:lnTo>
                  <a:lnTo>
                    <a:pt x="2126" y="2113908"/>
                  </a:lnTo>
                  <a:lnTo>
                    <a:pt x="2126" y="2113660"/>
                  </a:lnTo>
                  <a:lnTo>
                    <a:pt x="2126" y="2113412"/>
                  </a:lnTo>
                  <a:lnTo>
                    <a:pt x="2126" y="2113164"/>
                  </a:lnTo>
                  <a:lnTo>
                    <a:pt x="2126" y="2112916"/>
                  </a:lnTo>
                  <a:lnTo>
                    <a:pt x="2126" y="2112668"/>
                  </a:lnTo>
                  <a:lnTo>
                    <a:pt x="2126" y="2112420"/>
                  </a:lnTo>
                  <a:lnTo>
                    <a:pt x="2126" y="2112172"/>
                  </a:lnTo>
                  <a:lnTo>
                    <a:pt x="2126" y="2111924"/>
                  </a:lnTo>
                  <a:lnTo>
                    <a:pt x="2126" y="2111676"/>
                  </a:lnTo>
                  <a:lnTo>
                    <a:pt x="2126" y="2111428"/>
                  </a:lnTo>
                  <a:lnTo>
                    <a:pt x="2126" y="2111180"/>
                  </a:lnTo>
                  <a:lnTo>
                    <a:pt x="2126" y="2110933"/>
                  </a:lnTo>
                  <a:lnTo>
                    <a:pt x="2126" y="2110685"/>
                  </a:lnTo>
                  <a:lnTo>
                    <a:pt x="2126" y="2110437"/>
                  </a:lnTo>
                  <a:lnTo>
                    <a:pt x="2126" y="2110189"/>
                  </a:lnTo>
                  <a:lnTo>
                    <a:pt x="2126" y="2109941"/>
                  </a:lnTo>
                  <a:lnTo>
                    <a:pt x="2126" y="2109693"/>
                  </a:lnTo>
                  <a:lnTo>
                    <a:pt x="2126" y="2109445"/>
                  </a:lnTo>
                  <a:lnTo>
                    <a:pt x="2126" y="2109197"/>
                  </a:lnTo>
                  <a:lnTo>
                    <a:pt x="2126" y="2108949"/>
                  </a:lnTo>
                  <a:lnTo>
                    <a:pt x="2126" y="2108701"/>
                  </a:lnTo>
                  <a:lnTo>
                    <a:pt x="2126" y="2108453"/>
                  </a:lnTo>
                  <a:lnTo>
                    <a:pt x="2126" y="2108205"/>
                  </a:lnTo>
                  <a:lnTo>
                    <a:pt x="2126" y="2107957"/>
                  </a:lnTo>
                  <a:lnTo>
                    <a:pt x="2126" y="2107709"/>
                  </a:lnTo>
                  <a:lnTo>
                    <a:pt x="2126" y="2107461"/>
                  </a:lnTo>
                  <a:lnTo>
                    <a:pt x="2126" y="2107214"/>
                  </a:lnTo>
                  <a:lnTo>
                    <a:pt x="2126" y="2106966"/>
                  </a:lnTo>
                  <a:lnTo>
                    <a:pt x="2126" y="2106718"/>
                  </a:lnTo>
                  <a:lnTo>
                    <a:pt x="2126" y="2106470"/>
                  </a:lnTo>
                  <a:lnTo>
                    <a:pt x="2126" y="2106222"/>
                  </a:lnTo>
                  <a:lnTo>
                    <a:pt x="2126" y="2105974"/>
                  </a:lnTo>
                  <a:lnTo>
                    <a:pt x="2126" y="2105726"/>
                  </a:lnTo>
                  <a:lnTo>
                    <a:pt x="2126" y="2105478"/>
                  </a:lnTo>
                  <a:lnTo>
                    <a:pt x="2126" y="2105230"/>
                  </a:lnTo>
                  <a:lnTo>
                    <a:pt x="2126" y="2104982"/>
                  </a:lnTo>
                  <a:lnTo>
                    <a:pt x="2126" y="2104734"/>
                  </a:lnTo>
                  <a:lnTo>
                    <a:pt x="2126" y="2104486"/>
                  </a:lnTo>
                  <a:lnTo>
                    <a:pt x="2126" y="2104238"/>
                  </a:lnTo>
                  <a:lnTo>
                    <a:pt x="2126" y="2103990"/>
                  </a:lnTo>
                  <a:lnTo>
                    <a:pt x="2126" y="2103742"/>
                  </a:lnTo>
                  <a:lnTo>
                    <a:pt x="2126" y="2103494"/>
                  </a:lnTo>
                  <a:lnTo>
                    <a:pt x="2126" y="2103247"/>
                  </a:lnTo>
                  <a:lnTo>
                    <a:pt x="2126" y="2102999"/>
                  </a:lnTo>
                  <a:lnTo>
                    <a:pt x="2126" y="2102751"/>
                  </a:lnTo>
                  <a:lnTo>
                    <a:pt x="2126" y="2102503"/>
                  </a:lnTo>
                  <a:lnTo>
                    <a:pt x="2126" y="2102255"/>
                  </a:lnTo>
                  <a:lnTo>
                    <a:pt x="2126" y="2102007"/>
                  </a:lnTo>
                  <a:lnTo>
                    <a:pt x="2126" y="2101759"/>
                  </a:lnTo>
                  <a:lnTo>
                    <a:pt x="2126" y="2101511"/>
                  </a:lnTo>
                  <a:lnTo>
                    <a:pt x="2126" y="2101263"/>
                  </a:lnTo>
                  <a:lnTo>
                    <a:pt x="2126" y="2101015"/>
                  </a:lnTo>
                  <a:lnTo>
                    <a:pt x="2126" y="2100767"/>
                  </a:lnTo>
                  <a:lnTo>
                    <a:pt x="2126" y="2100519"/>
                  </a:lnTo>
                  <a:lnTo>
                    <a:pt x="2126" y="2100271"/>
                  </a:lnTo>
                  <a:lnTo>
                    <a:pt x="2126" y="2100023"/>
                  </a:lnTo>
                  <a:lnTo>
                    <a:pt x="2126" y="2099775"/>
                  </a:lnTo>
                  <a:lnTo>
                    <a:pt x="2126" y="2099527"/>
                  </a:lnTo>
                  <a:lnTo>
                    <a:pt x="2126" y="2099280"/>
                  </a:lnTo>
                  <a:lnTo>
                    <a:pt x="2126" y="2099032"/>
                  </a:lnTo>
                  <a:lnTo>
                    <a:pt x="2126" y="2098784"/>
                  </a:lnTo>
                  <a:lnTo>
                    <a:pt x="2126" y="2098536"/>
                  </a:lnTo>
                  <a:lnTo>
                    <a:pt x="2126" y="2098288"/>
                  </a:lnTo>
                  <a:lnTo>
                    <a:pt x="2126" y="2098040"/>
                  </a:lnTo>
                  <a:lnTo>
                    <a:pt x="2126" y="2097792"/>
                  </a:lnTo>
                  <a:lnTo>
                    <a:pt x="2126" y="2097544"/>
                  </a:lnTo>
                  <a:lnTo>
                    <a:pt x="2126" y="2097296"/>
                  </a:lnTo>
                  <a:lnTo>
                    <a:pt x="2126" y="2097048"/>
                  </a:lnTo>
                  <a:lnTo>
                    <a:pt x="2126" y="2096800"/>
                  </a:lnTo>
                  <a:lnTo>
                    <a:pt x="2126" y="2096552"/>
                  </a:lnTo>
                  <a:lnTo>
                    <a:pt x="2126" y="2096304"/>
                  </a:lnTo>
                  <a:lnTo>
                    <a:pt x="2126" y="2096056"/>
                  </a:lnTo>
                  <a:lnTo>
                    <a:pt x="2126" y="2095808"/>
                  </a:lnTo>
                  <a:lnTo>
                    <a:pt x="2126" y="2095560"/>
                  </a:lnTo>
                  <a:lnTo>
                    <a:pt x="2126" y="2095313"/>
                  </a:lnTo>
                  <a:lnTo>
                    <a:pt x="2126" y="2095065"/>
                  </a:lnTo>
                  <a:lnTo>
                    <a:pt x="2126" y="2094817"/>
                  </a:lnTo>
                  <a:lnTo>
                    <a:pt x="2126" y="2094569"/>
                  </a:lnTo>
                  <a:lnTo>
                    <a:pt x="2126" y="2094321"/>
                  </a:lnTo>
                  <a:lnTo>
                    <a:pt x="2126" y="2094073"/>
                  </a:lnTo>
                  <a:lnTo>
                    <a:pt x="2126" y="2093825"/>
                  </a:lnTo>
                  <a:lnTo>
                    <a:pt x="2126" y="2093577"/>
                  </a:lnTo>
                  <a:lnTo>
                    <a:pt x="2126" y="2093329"/>
                  </a:lnTo>
                  <a:lnTo>
                    <a:pt x="2126" y="2093081"/>
                  </a:lnTo>
                  <a:lnTo>
                    <a:pt x="2126" y="2092833"/>
                  </a:lnTo>
                  <a:lnTo>
                    <a:pt x="2126" y="2092585"/>
                  </a:lnTo>
                  <a:lnTo>
                    <a:pt x="2126" y="2092337"/>
                  </a:lnTo>
                  <a:lnTo>
                    <a:pt x="2126" y="2092089"/>
                  </a:lnTo>
                  <a:lnTo>
                    <a:pt x="2126" y="2091841"/>
                  </a:lnTo>
                  <a:lnTo>
                    <a:pt x="2126" y="2091593"/>
                  </a:lnTo>
                  <a:lnTo>
                    <a:pt x="2126" y="2091346"/>
                  </a:lnTo>
                  <a:lnTo>
                    <a:pt x="2835" y="2091346"/>
                  </a:lnTo>
                  <a:lnTo>
                    <a:pt x="2835" y="2091098"/>
                  </a:lnTo>
                  <a:lnTo>
                    <a:pt x="2835" y="2090850"/>
                  </a:lnTo>
                  <a:lnTo>
                    <a:pt x="2835" y="2090602"/>
                  </a:lnTo>
                  <a:lnTo>
                    <a:pt x="2835" y="2090354"/>
                  </a:lnTo>
                  <a:lnTo>
                    <a:pt x="2835" y="2090106"/>
                  </a:lnTo>
                  <a:lnTo>
                    <a:pt x="2835" y="2089858"/>
                  </a:lnTo>
                  <a:lnTo>
                    <a:pt x="2835" y="2089610"/>
                  </a:lnTo>
                  <a:lnTo>
                    <a:pt x="2835" y="2089362"/>
                  </a:lnTo>
                  <a:lnTo>
                    <a:pt x="2835" y="2089114"/>
                  </a:lnTo>
                  <a:lnTo>
                    <a:pt x="2835" y="2088866"/>
                  </a:lnTo>
                  <a:lnTo>
                    <a:pt x="2835" y="2088618"/>
                  </a:lnTo>
                  <a:lnTo>
                    <a:pt x="2835" y="2088370"/>
                  </a:lnTo>
                  <a:lnTo>
                    <a:pt x="2835" y="2088122"/>
                  </a:lnTo>
                  <a:lnTo>
                    <a:pt x="2835" y="2087874"/>
                  </a:lnTo>
                  <a:lnTo>
                    <a:pt x="2835" y="2087627"/>
                  </a:lnTo>
                  <a:lnTo>
                    <a:pt x="2835" y="2087379"/>
                  </a:lnTo>
                  <a:lnTo>
                    <a:pt x="2835" y="2087131"/>
                  </a:lnTo>
                  <a:lnTo>
                    <a:pt x="2835" y="2086883"/>
                  </a:lnTo>
                  <a:lnTo>
                    <a:pt x="2835" y="2086635"/>
                  </a:lnTo>
                  <a:lnTo>
                    <a:pt x="2835" y="2086387"/>
                  </a:lnTo>
                  <a:lnTo>
                    <a:pt x="2835" y="2086139"/>
                  </a:lnTo>
                  <a:lnTo>
                    <a:pt x="2835" y="2085891"/>
                  </a:lnTo>
                  <a:lnTo>
                    <a:pt x="2835" y="2085643"/>
                  </a:lnTo>
                  <a:lnTo>
                    <a:pt x="2835" y="2085395"/>
                  </a:lnTo>
                  <a:lnTo>
                    <a:pt x="2835" y="2085147"/>
                  </a:lnTo>
                  <a:lnTo>
                    <a:pt x="2835" y="2084899"/>
                  </a:lnTo>
                  <a:lnTo>
                    <a:pt x="2835" y="2084651"/>
                  </a:lnTo>
                  <a:lnTo>
                    <a:pt x="2835" y="2084403"/>
                  </a:lnTo>
                  <a:lnTo>
                    <a:pt x="2835" y="2084155"/>
                  </a:lnTo>
                  <a:lnTo>
                    <a:pt x="2835" y="2083907"/>
                  </a:lnTo>
                  <a:lnTo>
                    <a:pt x="2835" y="2083660"/>
                  </a:lnTo>
                  <a:lnTo>
                    <a:pt x="2835" y="2083412"/>
                  </a:lnTo>
                  <a:lnTo>
                    <a:pt x="2835" y="2083164"/>
                  </a:lnTo>
                  <a:lnTo>
                    <a:pt x="2835" y="2082916"/>
                  </a:lnTo>
                  <a:lnTo>
                    <a:pt x="2835" y="2082668"/>
                  </a:lnTo>
                  <a:lnTo>
                    <a:pt x="2835" y="2082420"/>
                  </a:lnTo>
                  <a:lnTo>
                    <a:pt x="2835" y="2082172"/>
                  </a:lnTo>
                  <a:lnTo>
                    <a:pt x="2835" y="2081924"/>
                  </a:lnTo>
                  <a:lnTo>
                    <a:pt x="2835" y="2081676"/>
                  </a:lnTo>
                  <a:lnTo>
                    <a:pt x="2835" y="2081428"/>
                  </a:lnTo>
                  <a:lnTo>
                    <a:pt x="2835" y="2081180"/>
                  </a:lnTo>
                  <a:lnTo>
                    <a:pt x="2835" y="2080932"/>
                  </a:lnTo>
                  <a:lnTo>
                    <a:pt x="2835" y="2080684"/>
                  </a:lnTo>
                  <a:lnTo>
                    <a:pt x="2835" y="2080436"/>
                  </a:lnTo>
                  <a:lnTo>
                    <a:pt x="2835" y="2080188"/>
                  </a:lnTo>
                  <a:lnTo>
                    <a:pt x="2835" y="2079940"/>
                  </a:lnTo>
                  <a:lnTo>
                    <a:pt x="2835" y="2079693"/>
                  </a:lnTo>
                  <a:lnTo>
                    <a:pt x="2835" y="2079445"/>
                  </a:lnTo>
                  <a:lnTo>
                    <a:pt x="2835" y="2079197"/>
                  </a:lnTo>
                  <a:lnTo>
                    <a:pt x="2835" y="2078949"/>
                  </a:lnTo>
                  <a:lnTo>
                    <a:pt x="2835" y="2078701"/>
                  </a:lnTo>
                  <a:lnTo>
                    <a:pt x="2835" y="2078453"/>
                  </a:lnTo>
                  <a:lnTo>
                    <a:pt x="2835" y="2078205"/>
                  </a:lnTo>
                  <a:lnTo>
                    <a:pt x="2835" y="2077957"/>
                  </a:lnTo>
                  <a:lnTo>
                    <a:pt x="2835" y="2077709"/>
                  </a:lnTo>
                  <a:lnTo>
                    <a:pt x="2835" y="2077461"/>
                  </a:lnTo>
                  <a:lnTo>
                    <a:pt x="2835" y="2077213"/>
                  </a:lnTo>
                  <a:lnTo>
                    <a:pt x="2835" y="2076965"/>
                  </a:lnTo>
                  <a:lnTo>
                    <a:pt x="2835" y="2076717"/>
                  </a:lnTo>
                  <a:lnTo>
                    <a:pt x="2835" y="2076469"/>
                  </a:lnTo>
                  <a:lnTo>
                    <a:pt x="2835" y="2076221"/>
                  </a:lnTo>
                  <a:lnTo>
                    <a:pt x="2835" y="2075973"/>
                  </a:lnTo>
                  <a:lnTo>
                    <a:pt x="2835" y="2075726"/>
                  </a:lnTo>
                  <a:lnTo>
                    <a:pt x="2835" y="2075478"/>
                  </a:lnTo>
                  <a:lnTo>
                    <a:pt x="2835" y="2075230"/>
                  </a:lnTo>
                  <a:lnTo>
                    <a:pt x="2835" y="2074982"/>
                  </a:lnTo>
                  <a:lnTo>
                    <a:pt x="2835" y="2074734"/>
                  </a:lnTo>
                  <a:lnTo>
                    <a:pt x="2835" y="2074486"/>
                  </a:lnTo>
                  <a:lnTo>
                    <a:pt x="2835" y="2074238"/>
                  </a:lnTo>
                  <a:lnTo>
                    <a:pt x="2835" y="2073990"/>
                  </a:lnTo>
                  <a:lnTo>
                    <a:pt x="2835" y="2073742"/>
                  </a:lnTo>
                  <a:lnTo>
                    <a:pt x="2835" y="2073494"/>
                  </a:lnTo>
                  <a:lnTo>
                    <a:pt x="2835" y="2073246"/>
                  </a:lnTo>
                  <a:lnTo>
                    <a:pt x="2835" y="2072998"/>
                  </a:lnTo>
                  <a:lnTo>
                    <a:pt x="2835" y="2072750"/>
                  </a:lnTo>
                  <a:lnTo>
                    <a:pt x="2835" y="2072502"/>
                  </a:lnTo>
                  <a:lnTo>
                    <a:pt x="2835" y="2072254"/>
                  </a:lnTo>
                  <a:lnTo>
                    <a:pt x="2835" y="2072006"/>
                  </a:lnTo>
                  <a:lnTo>
                    <a:pt x="2835" y="2071759"/>
                  </a:lnTo>
                  <a:lnTo>
                    <a:pt x="2835" y="2071511"/>
                  </a:lnTo>
                  <a:lnTo>
                    <a:pt x="2835" y="2071263"/>
                  </a:lnTo>
                  <a:lnTo>
                    <a:pt x="2835" y="2071015"/>
                  </a:lnTo>
                  <a:lnTo>
                    <a:pt x="2835" y="2070767"/>
                  </a:lnTo>
                  <a:lnTo>
                    <a:pt x="2835" y="2070519"/>
                  </a:lnTo>
                  <a:lnTo>
                    <a:pt x="2835" y="2070271"/>
                  </a:lnTo>
                  <a:lnTo>
                    <a:pt x="2835" y="2070023"/>
                  </a:lnTo>
                  <a:lnTo>
                    <a:pt x="2835" y="2069775"/>
                  </a:lnTo>
                  <a:lnTo>
                    <a:pt x="2835" y="2069527"/>
                  </a:lnTo>
                  <a:lnTo>
                    <a:pt x="2835" y="2069279"/>
                  </a:lnTo>
                  <a:lnTo>
                    <a:pt x="2835" y="2069031"/>
                  </a:lnTo>
                  <a:lnTo>
                    <a:pt x="2835" y="2068783"/>
                  </a:lnTo>
                  <a:lnTo>
                    <a:pt x="2835" y="2068535"/>
                  </a:lnTo>
                  <a:lnTo>
                    <a:pt x="2835" y="2068287"/>
                  </a:lnTo>
                  <a:lnTo>
                    <a:pt x="2835" y="2068040"/>
                  </a:lnTo>
                  <a:lnTo>
                    <a:pt x="2835" y="2067792"/>
                  </a:lnTo>
                  <a:lnTo>
                    <a:pt x="2835" y="2067544"/>
                  </a:lnTo>
                  <a:lnTo>
                    <a:pt x="2835" y="2067296"/>
                  </a:lnTo>
                  <a:lnTo>
                    <a:pt x="2835" y="2067048"/>
                  </a:lnTo>
                  <a:lnTo>
                    <a:pt x="2835" y="2066800"/>
                  </a:lnTo>
                  <a:lnTo>
                    <a:pt x="2835" y="2066552"/>
                  </a:lnTo>
                  <a:lnTo>
                    <a:pt x="2835" y="2066304"/>
                  </a:lnTo>
                  <a:lnTo>
                    <a:pt x="2835" y="2066056"/>
                  </a:lnTo>
                  <a:lnTo>
                    <a:pt x="2835" y="2065808"/>
                  </a:lnTo>
                  <a:lnTo>
                    <a:pt x="2835" y="2065560"/>
                  </a:lnTo>
                  <a:lnTo>
                    <a:pt x="2835" y="2065312"/>
                  </a:lnTo>
                  <a:lnTo>
                    <a:pt x="2835" y="2065064"/>
                  </a:lnTo>
                  <a:lnTo>
                    <a:pt x="2835" y="2064816"/>
                  </a:lnTo>
                  <a:lnTo>
                    <a:pt x="2835" y="2064568"/>
                  </a:lnTo>
                  <a:lnTo>
                    <a:pt x="2835" y="2064320"/>
                  </a:lnTo>
                  <a:lnTo>
                    <a:pt x="2835" y="2064073"/>
                  </a:lnTo>
                  <a:lnTo>
                    <a:pt x="2835" y="2063825"/>
                  </a:lnTo>
                  <a:lnTo>
                    <a:pt x="2835" y="2063577"/>
                  </a:lnTo>
                  <a:lnTo>
                    <a:pt x="2835" y="2063329"/>
                  </a:lnTo>
                  <a:lnTo>
                    <a:pt x="2835" y="2063081"/>
                  </a:lnTo>
                  <a:lnTo>
                    <a:pt x="2835" y="2062833"/>
                  </a:lnTo>
                  <a:lnTo>
                    <a:pt x="2835" y="2062585"/>
                  </a:lnTo>
                  <a:lnTo>
                    <a:pt x="2835" y="2062337"/>
                  </a:lnTo>
                  <a:lnTo>
                    <a:pt x="2835" y="2062089"/>
                  </a:lnTo>
                  <a:lnTo>
                    <a:pt x="2835" y="2061841"/>
                  </a:lnTo>
                  <a:lnTo>
                    <a:pt x="2835" y="2061593"/>
                  </a:lnTo>
                  <a:lnTo>
                    <a:pt x="2835" y="2061345"/>
                  </a:lnTo>
                  <a:lnTo>
                    <a:pt x="2835" y="2061097"/>
                  </a:lnTo>
                  <a:lnTo>
                    <a:pt x="2835" y="2060849"/>
                  </a:lnTo>
                  <a:lnTo>
                    <a:pt x="2835" y="2060601"/>
                  </a:lnTo>
                  <a:lnTo>
                    <a:pt x="2835" y="2060353"/>
                  </a:lnTo>
                  <a:lnTo>
                    <a:pt x="2835" y="2060106"/>
                  </a:lnTo>
                  <a:lnTo>
                    <a:pt x="2835" y="2059858"/>
                  </a:lnTo>
                  <a:lnTo>
                    <a:pt x="2835" y="2059610"/>
                  </a:lnTo>
                  <a:lnTo>
                    <a:pt x="2835" y="2059362"/>
                  </a:lnTo>
                  <a:lnTo>
                    <a:pt x="2835" y="2059114"/>
                  </a:lnTo>
                  <a:lnTo>
                    <a:pt x="2835" y="2058866"/>
                  </a:lnTo>
                  <a:lnTo>
                    <a:pt x="2835" y="2058618"/>
                  </a:lnTo>
                  <a:lnTo>
                    <a:pt x="2835" y="2058370"/>
                  </a:lnTo>
                  <a:lnTo>
                    <a:pt x="2835" y="2058122"/>
                  </a:lnTo>
                  <a:lnTo>
                    <a:pt x="2835" y="2057874"/>
                  </a:lnTo>
                  <a:lnTo>
                    <a:pt x="2835" y="2057626"/>
                  </a:lnTo>
                  <a:lnTo>
                    <a:pt x="2835" y="2057378"/>
                  </a:lnTo>
                  <a:lnTo>
                    <a:pt x="2835" y="2057130"/>
                  </a:lnTo>
                  <a:lnTo>
                    <a:pt x="2835" y="2056882"/>
                  </a:lnTo>
                  <a:lnTo>
                    <a:pt x="2835" y="2056634"/>
                  </a:lnTo>
                  <a:lnTo>
                    <a:pt x="2835" y="2056386"/>
                  </a:lnTo>
                  <a:lnTo>
                    <a:pt x="2835" y="2056139"/>
                  </a:lnTo>
                  <a:lnTo>
                    <a:pt x="2835" y="2055891"/>
                  </a:lnTo>
                  <a:lnTo>
                    <a:pt x="2835" y="2055643"/>
                  </a:lnTo>
                  <a:lnTo>
                    <a:pt x="2835" y="2055395"/>
                  </a:lnTo>
                  <a:lnTo>
                    <a:pt x="2835" y="2055147"/>
                  </a:lnTo>
                  <a:lnTo>
                    <a:pt x="2835" y="2054899"/>
                  </a:lnTo>
                  <a:lnTo>
                    <a:pt x="2835" y="2054651"/>
                  </a:lnTo>
                  <a:lnTo>
                    <a:pt x="2835" y="2054403"/>
                  </a:lnTo>
                  <a:lnTo>
                    <a:pt x="2835" y="2054155"/>
                  </a:lnTo>
                  <a:lnTo>
                    <a:pt x="2835" y="2053907"/>
                  </a:lnTo>
                  <a:lnTo>
                    <a:pt x="2835" y="2053659"/>
                  </a:lnTo>
                  <a:lnTo>
                    <a:pt x="2835" y="2053411"/>
                  </a:lnTo>
                  <a:lnTo>
                    <a:pt x="2835" y="2053163"/>
                  </a:lnTo>
                  <a:lnTo>
                    <a:pt x="2835" y="2052915"/>
                  </a:lnTo>
                  <a:lnTo>
                    <a:pt x="2835" y="2052667"/>
                  </a:lnTo>
                  <a:lnTo>
                    <a:pt x="2835" y="2052420"/>
                  </a:lnTo>
                  <a:lnTo>
                    <a:pt x="2835" y="2052172"/>
                  </a:lnTo>
                  <a:lnTo>
                    <a:pt x="2835" y="2051924"/>
                  </a:lnTo>
                  <a:lnTo>
                    <a:pt x="2835" y="2051676"/>
                  </a:lnTo>
                  <a:lnTo>
                    <a:pt x="2835" y="2051428"/>
                  </a:lnTo>
                  <a:lnTo>
                    <a:pt x="2835" y="2051180"/>
                  </a:lnTo>
                  <a:lnTo>
                    <a:pt x="2835" y="2050932"/>
                  </a:lnTo>
                  <a:lnTo>
                    <a:pt x="2835" y="2050684"/>
                  </a:lnTo>
                  <a:lnTo>
                    <a:pt x="2835" y="2050436"/>
                  </a:lnTo>
                  <a:lnTo>
                    <a:pt x="2835" y="2050188"/>
                  </a:lnTo>
                  <a:lnTo>
                    <a:pt x="2835" y="2049940"/>
                  </a:lnTo>
                  <a:lnTo>
                    <a:pt x="2835" y="2049692"/>
                  </a:lnTo>
                  <a:lnTo>
                    <a:pt x="2835" y="2049444"/>
                  </a:lnTo>
                  <a:lnTo>
                    <a:pt x="2835" y="2049196"/>
                  </a:lnTo>
                  <a:lnTo>
                    <a:pt x="2835" y="2048948"/>
                  </a:lnTo>
                  <a:lnTo>
                    <a:pt x="2835" y="2048700"/>
                  </a:lnTo>
                  <a:lnTo>
                    <a:pt x="2835" y="2048453"/>
                  </a:lnTo>
                  <a:lnTo>
                    <a:pt x="2835" y="2048205"/>
                  </a:lnTo>
                  <a:lnTo>
                    <a:pt x="2835" y="2047957"/>
                  </a:lnTo>
                  <a:lnTo>
                    <a:pt x="2835" y="2047709"/>
                  </a:lnTo>
                  <a:lnTo>
                    <a:pt x="2835" y="2047461"/>
                  </a:lnTo>
                  <a:lnTo>
                    <a:pt x="2835" y="2047213"/>
                  </a:lnTo>
                  <a:lnTo>
                    <a:pt x="2835" y="2046965"/>
                  </a:lnTo>
                  <a:lnTo>
                    <a:pt x="2835" y="2046717"/>
                  </a:lnTo>
                  <a:lnTo>
                    <a:pt x="2835" y="2046469"/>
                  </a:lnTo>
                  <a:lnTo>
                    <a:pt x="2835" y="2046221"/>
                  </a:lnTo>
                  <a:lnTo>
                    <a:pt x="2835" y="2045973"/>
                  </a:lnTo>
                  <a:lnTo>
                    <a:pt x="2835" y="2045725"/>
                  </a:lnTo>
                  <a:lnTo>
                    <a:pt x="2835" y="2045477"/>
                  </a:lnTo>
                  <a:lnTo>
                    <a:pt x="2835" y="2045229"/>
                  </a:lnTo>
                  <a:lnTo>
                    <a:pt x="2835" y="2044981"/>
                  </a:lnTo>
                  <a:lnTo>
                    <a:pt x="2835" y="2044733"/>
                  </a:lnTo>
                  <a:lnTo>
                    <a:pt x="2835" y="2044486"/>
                  </a:lnTo>
                  <a:lnTo>
                    <a:pt x="2835" y="2044238"/>
                  </a:lnTo>
                  <a:lnTo>
                    <a:pt x="2835" y="2043990"/>
                  </a:lnTo>
                  <a:lnTo>
                    <a:pt x="2835" y="2043742"/>
                  </a:lnTo>
                  <a:lnTo>
                    <a:pt x="2835" y="2043494"/>
                  </a:lnTo>
                  <a:lnTo>
                    <a:pt x="2835" y="2043246"/>
                  </a:lnTo>
                  <a:lnTo>
                    <a:pt x="2835" y="2042998"/>
                  </a:lnTo>
                  <a:lnTo>
                    <a:pt x="2835" y="2042750"/>
                  </a:lnTo>
                  <a:lnTo>
                    <a:pt x="2835" y="2042502"/>
                  </a:lnTo>
                  <a:lnTo>
                    <a:pt x="2835" y="2042254"/>
                  </a:lnTo>
                  <a:lnTo>
                    <a:pt x="2835" y="2042006"/>
                  </a:lnTo>
                  <a:lnTo>
                    <a:pt x="2835" y="2041758"/>
                  </a:lnTo>
                  <a:lnTo>
                    <a:pt x="2835" y="2041510"/>
                  </a:lnTo>
                  <a:lnTo>
                    <a:pt x="2835" y="2041262"/>
                  </a:lnTo>
                  <a:lnTo>
                    <a:pt x="2835" y="2041014"/>
                  </a:lnTo>
                  <a:lnTo>
                    <a:pt x="2835" y="2040766"/>
                  </a:lnTo>
                  <a:lnTo>
                    <a:pt x="2835" y="2040519"/>
                  </a:lnTo>
                  <a:lnTo>
                    <a:pt x="2835" y="2040271"/>
                  </a:lnTo>
                  <a:lnTo>
                    <a:pt x="2835" y="2040023"/>
                  </a:lnTo>
                  <a:lnTo>
                    <a:pt x="2835" y="2039775"/>
                  </a:lnTo>
                  <a:lnTo>
                    <a:pt x="2835" y="2039527"/>
                  </a:lnTo>
                  <a:lnTo>
                    <a:pt x="2835" y="2039279"/>
                  </a:lnTo>
                  <a:lnTo>
                    <a:pt x="2835" y="2039031"/>
                  </a:lnTo>
                  <a:lnTo>
                    <a:pt x="2835" y="2038783"/>
                  </a:lnTo>
                  <a:lnTo>
                    <a:pt x="2835" y="2038535"/>
                  </a:lnTo>
                  <a:lnTo>
                    <a:pt x="2835" y="2038287"/>
                  </a:lnTo>
                  <a:lnTo>
                    <a:pt x="2835" y="2038039"/>
                  </a:lnTo>
                  <a:lnTo>
                    <a:pt x="2835" y="2037791"/>
                  </a:lnTo>
                  <a:lnTo>
                    <a:pt x="2835" y="2037543"/>
                  </a:lnTo>
                  <a:lnTo>
                    <a:pt x="2835" y="2037295"/>
                  </a:lnTo>
                  <a:lnTo>
                    <a:pt x="2835" y="2037047"/>
                  </a:lnTo>
                  <a:lnTo>
                    <a:pt x="2835" y="2036799"/>
                  </a:lnTo>
                  <a:lnTo>
                    <a:pt x="2835" y="2036552"/>
                  </a:lnTo>
                  <a:lnTo>
                    <a:pt x="2835" y="2036304"/>
                  </a:lnTo>
                  <a:lnTo>
                    <a:pt x="2835" y="2036056"/>
                  </a:lnTo>
                  <a:lnTo>
                    <a:pt x="2835" y="2035808"/>
                  </a:lnTo>
                  <a:lnTo>
                    <a:pt x="2835" y="2035560"/>
                  </a:lnTo>
                  <a:lnTo>
                    <a:pt x="2835" y="2035312"/>
                  </a:lnTo>
                  <a:lnTo>
                    <a:pt x="2835" y="2035064"/>
                  </a:lnTo>
                  <a:lnTo>
                    <a:pt x="2835" y="2034816"/>
                  </a:lnTo>
                  <a:lnTo>
                    <a:pt x="2835" y="2034568"/>
                  </a:lnTo>
                  <a:lnTo>
                    <a:pt x="2835" y="2034320"/>
                  </a:lnTo>
                  <a:lnTo>
                    <a:pt x="2835" y="2034072"/>
                  </a:lnTo>
                  <a:lnTo>
                    <a:pt x="2835" y="2033824"/>
                  </a:lnTo>
                  <a:lnTo>
                    <a:pt x="2835" y="2033576"/>
                  </a:lnTo>
                  <a:lnTo>
                    <a:pt x="2835" y="2033328"/>
                  </a:lnTo>
                  <a:lnTo>
                    <a:pt x="2835" y="2033080"/>
                  </a:lnTo>
                  <a:lnTo>
                    <a:pt x="2835" y="2032833"/>
                  </a:lnTo>
                  <a:lnTo>
                    <a:pt x="2835" y="2032585"/>
                  </a:lnTo>
                  <a:lnTo>
                    <a:pt x="2835" y="2032337"/>
                  </a:lnTo>
                  <a:lnTo>
                    <a:pt x="2835" y="2032089"/>
                  </a:lnTo>
                  <a:lnTo>
                    <a:pt x="2835" y="2031841"/>
                  </a:lnTo>
                  <a:lnTo>
                    <a:pt x="2835" y="2031593"/>
                  </a:lnTo>
                  <a:lnTo>
                    <a:pt x="2835" y="2031345"/>
                  </a:lnTo>
                  <a:lnTo>
                    <a:pt x="2835" y="2031097"/>
                  </a:lnTo>
                  <a:lnTo>
                    <a:pt x="2835" y="2030849"/>
                  </a:lnTo>
                  <a:lnTo>
                    <a:pt x="2835" y="2030601"/>
                  </a:lnTo>
                  <a:lnTo>
                    <a:pt x="2835" y="2030353"/>
                  </a:lnTo>
                  <a:lnTo>
                    <a:pt x="2835" y="2030105"/>
                  </a:lnTo>
                  <a:lnTo>
                    <a:pt x="2835" y="2029857"/>
                  </a:lnTo>
                  <a:lnTo>
                    <a:pt x="2835" y="2029609"/>
                  </a:lnTo>
                  <a:lnTo>
                    <a:pt x="2835" y="2029361"/>
                  </a:lnTo>
                  <a:lnTo>
                    <a:pt x="2835" y="2029113"/>
                  </a:lnTo>
                  <a:lnTo>
                    <a:pt x="2835" y="2028866"/>
                  </a:lnTo>
                  <a:lnTo>
                    <a:pt x="2835" y="2028618"/>
                  </a:lnTo>
                  <a:lnTo>
                    <a:pt x="2835" y="2028370"/>
                  </a:lnTo>
                  <a:lnTo>
                    <a:pt x="2835" y="2028122"/>
                  </a:lnTo>
                  <a:lnTo>
                    <a:pt x="2835" y="2027874"/>
                  </a:lnTo>
                  <a:lnTo>
                    <a:pt x="2835" y="2027626"/>
                  </a:lnTo>
                  <a:lnTo>
                    <a:pt x="2835" y="2027378"/>
                  </a:lnTo>
                  <a:lnTo>
                    <a:pt x="2835" y="2027130"/>
                  </a:lnTo>
                  <a:lnTo>
                    <a:pt x="2835" y="2026882"/>
                  </a:lnTo>
                  <a:lnTo>
                    <a:pt x="2835" y="2026634"/>
                  </a:lnTo>
                  <a:lnTo>
                    <a:pt x="2835" y="2026386"/>
                  </a:lnTo>
                  <a:lnTo>
                    <a:pt x="2835" y="2026138"/>
                  </a:lnTo>
                  <a:lnTo>
                    <a:pt x="2835" y="2025890"/>
                  </a:lnTo>
                  <a:lnTo>
                    <a:pt x="2835" y="2025642"/>
                  </a:lnTo>
                  <a:lnTo>
                    <a:pt x="2835" y="2025394"/>
                  </a:lnTo>
                  <a:lnTo>
                    <a:pt x="2835" y="2025146"/>
                  </a:lnTo>
                  <a:lnTo>
                    <a:pt x="2835" y="2024899"/>
                  </a:lnTo>
                  <a:lnTo>
                    <a:pt x="2835" y="2024651"/>
                  </a:lnTo>
                  <a:lnTo>
                    <a:pt x="2835" y="2024403"/>
                  </a:lnTo>
                  <a:lnTo>
                    <a:pt x="2835" y="2024155"/>
                  </a:lnTo>
                  <a:lnTo>
                    <a:pt x="2835" y="2023907"/>
                  </a:lnTo>
                  <a:lnTo>
                    <a:pt x="2835" y="2023659"/>
                  </a:lnTo>
                  <a:lnTo>
                    <a:pt x="2835" y="2023411"/>
                  </a:lnTo>
                  <a:lnTo>
                    <a:pt x="2835" y="2023163"/>
                  </a:lnTo>
                  <a:lnTo>
                    <a:pt x="2835" y="2022915"/>
                  </a:lnTo>
                  <a:lnTo>
                    <a:pt x="2835" y="2022667"/>
                  </a:lnTo>
                  <a:lnTo>
                    <a:pt x="2835" y="2022419"/>
                  </a:lnTo>
                  <a:lnTo>
                    <a:pt x="2835" y="2022171"/>
                  </a:lnTo>
                  <a:lnTo>
                    <a:pt x="2835" y="2021923"/>
                  </a:lnTo>
                  <a:lnTo>
                    <a:pt x="2835" y="2021675"/>
                  </a:lnTo>
                  <a:lnTo>
                    <a:pt x="2835" y="2021427"/>
                  </a:lnTo>
                  <a:lnTo>
                    <a:pt x="2835" y="2021179"/>
                  </a:lnTo>
                  <a:lnTo>
                    <a:pt x="2835" y="2020932"/>
                  </a:lnTo>
                  <a:lnTo>
                    <a:pt x="2835" y="2020684"/>
                  </a:lnTo>
                  <a:lnTo>
                    <a:pt x="2835" y="2020436"/>
                  </a:lnTo>
                  <a:lnTo>
                    <a:pt x="2835" y="2020188"/>
                  </a:lnTo>
                  <a:lnTo>
                    <a:pt x="2835" y="2019940"/>
                  </a:lnTo>
                  <a:lnTo>
                    <a:pt x="2835" y="2019692"/>
                  </a:lnTo>
                  <a:lnTo>
                    <a:pt x="2835" y="2019444"/>
                  </a:lnTo>
                  <a:lnTo>
                    <a:pt x="2835" y="2019196"/>
                  </a:lnTo>
                  <a:lnTo>
                    <a:pt x="2835" y="2018948"/>
                  </a:lnTo>
                  <a:lnTo>
                    <a:pt x="2835" y="2018700"/>
                  </a:lnTo>
                  <a:lnTo>
                    <a:pt x="2835" y="2018452"/>
                  </a:lnTo>
                  <a:lnTo>
                    <a:pt x="2835" y="2018204"/>
                  </a:lnTo>
                  <a:lnTo>
                    <a:pt x="2835" y="2017956"/>
                  </a:lnTo>
                  <a:lnTo>
                    <a:pt x="2835" y="2017708"/>
                  </a:lnTo>
                  <a:lnTo>
                    <a:pt x="2835" y="2017460"/>
                  </a:lnTo>
                  <a:lnTo>
                    <a:pt x="2835" y="2017212"/>
                  </a:lnTo>
                  <a:lnTo>
                    <a:pt x="2835" y="2016965"/>
                  </a:lnTo>
                  <a:lnTo>
                    <a:pt x="2835" y="2016717"/>
                  </a:lnTo>
                  <a:lnTo>
                    <a:pt x="2835" y="2016469"/>
                  </a:lnTo>
                  <a:lnTo>
                    <a:pt x="2835" y="2016221"/>
                  </a:lnTo>
                  <a:lnTo>
                    <a:pt x="2835" y="2015973"/>
                  </a:lnTo>
                  <a:lnTo>
                    <a:pt x="2835" y="2015725"/>
                  </a:lnTo>
                  <a:lnTo>
                    <a:pt x="2835" y="2015477"/>
                  </a:lnTo>
                  <a:lnTo>
                    <a:pt x="2835" y="2015229"/>
                  </a:lnTo>
                  <a:lnTo>
                    <a:pt x="2835" y="2014981"/>
                  </a:lnTo>
                  <a:lnTo>
                    <a:pt x="2835" y="2014733"/>
                  </a:lnTo>
                  <a:lnTo>
                    <a:pt x="2835" y="2014485"/>
                  </a:lnTo>
                  <a:lnTo>
                    <a:pt x="2835" y="2014237"/>
                  </a:lnTo>
                  <a:lnTo>
                    <a:pt x="2835" y="2013989"/>
                  </a:lnTo>
                  <a:lnTo>
                    <a:pt x="2835" y="2013741"/>
                  </a:lnTo>
                  <a:lnTo>
                    <a:pt x="2835" y="2013493"/>
                  </a:lnTo>
                  <a:lnTo>
                    <a:pt x="2835" y="2013246"/>
                  </a:lnTo>
                  <a:lnTo>
                    <a:pt x="2835" y="2012998"/>
                  </a:lnTo>
                  <a:lnTo>
                    <a:pt x="2835" y="2012750"/>
                  </a:lnTo>
                  <a:lnTo>
                    <a:pt x="2835" y="2012502"/>
                  </a:lnTo>
                  <a:lnTo>
                    <a:pt x="2835" y="2012254"/>
                  </a:lnTo>
                  <a:lnTo>
                    <a:pt x="2835" y="2012006"/>
                  </a:lnTo>
                  <a:lnTo>
                    <a:pt x="2835" y="2011758"/>
                  </a:lnTo>
                  <a:lnTo>
                    <a:pt x="2835" y="2011510"/>
                  </a:lnTo>
                  <a:lnTo>
                    <a:pt x="2835" y="2011262"/>
                  </a:lnTo>
                  <a:lnTo>
                    <a:pt x="2835" y="2011014"/>
                  </a:lnTo>
                  <a:lnTo>
                    <a:pt x="2835" y="2010766"/>
                  </a:lnTo>
                  <a:lnTo>
                    <a:pt x="2835" y="2010518"/>
                  </a:lnTo>
                  <a:lnTo>
                    <a:pt x="2835" y="2010270"/>
                  </a:lnTo>
                  <a:lnTo>
                    <a:pt x="2835" y="2010022"/>
                  </a:lnTo>
                  <a:lnTo>
                    <a:pt x="2835" y="2009774"/>
                  </a:lnTo>
                  <a:lnTo>
                    <a:pt x="2835" y="2009526"/>
                  </a:lnTo>
                  <a:lnTo>
                    <a:pt x="2835" y="2009279"/>
                  </a:lnTo>
                  <a:lnTo>
                    <a:pt x="2835" y="2009031"/>
                  </a:lnTo>
                  <a:lnTo>
                    <a:pt x="2835" y="2008783"/>
                  </a:lnTo>
                  <a:lnTo>
                    <a:pt x="2835" y="2008535"/>
                  </a:lnTo>
                  <a:lnTo>
                    <a:pt x="2835" y="2008287"/>
                  </a:lnTo>
                  <a:lnTo>
                    <a:pt x="2835" y="2008039"/>
                  </a:lnTo>
                  <a:lnTo>
                    <a:pt x="2835" y="2007791"/>
                  </a:lnTo>
                  <a:lnTo>
                    <a:pt x="2835" y="2007543"/>
                  </a:lnTo>
                  <a:lnTo>
                    <a:pt x="2835" y="2007295"/>
                  </a:lnTo>
                  <a:lnTo>
                    <a:pt x="2835" y="2007047"/>
                  </a:lnTo>
                  <a:lnTo>
                    <a:pt x="2835" y="2006799"/>
                  </a:lnTo>
                  <a:lnTo>
                    <a:pt x="2835" y="2006551"/>
                  </a:lnTo>
                  <a:lnTo>
                    <a:pt x="2835" y="2006303"/>
                  </a:lnTo>
                  <a:lnTo>
                    <a:pt x="2835" y="2006055"/>
                  </a:lnTo>
                  <a:lnTo>
                    <a:pt x="2835" y="2005807"/>
                  </a:lnTo>
                  <a:lnTo>
                    <a:pt x="2835" y="2005559"/>
                  </a:lnTo>
                  <a:lnTo>
                    <a:pt x="2835" y="2005312"/>
                  </a:lnTo>
                  <a:lnTo>
                    <a:pt x="2835" y="2005064"/>
                  </a:lnTo>
                  <a:lnTo>
                    <a:pt x="2835" y="2004816"/>
                  </a:lnTo>
                  <a:lnTo>
                    <a:pt x="2835" y="2004568"/>
                  </a:lnTo>
                  <a:lnTo>
                    <a:pt x="2835" y="2004320"/>
                  </a:lnTo>
                  <a:lnTo>
                    <a:pt x="2835" y="2004072"/>
                  </a:lnTo>
                  <a:lnTo>
                    <a:pt x="2835" y="2003824"/>
                  </a:lnTo>
                  <a:lnTo>
                    <a:pt x="2835" y="2003576"/>
                  </a:lnTo>
                  <a:lnTo>
                    <a:pt x="2835" y="2003328"/>
                  </a:lnTo>
                  <a:lnTo>
                    <a:pt x="2835" y="2003080"/>
                  </a:lnTo>
                  <a:lnTo>
                    <a:pt x="2835" y="2002832"/>
                  </a:lnTo>
                  <a:lnTo>
                    <a:pt x="2835" y="2002584"/>
                  </a:lnTo>
                  <a:lnTo>
                    <a:pt x="2835" y="2002336"/>
                  </a:lnTo>
                  <a:lnTo>
                    <a:pt x="2835" y="2002088"/>
                  </a:lnTo>
                  <a:lnTo>
                    <a:pt x="2835" y="2001840"/>
                  </a:lnTo>
                  <a:lnTo>
                    <a:pt x="2835" y="2001592"/>
                  </a:lnTo>
                  <a:lnTo>
                    <a:pt x="2835" y="2001345"/>
                  </a:lnTo>
                  <a:lnTo>
                    <a:pt x="2835" y="2001097"/>
                  </a:lnTo>
                  <a:lnTo>
                    <a:pt x="2835" y="2000849"/>
                  </a:lnTo>
                  <a:lnTo>
                    <a:pt x="2835" y="2000601"/>
                  </a:lnTo>
                  <a:lnTo>
                    <a:pt x="2835" y="2000353"/>
                  </a:lnTo>
                  <a:lnTo>
                    <a:pt x="2835" y="2000105"/>
                  </a:lnTo>
                  <a:lnTo>
                    <a:pt x="2835" y="1999857"/>
                  </a:lnTo>
                  <a:lnTo>
                    <a:pt x="2835" y="1999609"/>
                  </a:lnTo>
                  <a:lnTo>
                    <a:pt x="2835" y="1999361"/>
                  </a:lnTo>
                  <a:lnTo>
                    <a:pt x="2835" y="1999113"/>
                  </a:lnTo>
                  <a:lnTo>
                    <a:pt x="2835" y="1998865"/>
                  </a:lnTo>
                  <a:lnTo>
                    <a:pt x="2835" y="1998617"/>
                  </a:lnTo>
                  <a:lnTo>
                    <a:pt x="2835" y="1998369"/>
                  </a:lnTo>
                  <a:lnTo>
                    <a:pt x="2835" y="1998121"/>
                  </a:lnTo>
                  <a:lnTo>
                    <a:pt x="2835" y="1997873"/>
                  </a:lnTo>
                  <a:lnTo>
                    <a:pt x="2835" y="1997625"/>
                  </a:lnTo>
                  <a:lnTo>
                    <a:pt x="2835" y="1997378"/>
                  </a:lnTo>
                  <a:lnTo>
                    <a:pt x="2835" y="1997130"/>
                  </a:lnTo>
                  <a:lnTo>
                    <a:pt x="2835" y="1996882"/>
                  </a:lnTo>
                  <a:lnTo>
                    <a:pt x="2835" y="1996634"/>
                  </a:lnTo>
                  <a:lnTo>
                    <a:pt x="2835" y="1996386"/>
                  </a:lnTo>
                  <a:lnTo>
                    <a:pt x="2835" y="1996138"/>
                  </a:lnTo>
                  <a:lnTo>
                    <a:pt x="2835" y="1995890"/>
                  </a:lnTo>
                  <a:lnTo>
                    <a:pt x="2835" y="1995642"/>
                  </a:lnTo>
                  <a:lnTo>
                    <a:pt x="2835" y="1995394"/>
                  </a:lnTo>
                  <a:lnTo>
                    <a:pt x="2835" y="1995146"/>
                  </a:lnTo>
                  <a:lnTo>
                    <a:pt x="2835" y="1994898"/>
                  </a:lnTo>
                  <a:lnTo>
                    <a:pt x="2835" y="1994650"/>
                  </a:lnTo>
                  <a:lnTo>
                    <a:pt x="2835" y="1994402"/>
                  </a:lnTo>
                  <a:lnTo>
                    <a:pt x="2835" y="1994154"/>
                  </a:lnTo>
                  <a:lnTo>
                    <a:pt x="2835" y="1993906"/>
                  </a:lnTo>
                  <a:lnTo>
                    <a:pt x="2835" y="1993659"/>
                  </a:lnTo>
                  <a:lnTo>
                    <a:pt x="2835" y="1993411"/>
                  </a:lnTo>
                  <a:lnTo>
                    <a:pt x="2835" y="1993163"/>
                  </a:lnTo>
                  <a:lnTo>
                    <a:pt x="2835" y="1992915"/>
                  </a:lnTo>
                  <a:lnTo>
                    <a:pt x="2835" y="1992667"/>
                  </a:lnTo>
                  <a:lnTo>
                    <a:pt x="2835" y="1992419"/>
                  </a:lnTo>
                  <a:lnTo>
                    <a:pt x="2835" y="1992171"/>
                  </a:lnTo>
                  <a:lnTo>
                    <a:pt x="2835" y="1991923"/>
                  </a:lnTo>
                  <a:lnTo>
                    <a:pt x="2835" y="1991675"/>
                  </a:lnTo>
                  <a:lnTo>
                    <a:pt x="2835" y="1991427"/>
                  </a:lnTo>
                  <a:lnTo>
                    <a:pt x="2835" y="1991179"/>
                  </a:lnTo>
                  <a:lnTo>
                    <a:pt x="2835" y="1990931"/>
                  </a:lnTo>
                  <a:lnTo>
                    <a:pt x="2835" y="1990683"/>
                  </a:lnTo>
                  <a:lnTo>
                    <a:pt x="2835" y="1990435"/>
                  </a:lnTo>
                  <a:lnTo>
                    <a:pt x="2835" y="1990187"/>
                  </a:lnTo>
                  <a:lnTo>
                    <a:pt x="2835" y="1989939"/>
                  </a:lnTo>
                  <a:lnTo>
                    <a:pt x="2835" y="1989692"/>
                  </a:lnTo>
                  <a:lnTo>
                    <a:pt x="2835" y="1989444"/>
                  </a:lnTo>
                  <a:lnTo>
                    <a:pt x="2835" y="1989196"/>
                  </a:lnTo>
                  <a:lnTo>
                    <a:pt x="2835" y="1988948"/>
                  </a:lnTo>
                  <a:lnTo>
                    <a:pt x="2835" y="1988700"/>
                  </a:lnTo>
                  <a:lnTo>
                    <a:pt x="2835" y="1988452"/>
                  </a:lnTo>
                  <a:lnTo>
                    <a:pt x="3544" y="1988452"/>
                  </a:lnTo>
                  <a:lnTo>
                    <a:pt x="3544" y="1988204"/>
                  </a:lnTo>
                  <a:lnTo>
                    <a:pt x="3544" y="1987956"/>
                  </a:lnTo>
                  <a:lnTo>
                    <a:pt x="3544" y="1987708"/>
                  </a:lnTo>
                  <a:lnTo>
                    <a:pt x="3544" y="1987460"/>
                  </a:lnTo>
                  <a:lnTo>
                    <a:pt x="3544" y="1987212"/>
                  </a:lnTo>
                  <a:lnTo>
                    <a:pt x="3544" y="1986964"/>
                  </a:lnTo>
                  <a:lnTo>
                    <a:pt x="3544" y="1986716"/>
                  </a:lnTo>
                  <a:lnTo>
                    <a:pt x="3544" y="1986468"/>
                  </a:lnTo>
                  <a:lnTo>
                    <a:pt x="3544" y="1986220"/>
                  </a:lnTo>
                  <a:lnTo>
                    <a:pt x="3544" y="1985972"/>
                  </a:lnTo>
                  <a:lnTo>
                    <a:pt x="3544" y="1985725"/>
                  </a:lnTo>
                  <a:lnTo>
                    <a:pt x="3544" y="1985477"/>
                  </a:lnTo>
                  <a:lnTo>
                    <a:pt x="3544" y="1985229"/>
                  </a:lnTo>
                  <a:lnTo>
                    <a:pt x="3544" y="1984981"/>
                  </a:lnTo>
                  <a:lnTo>
                    <a:pt x="3544" y="1984733"/>
                  </a:lnTo>
                  <a:lnTo>
                    <a:pt x="3544" y="1984485"/>
                  </a:lnTo>
                  <a:lnTo>
                    <a:pt x="3544" y="1984237"/>
                  </a:lnTo>
                  <a:lnTo>
                    <a:pt x="3544" y="1983989"/>
                  </a:lnTo>
                  <a:lnTo>
                    <a:pt x="3544" y="1983741"/>
                  </a:lnTo>
                  <a:lnTo>
                    <a:pt x="3544" y="1983493"/>
                  </a:lnTo>
                  <a:lnTo>
                    <a:pt x="3544" y="1983245"/>
                  </a:lnTo>
                  <a:lnTo>
                    <a:pt x="3544" y="1982997"/>
                  </a:lnTo>
                  <a:lnTo>
                    <a:pt x="3544" y="1982749"/>
                  </a:lnTo>
                  <a:lnTo>
                    <a:pt x="3544" y="1982501"/>
                  </a:lnTo>
                  <a:lnTo>
                    <a:pt x="3544" y="1982253"/>
                  </a:lnTo>
                  <a:lnTo>
                    <a:pt x="3544" y="1982005"/>
                  </a:lnTo>
                  <a:lnTo>
                    <a:pt x="3544" y="1981758"/>
                  </a:lnTo>
                  <a:lnTo>
                    <a:pt x="3544" y="1981510"/>
                  </a:lnTo>
                  <a:lnTo>
                    <a:pt x="3544" y="1981262"/>
                  </a:lnTo>
                  <a:lnTo>
                    <a:pt x="3544" y="1981014"/>
                  </a:lnTo>
                  <a:lnTo>
                    <a:pt x="3544" y="1980766"/>
                  </a:lnTo>
                  <a:lnTo>
                    <a:pt x="3544" y="1980518"/>
                  </a:lnTo>
                  <a:lnTo>
                    <a:pt x="3544" y="1980270"/>
                  </a:lnTo>
                  <a:lnTo>
                    <a:pt x="3544" y="1980022"/>
                  </a:lnTo>
                  <a:lnTo>
                    <a:pt x="3544" y="1979774"/>
                  </a:lnTo>
                  <a:lnTo>
                    <a:pt x="3544" y="1979526"/>
                  </a:lnTo>
                  <a:lnTo>
                    <a:pt x="3544" y="1979278"/>
                  </a:lnTo>
                  <a:lnTo>
                    <a:pt x="3544" y="1979030"/>
                  </a:lnTo>
                  <a:lnTo>
                    <a:pt x="3544" y="1978782"/>
                  </a:lnTo>
                  <a:lnTo>
                    <a:pt x="3544" y="1978534"/>
                  </a:lnTo>
                  <a:lnTo>
                    <a:pt x="3544" y="1978286"/>
                  </a:lnTo>
                  <a:lnTo>
                    <a:pt x="3544" y="1978038"/>
                  </a:lnTo>
                  <a:lnTo>
                    <a:pt x="3544" y="1977791"/>
                  </a:lnTo>
                  <a:lnTo>
                    <a:pt x="3544" y="1977543"/>
                  </a:lnTo>
                  <a:lnTo>
                    <a:pt x="3544" y="1977295"/>
                  </a:lnTo>
                  <a:lnTo>
                    <a:pt x="3544" y="1977047"/>
                  </a:lnTo>
                  <a:lnTo>
                    <a:pt x="3544" y="1976799"/>
                  </a:lnTo>
                  <a:lnTo>
                    <a:pt x="3544" y="1976551"/>
                  </a:lnTo>
                  <a:lnTo>
                    <a:pt x="3544" y="1976303"/>
                  </a:lnTo>
                  <a:lnTo>
                    <a:pt x="3544" y="1976055"/>
                  </a:lnTo>
                  <a:lnTo>
                    <a:pt x="3544" y="1975807"/>
                  </a:lnTo>
                  <a:lnTo>
                    <a:pt x="3544" y="1975559"/>
                  </a:lnTo>
                  <a:lnTo>
                    <a:pt x="3544" y="1975311"/>
                  </a:lnTo>
                  <a:lnTo>
                    <a:pt x="3544" y="1975063"/>
                  </a:lnTo>
                  <a:lnTo>
                    <a:pt x="3544" y="1974815"/>
                  </a:lnTo>
                  <a:lnTo>
                    <a:pt x="3544" y="1974567"/>
                  </a:lnTo>
                  <a:lnTo>
                    <a:pt x="3544" y="1974319"/>
                  </a:lnTo>
                  <a:lnTo>
                    <a:pt x="3544" y="1974072"/>
                  </a:lnTo>
                  <a:lnTo>
                    <a:pt x="3544" y="1973824"/>
                  </a:lnTo>
                  <a:lnTo>
                    <a:pt x="3544" y="1973576"/>
                  </a:lnTo>
                  <a:lnTo>
                    <a:pt x="3544" y="1973328"/>
                  </a:lnTo>
                  <a:lnTo>
                    <a:pt x="3544" y="1973080"/>
                  </a:lnTo>
                  <a:lnTo>
                    <a:pt x="3544" y="1972832"/>
                  </a:lnTo>
                  <a:lnTo>
                    <a:pt x="3544" y="1972584"/>
                  </a:lnTo>
                  <a:lnTo>
                    <a:pt x="3544" y="1972336"/>
                  </a:lnTo>
                  <a:lnTo>
                    <a:pt x="3544" y="1972088"/>
                  </a:lnTo>
                  <a:lnTo>
                    <a:pt x="3544" y="1971840"/>
                  </a:lnTo>
                  <a:lnTo>
                    <a:pt x="3544" y="1971592"/>
                  </a:lnTo>
                  <a:lnTo>
                    <a:pt x="3544" y="1971344"/>
                  </a:lnTo>
                  <a:lnTo>
                    <a:pt x="3544" y="1971096"/>
                  </a:lnTo>
                  <a:lnTo>
                    <a:pt x="3544" y="1970848"/>
                  </a:lnTo>
                  <a:lnTo>
                    <a:pt x="3544" y="1970600"/>
                  </a:lnTo>
                  <a:lnTo>
                    <a:pt x="3544" y="1970352"/>
                  </a:lnTo>
                  <a:lnTo>
                    <a:pt x="3544" y="1970105"/>
                  </a:lnTo>
                  <a:lnTo>
                    <a:pt x="3544" y="1969857"/>
                  </a:lnTo>
                  <a:lnTo>
                    <a:pt x="3544" y="1969609"/>
                  </a:lnTo>
                  <a:lnTo>
                    <a:pt x="3544" y="1969361"/>
                  </a:lnTo>
                  <a:lnTo>
                    <a:pt x="3544" y="1969113"/>
                  </a:lnTo>
                  <a:lnTo>
                    <a:pt x="3544" y="1968865"/>
                  </a:lnTo>
                  <a:lnTo>
                    <a:pt x="3544" y="1968617"/>
                  </a:lnTo>
                  <a:lnTo>
                    <a:pt x="3544" y="1968369"/>
                  </a:lnTo>
                  <a:lnTo>
                    <a:pt x="3544" y="1968121"/>
                  </a:lnTo>
                  <a:lnTo>
                    <a:pt x="3544" y="1967873"/>
                  </a:lnTo>
                  <a:lnTo>
                    <a:pt x="3544" y="1967625"/>
                  </a:lnTo>
                  <a:lnTo>
                    <a:pt x="3544" y="1967377"/>
                  </a:lnTo>
                  <a:lnTo>
                    <a:pt x="3544" y="1967129"/>
                  </a:lnTo>
                  <a:lnTo>
                    <a:pt x="3544" y="1966881"/>
                  </a:lnTo>
                  <a:lnTo>
                    <a:pt x="3544" y="1966633"/>
                  </a:lnTo>
                  <a:lnTo>
                    <a:pt x="3544" y="1966385"/>
                  </a:lnTo>
                  <a:lnTo>
                    <a:pt x="3544" y="1966138"/>
                  </a:lnTo>
                  <a:lnTo>
                    <a:pt x="3544" y="1965890"/>
                  </a:lnTo>
                  <a:lnTo>
                    <a:pt x="3544" y="1965642"/>
                  </a:lnTo>
                  <a:lnTo>
                    <a:pt x="3544" y="1965394"/>
                  </a:lnTo>
                  <a:lnTo>
                    <a:pt x="3544" y="1965146"/>
                  </a:lnTo>
                  <a:lnTo>
                    <a:pt x="3544" y="1964898"/>
                  </a:lnTo>
                  <a:lnTo>
                    <a:pt x="3544" y="1964650"/>
                  </a:lnTo>
                  <a:lnTo>
                    <a:pt x="3544" y="1964402"/>
                  </a:lnTo>
                  <a:lnTo>
                    <a:pt x="3544" y="1964154"/>
                  </a:lnTo>
                  <a:lnTo>
                    <a:pt x="3544" y="1963906"/>
                  </a:lnTo>
                  <a:lnTo>
                    <a:pt x="3544" y="1963658"/>
                  </a:lnTo>
                  <a:lnTo>
                    <a:pt x="3544" y="1963410"/>
                  </a:lnTo>
                  <a:lnTo>
                    <a:pt x="3544" y="1963162"/>
                  </a:lnTo>
                  <a:lnTo>
                    <a:pt x="3544" y="1962914"/>
                  </a:lnTo>
                  <a:lnTo>
                    <a:pt x="3544" y="1962666"/>
                  </a:lnTo>
                  <a:lnTo>
                    <a:pt x="3544" y="1962418"/>
                  </a:lnTo>
                  <a:lnTo>
                    <a:pt x="3544" y="1962171"/>
                  </a:lnTo>
                  <a:lnTo>
                    <a:pt x="3544" y="1961923"/>
                  </a:lnTo>
                  <a:lnTo>
                    <a:pt x="3544" y="1961675"/>
                  </a:lnTo>
                  <a:lnTo>
                    <a:pt x="3544" y="1961427"/>
                  </a:lnTo>
                  <a:lnTo>
                    <a:pt x="3544" y="1961179"/>
                  </a:lnTo>
                  <a:lnTo>
                    <a:pt x="3544" y="1960931"/>
                  </a:lnTo>
                  <a:lnTo>
                    <a:pt x="3544" y="1960683"/>
                  </a:lnTo>
                  <a:lnTo>
                    <a:pt x="3544" y="1960435"/>
                  </a:lnTo>
                  <a:lnTo>
                    <a:pt x="3544" y="1960187"/>
                  </a:lnTo>
                  <a:lnTo>
                    <a:pt x="3544" y="1959939"/>
                  </a:lnTo>
                  <a:lnTo>
                    <a:pt x="3544" y="1959691"/>
                  </a:lnTo>
                  <a:lnTo>
                    <a:pt x="3544" y="1959443"/>
                  </a:lnTo>
                  <a:lnTo>
                    <a:pt x="3544" y="1959195"/>
                  </a:lnTo>
                  <a:lnTo>
                    <a:pt x="3544" y="1958947"/>
                  </a:lnTo>
                  <a:lnTo>
                    <a:pt x="3544" y="1958699"/>
                  </a:lnTo>
                  <a:lnTo>
                    <a:pt x="3544" y="1958451"/>
                  </a:lnTo>
                  <a:lnTo>
                    <a:pt x="3544" y="1958204"/>
                  </a:lnTo>
                  <a:lnTo>
                    <a:pt x="3544" y="1957956"/>
                  </a:lnTo>
                  <a:lnTo>
                    <a:pt x="3544" y="1957708"/>
                  </a:lnTo>
                  <a:lnTo>
                    <a:pt x="3544" y="1957460"/>
                  </a:lnTo>
                  <a:lnTo>
                    <a:pt x="3544" y="1957212"/>
                  </a:lnTo>
                  <a:lnTo>
                    <a:pt x="3544" y="1956964"/>
                  </a:lnTo>
                  <a:lnTo>
                    <a:pt x="3544" y="1956716"/>
                  </a:lnTo>
                  <a:lnTo>
                    <a:pt x="3544" y="1956468"/>
                  </a:lnTo>
                  <a:lnTo>
                    <a:pt x="3544" y="1956220"/>
                  </a:lnTo>
                  <a:lnTo>
                    <a:pt x="3544" y="1955972"/>
                  </a:lnTo>
                  <a:lnTo>
                    <a:pt x="3544" y="1955724"/>
                  </a:lnTo>
                  <a:lnTo>
                    <a:pt x="3544" y="1955476"/>
                  </a:lnTo>
                  <a:lnTo>
                    <a:pt x="3544" y="1955228"/>
                  </a:lnTo>
                  <a:lnTo>
                    <a:pt x="3544" y="1954980"/>
                  </a:lnTo>
                  <a:lnTo>
                    <a:pt x="3544" y="1954732"/>
                  </a:lnTo>
                  <a:lnTo>
                    <a:pt x="3544" y="1954485"/>
                  </a:lnTo>
                  <a:lnTo>
                    <a:pt x="3544" y="1954237"/>
                  </a:lnTo>
                  <a:lnTo>
                    <a:pt x="3544" y="1953989"/>
                  </a:lnTo>
                  <a:lnTo>
                    <a:pt x="3544" y="1953741"/>
                  </a:lnTo>
                  <a:lnTo>
                    <a:pt x="3544" y="1953493"/>
                  </a:lnTo>
                  <a:lnTo>
                    <a:pt x="3544" y="1953245"/>
                  </a:lnTo>
                  <a:lnTo>
                    <a:pt x="3544" y="1952997"/>
                  </a:lnTo>
                  <a:lnTo>
                    <a:pt x="3544" y="1952749"/>
                  </a:lnTo>
                  <a:lnTo>
                    <a:pt x="3544" y="1952501"/>
                  </a:lnTo>
                  <a:lnTo>
                    <a:pt x="3544" y="1952253"/>
                  </a:lnTo>
                  <a:lnTo>
                    <a:pt x="3544" y="1952005"/>
                  </a:lnTo>
                  <a:lnTo>
                    <a:pt x="3544" y="1951757"/>
                  </a:lnTo>
                  <a:lnTo>
                    <a:pt x="3544" y="1951509"/>
                  </a:lnTo>
                  <a:lnTo>
                    <a:pt x="3544" y="1951261"/>
                  </a:lnTo>
                  <a:lnTo>
                    <a:pt x="3544" y="1951013"/>
                  </a:lnTo>
                  <a:lnTo>
                    <a:pt x="3544" y="1950765"/>
                  </a:lnTo>
                  <a:lnTo>
                    <a:pt x="3544" y="1950518"/>
                  </a:lnTo>
                  <a:lnTo>
                    <a:pt x="3544" y="1950270"/>
                  </a:lnTo>
                  <a:lnTo>
                    <a:pt x="3544" y="1950022"/>
                  </a:lnTo>
                  <a:lnTo>
                    <a:pt x="3544" y="1949774"/>
                  </a:lnTo>
                  <a:lnTo>
                    <a:pt x="3544" y="1949526"/>
                  </a:lnTo>
                  <a:lnTo>
                    <a:pt x="3544" y="1949278"/>
                  </a:lnTo>
                  <a:lnTo>
                    <a:pt x="3544" y="1949030"/>
                  </a:lnTo>
                  <a:lnTo>
                    <a:pt x="3544" y="1948782"/>
                  </a:lnTo>
                  <a:lnTo>
                    <a:pt x="3544" y="1948534"/>
                  </a:lnTo>
                  <a:lnTo>
                    <a:pt x="3544" y="1948286"/>
                  </a:lnTo>
                  <a:lnTo>
                    <a:pt x="3544" y="1948038"/>
                  </a:lnTo>
                  <a:lnTo>
                    <a:pt x="3544" y="1947790"/>
                  </a:lnTo>
                  <a:lnTo>
                    <a:pt x="3544" y="1947542"/>
                  </a:lnTo>
                  <a:lnTo>
                    <a:pt x="3544" y="1947294"/>
                  </a:lnTo>
                  <a:lnTo>
                    <a:pt x="3544" y="1947046"/>
                  </a:lnTo>
                  <a:lnTo>
                    <a:pt x="3544" y="1946798"/>
                  </a:lnTo>
                  <a:lnTo>
                    <a:pt x="3544" y="1946551"/>
                  </a:lnTo>
                  <a:lnTo>
                    <a:pt x="3544" y="1946303"/>
                  </a:lnTo>
                  <a:lnTo>
                    <a:pt x="3544" y="1946055"/>
                  </a:lnTo>
                  <a:lnTo>
                    <a:pt x="3544" y="1945807"/>
                  </a:lnTo>
                  <a:lnTo>
                    <a:pt x="3544" y="1945559"/>
                  </a:lnTo>
                  <a:lnTo>
                    <a:pt x="3544" y="1945311"/>
                  </a:lnTo>
                  <a:lnTo>
                    <a:pt x="3544" y="1945063"/>
                  </a:lnTo>
                  <a:lnTo>
                    <a:pt x="3544" y="1944815"/>
                  </a:lnTo>
                  <a:lnTo>
                    <a:pt x="3544" y="1944567"/>
                  </a:lnTo>
                  <a:lnTo>
                    <a:pt x="3544" y="1944319"/>
                  </a:lnTo>
                  <a:lnTo>
                    <a:pt x="3544" y="1944071"/>
                  </a:lnTo>
                  <a:lnTo>
                    <a:pt x="3544" y="1943823"/>
                  </a:lnTo>
                  <a:lnTo>
                    <a:pt x="3544" y="1943575"/>
                  </a:lnTo>
                  <a:lnTo>
                    <a:pt x="3544" y="1943327"/>
                  </a:lnTo>
                  <a:lnTo>
                    <a:pt x="3544" y="1943079"/>
                  </a:lnTo>
                  <a:lnTo>
                    <a:pt x="3544" y="1942831"/>
                  </a:lnTo>
                  <a:lnTo>
                    <a:pt x="3544" y="1942584"/>
                  </a:lnTo>
                  <a:lnTo>
                    <a:pt x="3544" y="1942336"/>
                  </a:lnTo>
                  <a:lnTo>
                    <a:pt x="3544" y="1942088"/>
                  </a:lnTo>
                  <a:lnTo>
                    <a:pt x="3544" y="1941840"/>
                  </a:lnTo>
                  <a:lnTo>
                    <a:pt x="3544" y="1941592"/>
                  </a:lnTo>
                  <a:lnTo>
                    <a:pt x="3544" y="1941344"/>
                  </a:lnTo>
                  <a:lnTo>
                    <a:pt x="3544" y="1941096"/>
                  </a:lnTo>
                  <a:lnTo>
                    <a:pt x="3544" y="1940848"/>
                  </a:lnTo>
                  <a:lnTo>
                    <a:pt x="3544" y="1940600"/>
                  </a:lnTo>
                  <a:lnTo>
                    <a:pt x="3544" y="1940352"/>
                  </a:lnTo>
                  <a:lnTo>
                    <a:pt x="3544" y="1940104"/>
                  </a:lnTo>
                  <a:lnTo>
                    <a:pt x="3544" y="1939856"/>
                  </a:lnTo>
                  <a:lnTo>
                    <a:pt x="3544" y="1939608"/>
                  </a:lnTo>
                  <a:lnTo>
                    <a:pt x="3544" y="1939360"/>
                  </a:lnTo>
                  <a:lnTo>
                    <a:pt x="3544" y="1939112"/>
                  </a:lnTo>
                  <a:lnTo>
                    <a:pt x="3544" y="1938864"/>
                  </a:lnTo>
                  <a:lnTo>
                    <a:pt x="3544" y="1938617"/>
                  </a:lnTo>
                  <a:lnTo>
                    <a:pt x="3544" y="1938369"/>
                  </a:lnTo>
                  <a:lnTo>
                    <a:pt x="3544" y="1938121"/>
                  </a:lnTo>
                  <a:lnTo>
                    <a:pt x="3544" y="1937873"/>
                  </a:lnTo>
                  <a:lnTo>
                    <a:pt x="3544" y="1937625"/>
                  </a:lnTo>
                  <a:lnTo>
                    <a:pt x="3544" y="1937377"/>
                  </a:lnTo>
                  <a:lnTo>
                    <a:pt x="3544" y="1937129"/>
                  </a:lnTo>
                  <a:lnTo>
                    <a:pt x="3544" y="1936881"/>
                  </a:lnTo>
                  <a:lnTo>
                    <a:pt x="3544" y="1936633"/>
                  </a:lnTo>
                  <a:lnTo>
                    <a:pt x="3544" y="1936385"/>
                  </a:lnTo>
                  <a:lnTo>
                    <a:pt x="3544" y="1936137"/>
                  </a:lnTo>
                  <a:lnTo>
                    <a:pt x="3544" y="1935889"/>
                  </a:lnTo>
                  <a:lnTo>
                    <a:pt x="3544" y="1935641"/>
                  </a:lnTo>
                  <a:lnTo>
                    <a:pt x="3544" y="1935393"/>
                  </a:lnTo>
                  <a:lnTo>
                    <a:pt x="3544" y="1935145"/>
                  </a:lnTo>
                  <a:lnTo>
                    <a:pt x="3544" y="1934898"/>
                  </a:lnTo>
                  <a:lnTo>
                    <a:pt x="3544" y="1934650"/>
                  </a:lnTo>
                  <a:lnTo>
                    <a:pt x="3544" y="1934402"/>
                  </a:lnTo>
                  <a:lnTo>
                    <a:pt x="3544" y="1934154"/>
                  </a:lnTo>
                  <a:lnTo>
                    <a:pt x="3544" y="1933906"/>
                  </a:lnTo>
                  <a:lnTo>
                    <a:pt x="3544" y="1933658"/>
                  </a:lnTo>
                  <a:lnTo>
                    <a:pt x="3544" y="1933410"/>
                  </a:lnTo>
                  <a:lnTo>
                    <a:pt x="3544" y="1933162"/>
                  </a:lnTo>
                  <a:lnTo>
                    <a:pt x="3544" y="1932914"/>
                  </a:lnTo>
                  <a:lnTo>
                    <a:pt x="3544" y="1932666"/>
                  </a:lnTo>
                  <a:lnTo>
                    <a:pt x="3544" y="1932418"/>
                  </a:lnTo>
                  <a:lnTo>
                    <a:pt x="3544" y="1932170"/>
                  </a:lnTo>
                  <a:lnTo>
                    <a:pt x="3544" y="1931922"/>
                  </a:lnTo>
                  <a:lnTo>
                    <a:pt x="3544" y="1931674"/>
                  </a:lnTo>
                  <a:lnTo>
                    <a:pt x="3544" y="1931426"/>
                  </a:lnTo>
                  <a:lnTo>
                    <a:pt x="3544" y="1931178"/>
                  </a:lnTo>
                  <a:lnTo>
                    <a:pt x="3544" y="1930931"/>
                  </a:lnTo>
                  <a:lnTo>
                    <a:pt x="3544" y="1930683"/>
                  </a:lnTo>
                  <a:lnTo>
                    <a:pt x="3544" y="1930435"/>
                  </a:lnTo>
                  <a:lnTo>
                    <a:pt x="3544" y="1930187"/>
                  </a:lnTo>
                  <a:lnTo>
                    <a:pt x="3544" y="1929939"/>
                  </a:lnTo>
                  <a:lnTo>
                    <a:pt x="3544" y="1929691"/>
                  </a:lnTo>
                  <a:lnTo>
                    <a:pt x="3544" y="1929443"/>
                  </a:lnTo>
                  <a:lnTo>
                    <a:pt x="3544" y="1929195"/>
                  </a:lnTo>
                  <a:lnTo>
                    <a:pt x="3544" y="1928947"/>
                  </a:lnTo>
                  <a:lnTo>
                    <a:pt x="3544" y="1928699"/>
                  </a:lnTo>
                  <a:lnTo>
                    <a:pt x="3544" y="1928451"/>
                  </a:lnTo>
                  <a:lnTo>
                    <a:pt x="3544" y="1928203"/>
                  </a:lnTo>
                  <a:lnTo>
                    <a:pt x="3544" y="1927955"/>
                  </a:lnTo>
                  <a:lnTo>
                    <a:pt x="3544" y="1927707"/>
                  </a:lnTo>
                  <a:lnTo>
                    <a:pt x="3544" y="1927459"/>
                  </a:lnTo>
                  <a:lnTo>
                    <a:pt x="3544" y="1927211"/>
                  </a:lnTo>
                  <a:lnTo>
                    <a:pt x="3544" y="1926964"/>
                  </a:lnTo>
                  <a:lnTo>
                    <a:pt x="3544" y="1926716"/>
                  </a:lnTo>
                  <a:lnTo>
                    <a:pt x="3544" y="1926468"/>
                  </a:lnTo>
                  <a:lnTo>
                    <a:pt x="3544" y="1926220"/>
                  </a:lnTo>
                  <a:lnTo>
                    <a:pt x="3544" y="1925972"/>
                  </a:lnTo>
                  <a:lnTo>
                    <a:pt x="3544" y="1925724"/>
                  </a:lnTo>
                  <a:lnTo>
                    <a:pt x="3544" y="1925476"/>
                  </a:lnTo>
                  <a:lnTo>
                    <a:pt x="3544" y="1925228"/>
                  </a:lnTo>
                  <a:lnTo>
                    <a:pt x="3544" y="1924980"/>
                  </a:lnTo>
                  <a:lnTo>
                    <a:pt x="3544" y="1924732"/>
                  </a:lnTo>
                  <a:lnTo>
                    <a:pt x="3544" y="1924484"/>
                  </a:lnTo>
                  <a:lnTo>
                    <a:pt x="3544" y="1924236"/>
                  </a:lnTo>
                  <a:lnTo>
                    <a:pt x="3544" y="1923988"/>
                  </a:lnTo>
                  <a:lnTo>
                    <a:pt x="3544" y="1923740"/>
                  </a:lnTo>
                  <a:lnTo>
                    <a:pt x="3544" y="1923492"/>
                  </a:lnTo>
                  <a:lnTo>
                    <a:pt x="3544" y="1923244"/>
                  </a:lnTo>
                  <a:lnTo>
                    <a:pt x="3544" y="1922997"/>
                  </a:lnTo>
                  <a:lnTo>
                    <a:pt x="3544" y="1922749"/>
                  </a:lnTo>
                  <a:lnTo>
                    <a:pt x="3544" y="1922501"/>
                  </a:lnTo>
                  <a:lnTo>
                    <a:pt x="3544" y="1922253"/>
                  </a:lnTo>
                  <a:lnTo>
                    <a:pt x="3544" y="1922005"/>
                  </a:lnTo>
                  <a:lnTo>
                    <a:pt x="3544" y="1921757"/>
                  </a:lnTo>
                  <a:lnTo>
                    <a:pt x="3544" y="1921509"/>
                  </a:lnTo>
                  <a:lnTo>
                    <a:pt x="3544" y="1921261"/>
                  </a:lnTo>
                  <a:lnTo>
                    <a:pt x="3544" y="1921013"/>
                  </a:lnTo>
                  <a:lnTo>
                    <a:pt x="3544" y="1920765"/>
                  </a:lnTo>
                  <a:lnTo>
                    <a:pt x="3544" y="1920517"/>
                  </a:lnTo>
                  <a:lnTo>
                    <a:pt x="3544" y="1920269"/>
                  </a:lnTo>
                  <a:lnTo>
                    <a:pt x="3544" y="1920021"/>
                  </a:lnTo>
                  <a:lnTo>
                    <a:pt x="3544" y="1919773"/>
                  </a:lnTo>
                  <a:lnTo>
                    <a:pt x="3544" y="1919525"/>
                  </a:lnTo>
                  <a:lnTo>
                    <a:pt x="3544" y="1919277"/>
                  </a:lnTo>
                  <a:lnTo>
                    <a:pt x="3544" y="1919030"/>
                  </a:lnTo>
                  <a:lnTo>
                    <a:pt x="3544" y="1918782"/>
                  </a:lnTo>
                  <a:lnTo>
                    <a:pt x="3544" y="1918534"/>
                  </a:lnTo>
                  <a:lnTo>
                    <a:pt x="3544" y="1918286"/>
                  </a:lnTo>
                  <a:lnTo>
                    <a:pt x="3544" y="1918038"/>
                  </a:lnTo>
                  <a:lnTo>
                    <a:pt x="3544" y="1917790"/>
                  </a:lnTo>
                  <a:lnTo>
                    <a:pt x="3544" y="1917542"/>
                  </a:lnTo>
                  <a:lnTo>
                    <a:pt x="3544" y="1917294"/>
                  </a:lnTo>
                  <a:lnTo>
                    <a:pt x="3544" y="1917046"/>
                  </a:lnTo>
                  <a:lnTo>
                    <a:pt x="3544" y="1916798"/>
                  </a:lnTo>
                  <a:lnTo>
                    <a:pt x="3544" y="1916550"/>
                  </a:lnTo>
                  <a:lnTo>
                    <a:pt x="3544" y="1916302"/>
                  </a:lnTo>
                  <a:lnTo>
                    <a:pt x="3544" y="1916054"/>
                  </a:lnTo>
                  <a:lnTo>
                    <a:pt x="3544" y="1915806"/>
                  </a:lnTo>
                  <a:lnTo>
                    <a:pt x="3544" y="1915558"/>
                  </a:lnTo>
                  <a:lnTo>
                    <a:pt x="3544" y="1915311"/>
                  </a:lnTo>
                  <a:lnTo>
                    <a:pt x="3544" y="1915063"/>
                  </a:lnTo>
                  <a:lnTo>
                    <a:pt x="3544" y="1914815"/>
                  </a:lnTo>
                  <a:lnTo>
                    <a:pt x="3544" y="1914567"/>
                  </a:lnTo>
                  <a:lnTo>
                    <a:pt x="3544" y="1914319"/>
                  </a:lnTo>
                  <a:lnTo>
                    <a:pt x="3544" y="1914071"/>
                  </a:lnTo>
                  <a:lnTo>
                    <a:pt x="3544" y="1913823"/>
                  </a:lnTo>
                  <a:lnTo>
                    <a:pt x="3544" y="1913575"/>
                  </a:lnTo>
                  <a:lnTo>
                    <a:pt x="3544" y="1913327"/>
                  </a:lnTo>
                  <a:lnTo>
                    <a:pt x="3544" y="1913079"/>
                  </a:lnTo>
                  <a:lnTo>
                    <a:pt x="3544" y="1912831"/>
                  </a:lnTo>
                  <a:lnTo>
                    <a:pt x="3544" y="1912583"/>
                  </a:lnTo>
                  <a:lnTo>
                    <a:pt x="3544" y="1912335"/>
                  </a:lnTo>
                  <a:lnTo>
                    <a:pt x="3544" y="1912087"/>
                  </a:lnTo>
                  <a:lnTo>
                    <a:pt x="3544" y="1911839"/>
                  </a:lnTo>
                  <a:lnTo>
                    <a:pt x="3544" y="1911591"/>
                  </a:lnTo>
                  <a:lnTo>
                    <a:pt x="3544" y="1911344"/>
                  </a:lnTo>
                  <a:lnTo>
                    <a:pt x="3544" y="1911096"/>
                  </a:lnTo>
                  <a:lnTo>
                    <a:pt x="3544" y="1910848"/>
                  </a:lnTo>
                  <a:lnTo>
                    <a:pt x="3544" y="1910600"/>
                  </a:lnTo>
                  <a:lnTo>
                    <a:pt x="3544" y="1910352"/>
                  </a:lnTo>
                  <a:lnTo>
                    <a:pt x="3544" y="1910104"/>
                  </a:lnTo>
                  <a:lnTo>
                    <a:pt x="3544" y="1909856"/>
                  </a:lnTo>
                  <a:lnTo>
                    <a:pt x="3544" y="1909608"/>
                  </a:lnTo>
                  <a:lnTo>
                    <a:pt x="3544" y="1909360"/>
                  </a:lnTo>
                  <a:lnTo>
                    <a:pt x="3544" y="1909112"/>
                  </a:lnTo>
                  <a:lnTo>
                    <a:pt x="3544" y="1908864"/>
                  </a:lnTo>
                  <a:lnTo>
                    <a:pt x="3544" y="1908616"/>
                  </a:lnTo>
                  <a:lnTo>
                    <a:pt x="3544" y="1908368"/>
                  </a:lnTo>
                  <a:lnTo>
                    <a:pt x="3544" y="1908120"/>
                  </a:lnTo>
                  <a:lnTo>
                    <a:pt x="3544" y="1907872"/>
                  </a:lnTo>
                  <a:lnTo>
                    <a:pt x="3544" y="1907624"/>
                  </a:lnTo>
                  <a:lnTo>
                    <a:pt x="3544" y="1907377"/>
                  </a:lnTo>
                  <a:lnTo>
                    <a:pt x="3544" y="1907129"/>
                  </a:lnTo>
                  <a:lnTo>
                    <a:pt x="3544" y="1906881"/>
                  </a:lnTo>
                  <a:lnTo>
                    <a:pt x="3544" y="1906633"/>
                  </a:lnTo>
                  <a:lnTo>
                    <a:pt x="3544" y="1906385"/>
                  </a:lnTo>
                  <a:lnTo>
                    <a:pt x="3544" y="1906137"/>
                  </a:lnTo>
                  <a:lnTo>
                    <a:pt x="3544" y="1905889"/>
                  </a:lnTo>
                  <a:lnTo>
                    <a:pt x="3544" y="1905641"/>
                  </a:lnTo>
                  <a:lnTo>
                    <a:pt x="3544" y="1905393"/>
                  </a:lnTo>
                  <a:lnTo>
                    <a:pt x="3544" y="1905145"/>
                  </a:lnTo>
                  <a:lnTo>
                    <a:pt x="3544" y="1904897"/>
                  </a:lnTo>
                  <a:lnTo>
                    <a:pt x="3544" y="1904649"/>
                  </a:lnTo>
                  <a:lnTo>
                    <a:pt x="3544" y="1904401"/>
                  </a:lnTo>
                  <a:lnTo>
                    <a:pt x="3544" y="1904153"/>
                  </a:lnTo>
                  <a:lnTo>
                    <a:pt x="3544" y="1903905"/>
                  </a:lnTo>
                  <a:lnTo>
                    <a:pt x="3544" y="1903657"/>
                  </a:lnTo>
                  <a:lnTo>
                    <a:pt x="3544" y="1903410"/>
                  </a:lnTo>
                  <a:lnTo>
                    <a:pt x="3544" y="1903162"/>
                  </a:lnTo>
                  <a:lnTo>
                    <a:pt x="3544" y="1902914"/>
                  </a:lnTo>
                  <a:lnTo>
                    <a:pt x="3544" y="1902666"/>
                  </a:lnTo>
                  <a:lnTo>
                    <a:pt x="3544" y="1902418"/>
                  </a:lnTo>
                  <a:lnTo>
                    <a:pt x="3544" y="1902170"/>
                  </a:lnTo>
                  <a:lnTo>
                    <a:pt x="3544" y="1901922"/>
                  </a:lnTo>
                  <a:lnTo>
                    <a:pt x="3544" y="1901674"/>
                  </a:lnTo>
                  <a:lnTo>
                    <a:pt x="3544" y="1901426"/>
                  </a:lnTo>
                  <a:lnTo>
                    <a:pt x="3544" y="1901178"/>
                  </a:lnTo>
                  <a:lnTo>
                    <a:pt x="3544" y="1900930"/>
                  </a:lnTo>
                  <a:lnTo>
                    <a:pt x="3544" y="1900682"/>
                  </a:lnTo>
                  <a:lnTo>
                    <a:pt x="3544" y="1900434"/>
                  </a:lnTo>
                  <a:lnTo>
                    <a:pt x="3544" y="1900186"/>
                  </a:lnTo>
                  <a:lnTo>
                    <a:pt x="3544" y="1899938"/>
                  </a:lnTo>
                  <a:lnTo>
                    <a:pt x="3544" y="1899690"/>
                  </a:lnTo>
                  <a:lnTo>
                    <a:pt x="3544" y="1899443"/>
                  </a:lnTo>
                  <a:lnTo>
                    <a:pt x="3544" y="1899195"/>
                  </a:lnTo>
                  <a:lnTo>
                    <a:pt x="3544" y="1898947"/>
                  </a:lnTo>
                  <a:lnTo>
                    <a:pt x="3544" y="1898699"/>
                  </a:lnTo>
                  <a:lnTo>
                    <a:pt x="3544" y="1898451"/>
                  </a:lnTo>
                  <a:lnTo>
                    <a:pt x="3544" y="1898203"/>
                  </a:lnTo>
                  <a:lnTo>
                    <a:pt x="3544" y="1897955"/>
                  </a:lnTo>
                  <a:lnTo>
                    <a:pt x="3544" y="1897707"/>
                  </a:lnTo>
                  <a:lnTo>
                    <a:pt x="3544" y="1897459"/>
                  </a:lnTo>
                  <a:lnTo>
                    <a:pt x="3544" y="1897211"/>
                  </a:lnTo>
                  <a:lnTo>
                    <a:pt x="3544" y="1896963"/>
                  </a:lnTo>
                  <a:lnTo>
                    <a:pt x="3544" y="1896715"/>
                  </a:lnTo>
                  <a:lnTo>
                    <a:pt x="3544" y="1896467"/>
                  </a:lnTo>
                  <a:lnTo>
                    <a:pt x="3544" y="1896219"/>
                  </a:lnTo>
                  <a:lnTo>
                    <a:pt x="3544" y="1895971"/>
                  </a:lnTo>
                  <a:lnTo>
                    <a:pt x="3544" y="1895724"/>
                  </a:lnTo>
                  <a:lnTo>
                    <a:pt x="3544" y="1895476"/>
                  </a:lnTo>
                  <a:lnTo>
                    <a:pt x="3544" y="1895228"/>
                  </a:lnTo>
                  <a:lnTo>
                    <a:pt x="3544" y="1894980"/>
                  </a:lnTo>
                  <a:lnTo>
                    <a:pt x="3544" y="1894732"/>
                  </a:lnTo>
                  <a:lnTo>
                    <a:pt x="3544" y="1894484"/>
                  </a:lnTo>
                  <a:lnTo>
                    <a:pt x="3544" y="1894236"/>
                  </a:lnTo>
                  <a:lnTo>
                    <a:pt x="3544" y="1893988"/>
                  </a:lnTo>
                  <a:lnTo>
                    <a:pt x="3544" y="1893740"/>
                  </a:lnTo>
                  <a:lnTo>
                    <a:pt x="3544" y="1893492"/>
                  </a:lnTo>
                  <a:lnTo>
                    <a:pt x="3544" y="1893244"/>
                  </a:lnTo>
                  <a:lnTo>
                    <a:pt x="3544" y="1892996"/>
                  </a:lnTo>
                  <a:lnTo>
                    <a:pt x="3544" y="1892748"/>
                  </a:lnTo>
                  <a:lnTo>
                    <a:pt x="3544" y="1892500"/>
                  </a:lnTo>
                  <a:lnTo>
                    <a:pt x="3544" y="1892252"/>
                  </a:lnTo>
                  <a:lnTo>
                    <a:pt x="3544" y="1892004"/>
                  </a:lnTo>
                  <a:lnTo>
                    <a:pt x="3544" y="1891757"/>
                  </a:lnTo>
                  <a:lnTo>
                    <a:pt x="3544" y="1891509"/>
                  </a:lnTo>
                  <a:lnTo>
                    <a:pt x="3544" y="1891261"/>
                  </a:lnTo>
                  <a:lnTo>
                    <a:pt x="3544" y="1891013"/>
                  </a:lnTo>
                  <a:lnTo>
                    <a:pt x="3544" y="1890765"/>
                  </a:lnTo>
                  <a:lnTo>
                    <a:pt x="3544" y="1890517"/>
                  </a:lnTo>
                  <a:lnTo>
                    <a:pt x="3544" y="1890269"/>
                  </a:lnTo>
                  <a:lnTo>
                    <a:pt x="3544" y="1890021"/>
                  </a:lnTo>
                  <a:lnTo>
                    <a:pt x="3544" y="1889773"/>
                  </a:lnTo>
                  <a:lnTo>
                    <a:pt x="3544" y="1889525"/>
                  </a:lnTo>
                  <a:lnTo>
                    <a:pt x="3544" y="1889277"/>
                  </a:lnTo>
                  <a:lnTo>
                    <a:pt x="3544" y="1889029"/>
                  </a:lnTo>
                  <a:lnTo>
                    <a:pt x="3544" y="1888781"/>
                  </a:lnTo>
                  <a:lnTo>
                    <a:pt x="3544" y="1888533"/>
                  </a:lnTo>
                  <a:lnTo>
                    <a:pt x="3544" y="1888285"/>
                  </a:lnTo>
                  <a:lnTo>
                    <a:pt x="3544" y="1888037"/>
                  </a:lnTo>
                  <a:lnTo>
                    <a:pt x="3544" y="1887790"/>
                  </a:lnTo>
                  <a:lnTo>
                    <a:pt x="3544" y="1887542"/>
                  </a:lnTo>
                  <a:lnTo>
                    <a:pt x="3544" y="1887294"/>
                  </a:lnTo>
                  <a:lnTo>
                    <a:pt x="3544" y="1887046"/>
                  </a:lnTo>
                  <a:lnTo>
                    <a:pt x="3544" y="1886798"/>
                  </a:lnTo>
                  <a:lnTo>
                    <a:pt x="3544" y="1886550"/>
                  </a:lnTo>
                  <a:lnTo>
                    <a:pt x="3544" y="1886302"/>
                  </a:lnTo>
                  <a:lnTo>
                    <a:pt x="3544" y="1886054"/>
                  </a:lnTo>
                  <a:lnTo>
                    <a:pt x="3544" y="1885806"/>
                  </a:lnTo>
                  <a:lnTo>
                    <a:pt x="3544" y="1885558"/>
                  </a:lnTo>
                  <a:lnTo>
                    <a:pt x="3544" y="1885310"/>
                  </a:lnTo>
                  <a:lnTo>
                    <a:pt x="3544" y="1885062"/>
                  </a:lnTo>
                  <a:lnTo>
                    <a:pt x="3544" y="1884814"/>
                  </a:lnTo>
                  <a:lnTo>
                    <a:pt x="3544" y="1884566"/>
                  </a:lnTo>
                  <a:lnTo>
                    <a:pt x="3544" y="1884318"/>
                  </a:lnTo>
                  <a:lnTo>
                    <a:pt x="3544" y="1884070"/>
                  </a:lnTo>
                  <a:lnTo>
                    <a:pt x="3544" y="1883823"/>
                  </a:lnTo>
                  <a:lnTo>
                    <a:pt x="3544" y="1883575"/>
                  </a:lnTo>
                  <a:lnTo>
                    <a:pt x="3544" y="1883327"/>
                  </a:lnTo>
                  <a:lnTo>
                    <a:pt x="3544" y="1883079"/>
                  </a:lnTo>
                  <a:lnTo>
                    <a:pt x="3544" y="1882831"/>
                  </a:lnTo>
                  <a:lnTo>
                    <a:pt x="3544" y="1882583"/>
                  </a:lnTo>
                  <a:lnTo>
                    <a:pt x="3544" y="1882335"/>
                  </a:lnTo>
                  <a:lnTo>
                    <a:pt x="3544" y="1882087"/>
                  </a:lnTo>
                  <a:lnTo>
                    <a:pt x="3544" y="1881839"/>
                  </a:lnTo>
                  <a:lnTo>
                    <a:pt x="3544" y="1881591"/>
                  </a:lnTo>
                  <a:lnTo>
                    <a:pt x="3544" y="1881343"/>
                  </a:lnTo>
                  <a:lnTo>
                    <a:pt x="3544" y="1881095"/>
                  </a:lnTo>
                  <a:lnTo>
                    <a:pt x="3544" y="1880847"/>
                  </a:lnTo>
                  <a:lnTo>
                    <a:pt x="3544" y="1880599"/>
                  </a:lnTo>
                  <a:lnTo>
                    <a:pt x="3544" y="1880351"/>
                  </a:lnTo>
                  <a:lnTo>
                    <a:pt x="3544" y="1880103"/>
                  </a:lnTo>
                  <a:lnTo>
                    <a:pt x="3544" y="1879856"/>
                  </a:lnTo>
                  <a:lnTo>
                    <a:pt x="3544" y="1879608"/>
                  </a:lnTo>
                  <a:lnTo>
                    <a:pt x="3544" y="1879360"/>
                  </a:lnTo>
                  <a:lnTo>
                    <a:pt x="3544" y="1879112"/>
                  </a:lnTo>
                  <a:lnTo>
                    <a:pt x="3544" y="1878864"/>
                  </a:lnTo>
                  <a:lnTo>
                    <a:pt x="3544" y="1878616"/>
                  </a:lnTo>
                  <a:lnTo>
                    <a:pt x="3544" y="1878368"/>
                  </a:lnTo>
                  <a:lnTo>
                    <a:pt x="3544" y="1878120"/>
                  </a:lnTo>
                  <a:lnTo>
                    <a:pt x="3544" y="1877872"/>
                  </a:lnTo>
                  <a:lnTo>
                    <a:pt x="3544" y="1877624"/>
                  </a:lnTo>
                  <a:lnTo>
                    <a:pt x="3544" y="1877376"/>
                  </a:lnTo>
                  <a:lnTo>
                    <a:pt x="3544" y="1877128"/>
                  </a:lnTo>
                  <a:lnTo>
                    <a:pt x="3544" y="1876880"/>
                  </a:lnTo>
                  <a:lnTo>
                    <a:pt x="3544" y="1876632"/>
                  </a:lnTo>
                  <a:lnTo>
                    <a:pt x="3544" y="1876384"/>
                  </a:lnTo>
                  <a:lnTo>
                    <a:pt x="3544" y="1876137"/>
                  </a:lnTo>
                  <a:lnTo>
                    <a:pt x="3544" y="1875889"/>
                  </a:lnTo>
                  <a:lnTo>
                    <a:pt x="3544" y="1875641"/>
                  </a:lnTo>
                  <a:lnTo>
                    <a:pt x="3544" y="1875393"/>
                  </a:lnTo>
                  <a:lnTo>
                    <a:pt x="3544" y="1875145"/>
                  </a:lnTo>
                  <a:lnTo>
                    <a:pt x="3544" y="1874897"/>
                  </a:lnTo>
                  <a:lnTo>
                    <a:pt x="3544" y="1874649"/>
                  </a:lnTo>
                  <a:lnTo>
                    <a:pt x="3544" y="1874401"/>
                  </a:lnTo>
                  <a:lnTo>
                    <a:pt x="3544" y="1874153"/>
                  </a:lnTo>
                  <a:lnTo>
                    <a:pt x="3544" y="1873905"/>
                  </a:lnTo>
                  <a:lnTo>
                    <a:pt x="3544" y="1873657"/>
                  </a:lnTo>
                  <a:lnTo>
                    <a:pt x="3544" y="1873409"/>
                  </a:lnTo>
                  <a:lnTo>
                    <a:pt x="3544" y="1873161"/>
                  </a:lnTo>
                  <a:lnTo>
                    <a:pt x="3544" y="1872913"/>
                  </a:lnTo>
                  <a:lnTo>
                    <a:pt x="3544" y="1872665"/>
                  </a:lnTo>
                  <a:lnTo>
                    <a:pt x="3544" y="1872417"/>
                  </a:lnTo>
                  <a:lnTo>
                    <a:pt x="3544" y="1872170"/>
                  </a:lnTo>
                  <a:lnTo>
                    <a:pt x="3544" y="1871922"/>
                  </a:lnTo>
                  <a:lnTo>
                    <a:pt x="4252" y="1871922"/>
                  </a:lnTo>
                  <a:lnTo>
                    <a:pt x="4252" y="1871674"/>
                  </a:lnTo>
                  <a:lnTo>
                    <a:pt x="4252" y="1871426"/>
                  </a:lnTo>
                  <a:lnTo>
                    <a:pt x="4252" y="1871178"/>
                  </a:lnTo>
                  <a:lnTo>
                    <a:pt x="4252" y="1870930"/>
                  </a:lnTo>
                  <a:lnTo>
                    <a:pt x="4252" y="1870682"/>
                  </a:lnTo>
                  <a:lnTo>
                    <a:pt x="4252" y="1870434"/>
                  </a:lnTo>
                  <a:lnTo>
                    <a:pt x="4252" y="1870186"/>
                  </a:lnTo>
                  <a:lnTo>
                    <a:pt x="4252" y="1869938"/>
                  </a:lnTo>
                  <a:lnTo>
                    <a:pt x="4252" y="1869690"/>
                  </a:lnTo>
                  <a:lnTo>
                    <a:pt x="4252" y="1869442"/>
                  </a:lnTo>
                  <a:lnTo>
                    <a:pt x="4252" y="1869194"/>
                  </a:lnTo>
                  <a:lnTo>
                    <a:pt x="4252" y="1868946"/>
                  </a:lnTo>
                  <a:lnTo>
                    <a:pt x="4252" y="1868698"/>
                  </a:lnTo>
                  <a:lnTo>
                    <a:pt x="4252" y="1868450"/>
                  </a:lnTo>
                  <a:lnTo>
                    <a:pt x="4252" y="1868203"/>
                  </a:lnTo>
                  <a:lnTo>
                    <a:pt x="4252" y="1867955"/>
                  </a:lnTo>
                  <a:lnTo>
                    <a:pt x="4252" y="1867707"/>
                  </a:lnTo>
                  <a:lnTo>
                    <a:pt x="4252" y="1867459"/>
                  </a:lnTo>
                  <a:lnTo>
                    <a:pt x="4252" y="1867211"/>
                  </a:lnTo>
                  <a:lnTo>
                    <a:pt x="4252" y="1866963"/>
                  </a:lnTo>
                  <a:lnTo>
                    <a:pt x="4252" y="1866715"/>
                  </a:lnTo>
                  <a:lnTo>
                    <a:pt x="4252" y="1866467"/>
                  </a:lnTo>
                  <a:lnTo>
                    <a:pt x="4252" y="1866219"/>
                  </a:lnTo>
                  <a:lnTo>
                    <a:pt x="4252" y="1865971"/>
                  </a:lnTo>
                  <a:lnTo>
                    <a:pt x="4252" y="1865723"/>
                  </a:lnTo>
                  <a:lnTo>
                    <a:pt x="4252" y="1865475"/>
                  </a:lnTo>
                  <a:lnTo>
                    <a:pt x="4252" y="1865227"/>
                  </a:lnTo>
                  <a:lnTo>
                    <a:pt x="4252" y="1864979"/>
                  </a:lnTo>
                  <a:lnTo>
                    <a:pt x="4252" y="1864731"/>
                  </a:lnTo>
                  <a:lnTo>
                    <a:pt x="4252" y="1864483"/>
                  </a:lnTo>
                  <a:lnTo>
                    <a:pt x="4252" y="1864236"/>
                  </a:lnTo>
                  <a:lnTo>
                    <a:pt x="4252" y="1863988"/>
                  </a:lnTo>
                  <a:lnTo>
                    <a:pt x="4252" y="1863740"/>
                  </a:lnTo>
                  <a:lnTo>
                    <a:pt x="4252" y="1863492"/>
                  </a:lnTo>
                  <a:lnTo>
                    <a:pt x="4252" y="1863244"/>
                  </a:lnTo>
                  <a:lnTo>
                    <a:pt x="4252" y="1862996"/>
                  </a:lnTo>
                  <a:lnTo>
                    <a:pt x="4252" y="1862748"/>
                  </a:lnTo>
                  <a:lnTo>
                    <a:pt x="4252" y="1862500"/>
                  </a:lnTo>
                  <a:lnTo>
                    <a:pt x="4252" y="1862252"/>
                  </a:lnTo>
                  <a:lnTo>
                    <a:pt x="4252" y="1862004"/>
                  </a:lnTo>
                  <a:lnTo>
                    <a:pt x="4252" y="1861756"/>
                  </a:lnTo>
                  <a:lnTo>
                    <a:pt x="4252" y="1861508"/>
                  </a:lnTo>
                  <a:lnTo>
                    <a:pt x="4252" y="1861260"/>
                  </a:lnTo>
                  <a:lnTo>
                    <a:pt x="4252" y="1861012"/>
                  </a:lnTo>
                  <a:lnTo>
                    <a:pt x="4252" y="1860764"/>
                  </a:lnTo>
                  <a:lnTo>
                    <a:pt x="4252" y="1860516"/>
                  </a:lnTo>
                  <a:lnTo>
                    <a:pt x="4252" y="1860269"/>
                  </a:lnTo>
                  <a:lnTo>
                    <a:pt x="4252" y="1860021"/>
                  </a:lnTo>
                  <a:lnTo>
                    <a:pt x="4252" y="1859773"/>
                  </a:lnTo>
                  <a:lnTo>
                    <a:pt x="4252" y="1859525"/>
                  </a:lnTo>
                  <a:lnTo>
                    <a:pt x="4252" y="1859277"/>
                  </a:lnTo>
                  <a:lnTo>
                    <a:pt x="4252" y="1859029"/>
                  </a:lnTo>
                  <a:lnTo>
                    <a:pt x="4252" y="1858781"/>
                  </a:lnTo>
                  <a:lnTo>
                    <a:pt x="4252" y="1858533"/>
                  </a:lnTo>
                  <a:lnTo>
                    <a:pt x="4252" y="1858285"/>
                  </a:lnTo>
                  <a:lnTo>
                    <a:pt x="4252" y="1858037"/>
                  </a:lnTo>
                  <a:lnTo>
                    <a:pt x="4252" y="1857789"/>
                  </a:lnTo>
                  <a:lnTo>
                    <a:pt x="4252" y="1857541"/>
                  </a:lnTo>
                  <a:lnTo>
                    <a:pt x="4252" y="1857293"/>
                  </a:lnTo>
                  <a:lnTo>
                    <a:pt x="4252" y="1857045"/>
                  </a:lnTo>
                  <a:lnTo>
                    <a:pt x="4252" y="1856797"/>
                  </a:lnTo>
                  <a:lnTo>
                    <a:pt x="4252" y="1856550"/>
                  </a:lnTo>
                  <a:lnTo>
                    <a:pt x="4252" y="1856302"/>
                  </a:lnTo>
                  <a:lnTo>
                    <a:pt x="4252" y="1856054"/>
                  </a:lnTo>
                  <a:lnTo>
                    <a:pt x="4252" y="1855806"/>
                  </a:lnTo>
                  <a:lnTo>
                    <a:pt x="4252" y="1855558"/>
                  </a:lnTo>
                  <a:lnTo>
                    <a:pt x="4252" y="1855310"/>
                  </a:lnTo>
                  <a:lnTo>
                    <a:pt x="4252" y="1855062"/>
                  </a:lnTo>
                  <a:lnTo>
                    <a:pt x="4252" y="1854814"/>
                  </a:lnTo>
                  <a:lnTo>
                    <a:pt x="4252" y="1854566"/>
                  </a:lnTo>
                  <a:lnTo>
                    <a:pt x="4252" y="1854318"/>
                  </a:lnTo>
                  <a:lnTo>
                    <a:pt x="4252" y="1854070"/>
                  </a:lnTo>
                  <a:lnTo>
                    <a:pt x="4252" y="1853822"/>
                  </a:lnTo>
                  <a:lnTo>
                    <a:pt x="4252" y="1853574"/>
                  </a:lnTo>
                  <a:lnTo>
                    <a:pt x="4252" y="1853326"/>
                  </a:lnTo>
                  <a:lnTo>
                    <a:pt x="4252" y="1853078"/>
                  </a:lnTo>
                  <a:lnTo>
                    <a:pt x="4252" y="1852830"/>
                  </a:lnTo>
                  <a:lnTo>
                    <a:pt x="4252" y="1852583"/>
                  </a:lnTo>
                  <a:lnTo>
                    <a:pt x="4252" y="1852335"/>
                  </a:lnTo>
                  <a:lnTo>
                    <a:pt x="4252" y="1852087"/>
                  </a:lnTo>
                  <a:lnTo>
                    <a:pt x="4252" y="1851839"/>
                  </a:lnTo>
                  <a:lnTo>
                    <a:pt x="4252" y="1851591"/>
                  </a:lnTo>
                  <a:lnTo>
                    <a:pt x="4252" y="1851343"/>
                  </a:lnTo>
                  <a:lnTo>
                    <a:pt x="4252" y="1851095"/>
                  </a:lnTo>
                  <a:lnTo>
                    <a:pt x="4252" y="1850847"/>
                  </a:lnTo>
                  <a:lnTo>
                    <a:pt x="4252" y="1850599"/>
                  </a:lnTo>
                  <a:lnTo>
                    <a:pt x="4252" y="1850351"/>
                  </a:lnTo>
                  <a:lnTo>
                    <a:pt x="4252" y="1850103"/>
                  </a:lnTo>
                  <a:lnTo>
                    <a:pt x="4252" y="1849855"/>
                  </a:lnTo>
                  <a:lnTo>
                    <a:pt x="4252" y="1849607"/>
                  </a:lnTo>
                  <a:lnTo>
                    <a:pt x="4252" y="1849359"/>
                  </a:lnTo>
                  <a:lnTo>
                    <a:pt x="4252" y="1849111"/>
                  </a:lnTo>
                  <a:lnTo>
                    <a:pt x="4252" y="1848863"/>
                  </a:lnTo>
                  <a:lnTo>
                    <a:pt x="4252" y="1848616"/>
                  </a:lnTo>
                  <a:lnTo>
                    <a:pt x="4252" y="1848368"/>
                  </a:lnTo>
                  <a:lnTo>
                    <a:pt x="4252" y="1848120"/>
                  </a:lnTo>
                  <a:lnTo>
                    <a:pt x="4252" y="1847872"/>
                  </a:lnTo>
                  <a:lnTo>
                    <a:pt x="4252" y="1847624"/>
                  </a:lnTo>
                  <a:lnTo>
                    <a:pt x="4252" y="1847376"/>
                  </a:lnTo>
                  <a:lnTo>
                    <a:pt x="4252" y="1847128"/>
                  </a:lnTo>
                  <a:lnTo>
                    <a:pt x="4252" y="1846880"/>
                  </a:lnTo>
                  <a:lnTo>
                    <a:pt x="4252" y="1846632"/>
                  </a:lnTo>
                  <a:lnTo>
                    <a:pt x="4252" y="1846384"/>
                  </a:lnTo>
                  <a:lnTo>
                    <a:pt x="4252" y="1846136"/>
                  </a:lnTo>
                  <a:lnTo>
                    <a:pt x="4252" y="1845888"/>
                  </a:lnTo>
                  <a:lnTo>
                    <a:pt x="4252" y="1845640"/>
                  </a:lnTo>
                  <a:lnTo>
                    <a:pt x="4252" y="1845392"/>
                  </a:lnTo>
                  <a:lnTo>
                    <a:pt x="4252" y="1845144"/>
                  </a:lnTo>
                  <a:lnTo>
                    <a:pt x="4961" y="1845144"/>
                  </a:lnTo>
                  <a:lnTo>
                    <a:pt x="4961" y="1844896"/>
                  </a:lnTo>
                  <a:lnTo>
                    <a:pt x="4961" y="1844649"/>
                  </a:lnTo>
                  <a:lnTo>
                    <a:pt x="4961" y="1844401"/>
                  </a:lnTo>
                  <a:lnTo>
                    <a:pt x="4961" y="1844153"/>
                  </a:lnTo>
                  <a:lnTo>
                    <a:pt x="4961" y="1843905"/>
                  </a:lnTo>
                  <a:lnTo>
                    <a:pt x="4961" y="1843657"/>
                  </a:lnTo>
                  <a:lnTo>
                    <a:pt x="4961" y="1843409"/>
                  </a:lnTo>
                  <a:lnTo>
                    <a:pt x="4961" y="1843161"/>
                  </a:lnTo>
                  <a:lnTo>
                    <a:pt x="4961" y="1842913"/>
                  </a:lnTo>
                  <a:lnTo>
                    <a:pt x="4961" y="1842665"/>
                  </a:lnTo>
                  <a:lnTo>
                    <a:pt x="4961" y="1842417"/>
                  </a:lnTo>
                  <a:lnTo>
                    <a:pt x="4961" y="1842169"/>
                  </a:lnTo>
                  <a:lnTo>
                    <a:pt x="4961" y="1841921"/>
                  </a:lnTo>
                  <a:lnTo>
                    <a:pt x="4961" y="1841673"/>
                  </a:lnTo>
                  <a:lnTo>
                    <a:pt x="4961" y="1841425"/>
                  </a:lnTo>
                  <a:lnTo>
                    <a:pt x="4961" y="1841177"/>
                  </a:lnTo>
                  <a:lnTo>
                    <a:pt x="4961" y="1840929"/>
                  </a:lnTo>
                  <a:lnTo>
                    <a:pt x="4961" y="1840682"/>
                  </a:lnTo>
                  <a:lnTo>
                    <a:pt x="4961" y="1840434"/>
                  </a:lnTo>
                  <a:lnTo>
                    <a:pt x="4961" y="1840186"/>
                  </a:lnTo>
                  <a:lnTo>
                    <a:pt x="4961" y="1839938"/>
                  </a:lnTo>
                  <a:lnTo>
                    <a:pt x="4961" y="1839690"/>
                  </a:lnTo>
                  <a:lnTo>
                    <a:pt x="4961" y="1839442"/>
                  </a:lnTo>
                  <a:lnTo>
                    <a:pt x="4961" y="1839194"/>
                  </a:lnTo>
                  <a:lnTo>
                    <a:pt x="4961" y="1838946"/>
                  </a:lnTo>
                  <a:lnTo>
                    <a:pt x="4961" y="1838698"/>
                  </a:lnTo>
                  <a:lnTo>
                    <a:pt x="4961" y="1838450"/>
                  </a:lnTo>
                  <a:lnTo>
                    <a:pt x="4961" y="1838202"/>
                  </a:lnTo>
                  <a:lnTo>
                    <a:pt x="4961" y="1837954"/>
                  </a:lnTo>
                  <a:lnTo>
                    <a:pt x="4961" y="1837706"/>
                  </a:lnTo>
                  <a:lnTo>
                    <a:pt x="4961" y="1837458"/>
                  </a:lnTo>
                  <a:lnTo>
                    <a:pt x="4961" y="1837210"/>
                  </a:lnTo>
                  <a:lnTo>
                    <a:pt x="4961" y="1836963"/>
                  </a:lnTo>
                  <a:lnTo>
                    <a:pt x="4961" y="1836715"/>
                  </a:lnTo>
                  <a:lnTo>
                    <a:pt x="4961" y="1836467"/>
                  </a:lnTo>
                  <a:lnTo>
                    <a:pt x="4961" y="1836219"/>
                  </a:lnTo>
                  <a:lnTo>
                    <a:pt x="4961" y="1835971"/>
                  </a:lnTo>
                  <a:lnTo>
                    <a:pt x="4961" y="1835723"/>
                  </a:lnTo>
                  <a:lnTo>
                    <a:pt x="4961" y="1835475"/>
                  </a:lnTo>
                  <a:lnTo>
                    <a:pt x="4961" y="1835227"/>
                  </a:lnTo>
                  <a:lnTo>
                    <a:pt x="4961" y="1834979"/>
                  </a:lnTo>
                  <a:lnTo>
                    <a:pt x="4961" y="1834731"/>
                  </a:lnTo>
                  <a:lnTo>
                    <a:pt x="4961" y="1834483"/>
                  </a:lnTo>
                  <a:lnTo>
                    <a:pt x="4961" y="1834235"/>
                  </a:lnTo>
                  <a:lnTo>
                    <a:pt x="4961" y="1833987"/>
                  </a:lnTo>
                  <a:lnTo>
                    <a:pt x="4961" y="1833739"/>
                  </a:lnTo>
                  <a:lnTo>
                    <a:pt x="4961" y="1833491"/>
                  </a:lnTo>
                  <a:lnTo>
                    <a:pt x="4961" y="1833243"/>
                  </a:lnTo>
                  <a:lnTo>
                    <a:pt x="4961" y="1832996"/>
                  </a:lnTo>
                  <a:lnTo>
                    <a:pt x="4961" y="1832748"/>
                  </a:lnTo>
                  <a:lnTo>
                    <a:pt x="4961" y="1832500"/>
                  </a:lnTo>
                  <a:lnTo>
                    <a:pt x="4961" y="1832252"/>
                  </a:lnTo>
                  <a:lnTo>
                    <a:pt x="4961" y="1832004"/>
                  </a:lnTo>
                  <a:lnTo>
                    <a:pt x="4961" y="1831756"/>
                  </a:lnTo>
                  <a:lnTo>
                    <a:pt x="4961" y="1831508"/>
                  </a:lnTo>
                  <a:lnTo>
                    <a:pt x="4961" y="1831260"/>
                  </a:lnTo>
                  <a:lnTo>
                    <a:pt x="4961" y="1831012"/>
                  </a:lnTo>
                  <a:lnTo>
                    <a:pt x="4961" y="1830764"/>
                  </a:lnTo>
                  <a:lnTo>
                    <a:pt x="4961" y="1830516"/>
                  </a:lnTo>
                  <a:lnTo>
                    <a:pt x="4961" y="1830268"/>
                  </a:lnTo>
                  <a:lnTo>
                    <a:pt x="4961" y="1830020"/>
                  </a:lnTo>
                  <a:lnTo>
                    <a:pt x="4961" y="1829772"/>
                  </a:lnTo>
                  <a:lnTo>
                    <a:pt x="4961" y="1829524"/>
                  </a:lnTo>
                  <a:lnTo>
                    <a:pt x="4961" y="1829276"/>
                  </a:lnTo>
                  <a:lnTo>
                    <a:pt x="4961" y="1829029"/>
                  </a:lnTo>
                  <a:lnTo>
                    <a:pt x="4961" y="1828781"/>
                  </a:lnTo>
                  <a:lnTo>
                    <a:pt x="4961" y="1828533"/>
                  </a:lnTo>
                  <a:lnTo>
                    <a:pt x="4961" y="1828285"/>
                  </a:lnTo>
                  <a:lnTo>
                    <a:pt x="4961" y="1828037"/>
                  </a:lnTo>
                  <a:lnTo>
                    <a:pt x="4961" y="1827789"/>
                  </a:lnTo>
                  <a:lnTo>
                    <a:pt x="4961" y="1827541"/>
                  </a:lnTo>
                  <a:lnTo>
                    <a:pt x="4961" y="1827293"/>
                  </a:lnTo>
                  <a:lnTo>
                    <a:pt x="4961" y="1827045"/>
                  </a:lnTo>
                  <a:lnTo>
                    <a:pt x="4961" y="1826797"/>
                  </a:lnTo>
                  <a:lnTo>
                    <a:pt x="4961" y="1826549"/>
                  </a:lnTo>
                  <a:lnTo>
                    <a:pt x="4961" y="1826301"/>
                  </a:lnTo>
                  <a:lnTo>
                    <a:pt x="4961" y="1826053"/>
                  </a:lnTo>
                  <a:lnTo>
                    <a:pt x="4961" y="1825805"/>
                  </a:lnTo>
                  <a:lnTo>
                    <a:pt x="4961" y="1825557"/>
                  </a:lnTo>
                  <a:lnTo>
                    <a:pt x="4961" y="1825309"/>
                  </a:lnTo>
                  <a:lnTo>
                    <a:pt x="4961" y="1825062"/>
                  </a:lnTo>
                  <a:lnTo>
                    <a:pt x="4961" y="1824814"/>
                  </a:lnTo>
                  <a:lnTo>
                    <a:pt x="4961" y="1824566"/>
                  </a:lnTo>
                  <a:lnTo>
                    <a:pt x="4961" y="1824318"/>
                  </a:lnTo>
                  <a:lnTo>
                    <a:pt x="4961" y="1824070"/>
                  </a:lnTo>
                  <a:lnTo>
                    <a:pt x="4961" y="1823822"/>
                  </a:lnTo>
                  <a:lnTo>
                    <a:pt x="4961" y="1823574"/>
                  </a:lnTo>
                  <a:lnTo>
                    <a:pt x="4961" y="1823326"/>
                  </a:lnTo>
                  <a:lnTo>
                    <a:pt x="4961" y="1823078"/>
                  </a:lnTo>
                  <a:lnTo>
                    <a:pt x="4961" y="1822830"/>
                  </a:lnTo>
                  <a:lnTo>
                    <a:pt x="4961" y="1822582"/>
                  </a:lnTo>
                  <a:lnTo>
                    <a:pt x="4961" y="1822334"/>
                  </a:lnTo>
                  <a:lnTo>
                    <a:pt x="4961" y="1822086"/>
                  </a:lnTo>
                  <a:lnTo>
                    <a:pt x="4961" y="1821838"/>
                  </a:lnTo>
                  <a:lnTo>
                    <a:pt x="4961" y="1821590"/>
                  </a:lnTo>
                  <a:lnTo>
                    <a:pt x="4961" y="1821342"/>
                  </a:lnTo>
                  <a:lnTo>
                    <a:pt x="4961" y="1821095"/>
                  </a:lnTo>
                  <a:lnTo>
                    <a:pt x="4961" y="1820847"/>
                  </a:lnTo>
                  <a:lnTo>
                    <a:pt x="4961" y="1820599"/>
                  </a:lnTo>
                  <a:lnTo>
                    <a:pt x="4961" y="1820351"/>
                  </a:lnTo>
                  <a:lnTo>
                    <a:pt x="4961" y="1820103"/>
                  </a:lnTo>
                  <a:lnTo>
                    <a:pt x="4961" y="1819855"/>
                  </a:lnTo>
                  <a:lnTo>
                    <a:pt x="4961" y="1819607"/>
                  </a:lnTo>
                  <a:lnTo>
                    <a:pt x="4961" y="1819359"/>
                  </a:lnTo>
                  <a:lnTo>
                    <a:pt x="4961" y="1819111"/>
                  </a:lnTo>
                  <a:lnTo>
                    <a:pt x="4961" y="1818863"/>
                  </a:lnTo>
                  <a:lnTo>
                    <a:pt x="4961" y="1818615"/>
                  </a:lnTo>
                  <a:lnTo>
                    <a:pt x="4961" y="1818367"/>
                  </a:lnTo>
                  <a:lnTo>
                    <a:pt x="4961" y="1818119"/>
                  </a:lnTo>
                  <a:lnTo>
                    <a:pt x="4961" y="1817871"/>
                  </a:lnTo>
                  <a:lnTo>
                    <a:pt x="4961" y="1817623"/>
                  </a:lnTo>
                  <a:lnTo>
                    <a:pt x="4961" y="1817376"/>
                  </a:lnTo>
                  <a:lnTo>
                    <a:pt x="4961" y="1817128"/>
                  </a:lnTo>
                  <a:lnTo>
                    <a:pt x="4961" y="1816880"/>
                  </a:lnTo>
                  <a:lnTo>
                    <a:pt x="4961" y="1816632"/>
                  </a:lnTo>
                  <a:lnTo>
                    <a:pt x="4961" y="1816384"/>
                  </a:lnTo>
                  <a:lnTo>
                    <a:pt x="4961" y="1816136"/>
                  </a:lnTo>
                  <a:lnTo>
                    <a:pt x="4961" y="1815888"/>
                  </a:lnTo>
                  <a:lnTo>
                    <a:pt x="4961" y="1815640"/>
                  </a:lnTo>
                  <a:lnTo>
                    <a:pt x="4961" y="1815392"/>
                  </a:lnTo>
                  <a:lnTo>
                    <a:pt x="4961" y="1815144"/>
                  </a:lnTo>
                  <a:lnTo>
                    <a:pt x="4961" y="1814896"/>
                  </a:lnTo>
                  <a:lnTo>
                    <a:pt x="4961" y="1814648"/>
                  </a:lnTo>
                  <a:lnTo>
                    <a:pt x="4961" y="1814400"/>
                  </a:lnTo>
                  <a:lnTo>
                    <a:pt x="4961" y="1814152"/>
                  </a:lnTo>
                  <a:lnTo>
                    <a:pt x="4961" y="1813904"/>
                  </a:lnTo>
                  <a:lnTo>
                    <a:pt x="4961" y="1813656"/>
                  </a:lnTo>
                  <a:lnTo>
                    <a:pt x="4961" y="1813409"/>
                  </a:lnTo>
                  <a:lnTo>
                    <a:pt x="4961" y="1813161"/>
                  </a:lnTo>
                  <a:lnTo>
                    <a:pt x="4961" y="1812913"/>
                  </a:lnTo>
                  <a:lnTo>
                    <a:pt x="4961" y="1812665"/>
                  </a:lnTo>
                  <a:lnTo>
                    <a:pt x="4961" y="1812417"/>
                  </a:lnTo>
                  <a:lnTo>
                    <a:pt x="4961" y="1812169"/>
                  </a:lnTo>
                  <a:lnTo>
                    <a:pt x="4961" y="1811921"/>
                  </a:lnTo>
                  <a:lnTo>
                    <a:pt x="4961" y="1811673"/>
                  </a:lnTo>
                  <a:lnTo>
                    <a:pt x="4961" y="1811425"/>
                  </a:lnTo>
                  <a:lnTo>
                    <a:pt x="4961" y="1811177"/>
                  </a:lnTo>
                  <a:lnTo>
                    <a:pt x="4961" y="1810929"/>
                  </a:lnTo>
                  <a:lnTo>
                    <a:pt x="4961" y="1810681"/>
                  </a:lnTo>
                  <a:lnTo>
                    <a:pt x="4961" y="1810433"/>
                  </a:lnTo>
                  <a:lnTo>
                    <a:pt x="4961" y="1810185"/>
                  </a:lnTo>
                  <a:lnTo>
                    <a:pt x="4961" y="1809937"/>
                  </a:lnTo>
                  <a:lnTo>
                    <a:pt x="4961" y="1809689"/>
                  </a:lnTo>
                  <a:lnTo>
                    <a:pt x="4961" y="1809442"/>
                  </a:lnTo>
                  <a:lnTo>
                    <a:pt x="4961" y="1809194"/>
                  </a:lnTo>
                  <a:lnTo>
                    <a:pt x="4961" y="1808946"/>
                  </a:lnTo>
                  <a:lnTo>
                    <a:pt x="4961" y="1808698"/>
                  </a:lnTo>
                  <a:lnTo>
                    <a:pt x="4961" y="1808450"/>
                  </a:lnTo>
                  <a:lnTo>
                    <a:pt x="4961" y="1808202"/>
                  </a:lnTo>
                  <a:lnTo>
                    <a:pt x="4961" y="1807954"/>
                  </a:lnTo>
                  <a:lnTo>
                    <a:pt x="4961" y="1807706"/>
                  </a:lnTo>
                  <a:lnTo>
                    <a:pt x="4961" y="1807458"/>
                  </a:lnTo>
                  <a:lnTo>
                    <a:pt x="4961" y="1807210"/>
                  </a:lnTo>
                  <a:lnTo>
                    <a:pt x="4961" y="1806962"/>
                  </a:lnTo>
                  <a:lnTo>
                    <a:pt x="4961" y="1806714"/>
                  </a:lnTo>
                  <a:lnTo>
                    <a:pt x="4961" y="1806466"/>
                  </a:lnTo>
                  <a:lnTo>
                    <a:pt x="4961" y="1806218"/>
                  </a:lnTo>
                  <a:lnTo>
                    <a:pt x="4961" y="1805970"/>
                  </a:lnTo>
                  <a:lnTo>
                    <a:pt x="4961" y="1805722"/>
                  </a:lnTo>
                  <a:lnTo>
                    <a:pt x="4961" y="1805475"/>
                  </a:lnTo>
                  <a:lnTo>
                    <a:pt x="4961" y="1805227"/>
                  </a:lnTo>
                  <a:lnTo>
                    <a:pt x="4961" y="1804979"/>
                  </a:lnTo>
                  <a:lnTo>
                    <a:pt x="4961" y="1804731"/>
                  </a:lnTo>
                  <a:lnTo>
                    <a:pt x="4961" y="1804483"/>
                  </a:lnTo>
                  <a:lnTo>
                    <a:pt x="4961" y="1804235"/>
                  </a:lnTo>
                  <a:lnTo>
                    <a:pt x="4961" y="1803987"/>
                  </a:lnTo>
                  <a:lnTo>
                    <a:pt x="4961" y="1803739"/>
                  </a:lnTo>
                  <a:lnTo>
                    <a:pt x="4961" y="1803491"/>
                  </a:lnTo>
                  <a:lnTo>
                    <a:pt x="4961" y="1803243"/>
                  </a:lnTo>
                  <a:lnTo>
                    <a:pt x="4961" y="1802995"/>
                  </a:lnTo>
                  <a:lnTo>
                    <a:pt x="4961" y="1802747"/>
                  </a:lnTo>
                  <a:lnTo>
                    <a:pt x="4961" y="1802499"/>
                  </a:lnTo>
                  <a:lnTo>
                    <a:pt x="4961" y="1802251"/>
                  </a:lnTo>
                  <a:lnTo>
                    <a:pt x="4961" y="1802003"/>
                  </a:lnTo>
                  <a:lnTo>
                    <a:pt x="4961" y="1801755"/>
                  </a:lnTo>
                  <a:lnTo>
                    <a:pt x="4961" y="1801508"/>
                  </a:lnTo>
                  <a:lnTo>
                    <a:pt x="4961" y="1801260"/>
                  </a:lnTo>
                  <a:lnTo>
                    <a:pt x="4961" y="1801012"/>
                  </a:lnTo>
                  <a:lnTo>
                    <a:pt x="4961" y="1800764"/>
                  </a:lnTo>
                  <a:lnTo>
                    <a:pt x="4961" y="1800516"/>
                  </a:lnTo>
                  <a:lnTo>
                    <a:pt x="4961" y="1800268"/>
                  </a:lnTo>
                  <a:lnTo>
                    <a:pt x="4961" y="1800020"/>
                  </a:lnTo>
                  <a:lnTo>
                    <a:pt x="4961" y="1799772"/>
                  </a:lnTo>
                  <a:lnTo>
                    <a:pt x="4961" y="1799524"/>
                  </a:lnTo>
                  <a:lnTo>
                    <a:pt x="4961" y="1799276"/>
                  </a:lnTo>
                  <a:lnTo>
                    <a:pt x="4961" y="1799028"/>
                  </a:lnTo>
                  <a:lnTo>
                    <a:pt x="4961" y="1798780"/>
                  </a:lnTo>
                  <a:lnTo>
                    <a:pt x="4961" y="1798532"/>
                  </a:lnTo>
                  <a:lnTo>
                    <a:pt x="4961" y="1798284"/>
                  </a:lnTo>
                  <a:lnTo>
                    <a:pt x="4961" y="1798036"/>
                  </a:lnTo>
                  <a:lnTo>
                    <a:pt x="4961" y="1797789"/>
                  </a:lnTo>
                  <a:lnTo>
                    <a:pt x="4961" y="1797541"/>
                  </a:lnTo>
                  <a:lnTo>
                    <a:pt x="4961" y="1797293"/>
                  </a:lnTo>
                  <a:lnTo>
                    <a:pt x="4961" y="1797045"/>
                  </a:lnTo>
                  <a:lnTo>
                    <a:pt x="4961" y="1796797"/>
                  </a:lnTo>
                  <a:lnTo>
                    <a:pt x="4961" y="1796549"/>
                  </a:lnTo>
                  <a:lnTo>
                    <a:pt x="4961" y="1796301"/>
                  </a:lnTo>
                  <a:lnTo>
                    <a:pt x="4961" y="1796053"/>
                  </a:lnTo>
                  <a:lnTo>
                    <a:pt x="4961" y="1795805"/>
                  </a:lnTo>
                  <a:lnTo>
                    <a:pt x="4961" y="1795557"/>
                  </a:lnTo>
                  <a:lnTo>
                    <a:pt x="4961" y="1795309"/>
                  </a:lnTo>
                  <a:lnTo>
                    <a:pt x="4961" y="1795061"/>
                  </a:lnTo>
                  <a:lnTo>
                    <a:pt x="4961" y="1794813"/>
                  </a:lnTo>
                  <a:lnTo>
                    <a:pt x="4961" y="1794565"/>
                  </a:lnTo>
                  <a:lnTo>
                    <a:pt x="4961" y="1794317"/>
                  </a:lnTo>
                  <a:lnTo>
                    <a:pt x="4961" y="1794069"/>
                  </a:lnTo>
                  <a:lnTo>
                    <a:pt x="4961" y="1793822"/>
                  </a:lnTo>
                  <a:lnTo>
                    <a:pt x="4961" y="1793574"/>
                  </a:lnTo>
                  <a:lnTo>
                    <a:pt x="4961" y="1793326"/>
                  </a:lnTo>
                  <a:lnTo>
                    <a:pt x="4961" y="1793078"/>
                  </a:lnTo>
                  <a:lnTo>
                    <a:pt x="4961" y="1792830"/>
                  </a:lnTo>
                  <a:lnTo>
                    <a:pt x="4961" y="1792582"/>
                  </a:lnTo>
                  <a:lnTo>
                    <a:pt x="4961" y="1792334"/>
                  </a:lnTo>
                  <a:lnTo>
                    <a:pt x="4961" y="1792086"/>
                  </a:lnTo>
                  <a:lnTo>
                    <a:pt x="4961" y="1791838"/>
                  </a:lnTo>
                  <a:lnTo>
                    <a:pt x="4961" y="1791590"/>
                  </a:lnTo>
                  <a:lnTo>
                    <a:pt x="4961" y="1791342"/>
                  </a:lnTo>
                  <a:lnTo>
                    <a:pt x="4961" y="1791094"/>
                  </a:lnTo>
                  <a:lnTo>
                    <a:pt x="4961" y="1790846"/>
                  </a:lnTo>
                  <a:lnTo>
                    <a:pt x="4961" y="1790598"/>
                  </a:lnTo>
                  <a:lnTo>
                    <a:pt x="4961" y="1790350"/>
                  </a:lnTo>
                  <a:lnTo>
                    <a:pt x="4961" y="1790102"/>
                  </a:lnTo>
                  <a:lnTo>
                    <a:pt x="4961" y="1789855"/>
                  </a:lnTo>
                  <a:lnTo>
                    <a:pt x="4961" y="1789607"/>
                  </a:lnTo>
                  <a:lnTo>
                    <a:pt x="4961" y="1789359"/>
                  </a:lnTo>
                  <a:lnTo>
                    <a:pt x="4961" y="1789111"/>
                  </a:lnTo>
                  <a:lnTo>
                    <a:pt x="4961" y="1788863"/>
                  </a:lnTo>
                  <a:lnTo>
                    <a:pt x="4961" y="1788615"/>
                  </a:lnTo>
                  <a:lnTo>
                    <a:pt x="4961" y="1788367"/>
                  </a:lnTo>
                  <a:lnTo>
                    <a:pt x="4961" y="1788119"/>
                  </a:lnTo>
                  <a:lnTo>
                    <a:pt x="4961" y="1787871"/>
                  </a:lnTo>
                  <a:lnTo>
                    <a:pt x="4961" y="1787623"/>
                  </a:lnTo>
                  <a:lnTo>
                    <a:pt x="4961" y="1787375"/>
                  </a:lnTo>
                  <a:lnTo>
                    <a:pt x="4961" y="1787127"/>
                  </a:lnTo>
                  <a:lnTo>
                    <a:pt x="4961" y="1786879"/>
                  </a:lnTo>
                  <a:lnTo>
                    <a:pt x="4961" y="1786631"/>
                  </a:lnTo>
                  <a:lnTo>
                    <a:pt x="4961" y="1786383"/>
                  </a:lnTo>
                  <a:lnTo>
                    <a:pt x="4961" y="1786135"/>
                  </a:lnTo>
                  <a:lnTo>
                    <a:pt x="4961" y="1785888"/>
                  </a:lnTo>
                  <a:lnTo>
                    <a:pt x="4961" y="1785640"/>
                  </a:lnTo>
                  <a:lnTo>
                    <a:pt x="4961" y="1785392"/>
                  </a:lnTo>
                  <a:lnTo>
                    <a:pt x="4961" y="1785144"/>
                  </a:lnTo>
                  <a:lnTo>
                    <a:pt x="4961" y="1784896"/>
                  </a:lnTo>
                  <a:lnTo>
                    <a:pt x="4961" y="1784648"/>
                  </a:lnTo>
                  <a:lnTo>
                    <a:pt x="4961" y="1784400"/>
                  </a:lnTo>
                  <a:lnTo>
                    <a:pt x="4961" y="1784152"/>
                  </a:lnTo>
                  <a:lnTo>
                    <a:pt x="4961" y="1783904"/>
                  </a:lnTo>
                  <a:lnTo>
                    <a:pt x="4961" y="1783656"/>
                  </a:lnTo>
                  <a:lnTo>
                    <a:pt x="4961" y="1783408"/>
                  </a:lnTo>
                  <a:lnTo>
                    <a:pt x="4961" y="1783160"/>
                  </a:lnTo>
                  <a:lnTo>
                    <a:pt x="4961" y="1782912"/>
                  </a:lnTo>
                  <a:lnTo>
                    <a:pt x="4961" y="1782664"/>
                  </a:lnTo>
                  <a:lnTo>
                    <a:pt x="4961" y="1782416"/>
                  </a:lnTo>
                  <a:lnTo>
                    <a:pt x="4961" y="1782168"/>
                  </a:lnTo>
                  <a:lnTo>
                    <a:pt x="4961" y="1781921"/>
                  </a:lnTo>
                  <a:lnTo>
                    <a:pt x="4961" y="1781673"/>
                  </a:lnTo>
                  <a:lnTo>
                    <a:pt x="4961" y="1781425"/>
                  </a:lnTo>
                  <a:lnTo>
                    <a:pt x="4961" y="1781177"/>
                  </a:lnTo>
                  <a:lnTo>
                    <a:pt x="4961" y="1780929"/>
                  </a:lnTo>
                  <a:lnTo>
                    <a:pt x="4961" y="1780681"/>
                  </a:lnTo>
                  <a:lnTo>
                    <a:pt x="4961" y="1780433"/>
                  </a:lnTo>
                  <a:lnTo>
                    <a:pt x="4961" y="1780185"/>
                  </a:lnTo>
                  <a:lnTo>
                    <a:pt x="4961" y="1779937"/>
                  </a:lnTo>
                  <a:lnTo>
                    <a:pt x="4961" y="1779689"/>
                  </a:lnTo>
                  <a:lnTo>
                    <a:pt x="4961" y="1779441"/>
                  </a:lnTo>
                  <a:lnTo>
                    <a:pt x="4961" y="1779193"/>
                  </a:lnTo>
                  <a:lnTo>
                    <a:pt x="4961" y="1778945"/>
                  </a:lnTo>
                  <a:lnTo>
                    <a:pt x="4961" y="1778697"/>
                  </a:lnTo>
                  <a:lnTo>
                    <a:pt x="4961" y="1778449"/>
                  </a:lnTo>
                  <a:lnTo>
                    <a:pt x="4961" y="1778202"/>
                  </a:lnTo>
                  <a:lnTo>
                    <a:pt x="4961" y="1777954"/>
                  </a:lnTo>
                  <a:lnTo>
                    <a:pt x="4961" y="1777706"/>
                  </a:lnTo>
                  <a:lnTo>
                    <a:pt x="4961" y="1777458"/>
                  </a:lnTo>
                  <a:lnTo>
                    <a:pt x="4961" y="1777210"/>
                  </a:lnTo>
                  <a:lnTo>
                    <a:pt x="4961" y="1776962"/>
                  </a:lnTo>
                  <a:lnTo>
                    <a:pt x="4961" y="1776714"/>
                  </a:lnTo>
                  <a:lnTo>
                    <a:pt x="4961" y="1776466"/>
                  </a:lnTo>
                  <a:lnTo>
                    <a:pt x="4961" y="1776218"/>
                  </a:lnTo>
                  <a:lnTo>
                    <a:pt x="4961" y="1775970"/>
                  </a:lnTo>
                  <a:lnTo>
                    <a:pt x="4961" y="1775722"/>
                  </a:lnTo>
                  <a:lnTo>
                    <a:pt x="4961" y="1775474"/>
                  </a:lnTo>
                  <a:lnTo>
                    <a:pt x="4961" y="1775226"/>
                  </a:lnTo>
                  <a:lnTo>
                    <a:pt x="4961" y="1774978"/>
                  </a:lnTo>
                  <a:lnTo>
                    <a:pt x="4961" y="1774730"/>
                  </a:lnTo>
                  <a:lnTo>
                    <a:pt x="4961" y="1774482"/>
                  </a:lnTo>
                  <a:lnTo>
                    <a:pt x="4961" y="1774235"/>
                  </a:lnTo>
                  <a:lnTo>
                    <a:pt x="4961" y="1773987"/>
                  </a:lnTo>
                  <a:lnTo>
                    <a:pt x="4961" y="1773739"/>
                  </a:lnTo>
                  <a:lnTo>
                    <a:pt x="4961" y="1773491"/>
                  </a:lnTo>
                  <a:lnTo>
                    <a:pt x="4961" y="1773243"/>
                  </a:lnTo>
                  <a:lnTo>
                    <a:pt x="4961" y="1772995"/>
                  </a:lnTo>
                  <a:lnTo>
                    <a:pt x="4961" y="1772747"/>
                  </a:lnTo>
                  <a:lnTo>
                    <a:pt x="4961" y="1772499"/>
                  </a:lnTo>
                  <a:lnTo>
                    <a:pt x="4961" y="1772251"/>
                  </a:lnTo>
                  <a:lnTo>
                    <a:pt x="4961" y="1772003"/>
                  </a:lnTo>
                  <a:lnTo>
                    <a:pt x="4961" y="1771755"/>
                  </a:lnTo>
                  <a:lnTo>
                    <a:pt x="4961" y="1771507"/>
                  </a:lnTo>
                  <a:lnTo>
                    <a:pt x="4961" y="1771259"/>
                  </a:lnTo>
                  <a:lnTo>
                    <a:pt x="4961" y="1771011"/>
                  </a:lnTo>
                  <a:lnTo>
                    <a:pt x="4961" y="1770763"/>
                  </a:lnTo>
                  <a:lnTo>
                    <a:pt x="4961" y="1770515"/>
                  </a:lnTo>
                  <a:lnTo>
                    <a:pt x="4961" y="1770268"/>
                  </a:lnTo>
                  <a:lnTo>
                    <a:pt x="4961" y="1770020"/>
                  </a:lnTo>
                  <a:lnTo>
                    <a:pt x="4961" y="1769772"/>
                  </a:lnTo>
                  <a:lnTo>
                    <a:pt x="4961" y="1769524"/>
                  </a:lnTo>
                  <a:lnTo>
                    <a:pt x="4961" y="1769276"/>
                  </a:lnTo>
                  <a:lnTo>
                    <a:pt x="4961" y="1769028"/>
                  </a:lnTo>
                  <a:lnTo>
                    <a:pt x="4961" y="1768780"/>
                  </a:lnTo>
                  <a:lnTo>
                    <a:pt x="4961" y="1768532"/>
                  </a:lnTo>
                  <a:lnTo>
                    <a:pt x="4961" y="1768284"/>
                  </a:lnTo>
                  <a:lnTo>
                    <a:pt x="4961" y="1768036"/>
                  </a:lnTo>
                  <a:lnTo>
                    <a:pt x="4961" y="1767788"/>
                  </a:lnTo>
                  <a:lnTo>
                    <a:pt x="4961" y="1767540"/>
                  </a:lnTo>
                  <a:lnTo>
                    <a:pt x="4961" y="1767292"/>
                  </a:lnTo>
                  <a:lnTo>
                    <a:pt x="4961" y="1767044"/>
                  </a:lnTo>
                  <a:lnTo>
                    <a:pt x="4961" y="1766796"/>
                  </a:lnTo>
                  <a:lnTo>
                    <a:pt x="4961" y="1766548"/>
                  </a:lnTo>
                  <a:lnTo>
                    <a:pt x="4961" y="1766301"/>
                  </a:lnTo>
                  <a:lnTo>
                    <a:pt x="4961" y="1766053"/>
                  </a:lnTo>
                  <a:lnTo>
                    <a:pt x="4961" y="1765805"/>
                  </a:lnTo>
                  <a:lnTo>
                    <a:pt x="4961" y="1765557"/>
                  </a:lnTo>
                  <a:lnTo>
                    <a:pt x="4961" y="1765309"/>
                  </a:lnTo>
                  <a:lnTo>
                    <a:pt x="4961" y="1765061"/>
                  </a:lnTo>
                  <a:lnTo>
                    <a:pt x="4961" y="1764813"/>
                  </a:lnTo>
                  <a:lnTo>
                    <a:pt x="4961" y="1764565"/>
                  </a:lnTo>
                  <a:lnTo>
                    <a:pt x="4961" y="1764317"/>
                  </a:lnTo>
                  <a:lnTo>
                    <a:pt x="4961" y="1764069"/>
                  </a:lnTo>
                  <a:lnTo>
                    <a:pt x="4961" y="1763821"/>
                  </a:lnTo>
                  <a:lnTo>
                    <a:pt x="4961" y="1763573"/>
                  </a:lnTo>
                  <a:lnTo>
                    <a:pt x="4961" y="1763325"/>
                  </a:lnTo>
                  <a:lnTo>
                    <a:pt x="4961" y="1763077"/>
                  </a:lnTo>
                  <a:lnTo>
                    <a:pt x="4961" y="1762829"/>
                  </a:lnTo>
                  <a:lnTo>
                    <a:pt x="4961" y="1762581"/>
                  </a:lnTo>
                  <a:lnTo>
                    <a:pt x="4961" y="1762334"/>
                  </a:lnTo>
                  <a:lnTo>
                    <a:pt x="4961" y="1762086"/>
                  </a:lnTo>
                  <a:lnTo>
                    <a:pt x="4961" y="1761838"/>
                  </a:lnTo>
                  <a:lnTo>
                    <a:pt x="4961" y="1761590"/>
                  </a:lnTo>
                  <a:lnTo>
                    <a:pt x="4961" y="1761342"/>
                  </a:lnTo>
                  <a:lnTo>
                    <a:pt x="4961" y="1761094"/>
                  </a:lnTo>
                  <a:lnTo>
                    <a:pt x="4961" y="1760846"/>
                  </a:lnTo>
                  <a:lnTo>
                    <a:pt x="4961" y="1760598"/>
                  </a:lnTo>
                  <a:lnTo>
                    <a:pt x="4961" y="1760350"/>
                  </a:lnTo>
                  <a:lnTo>
                    <a:pt x="4961" y="1760102"/>
                  </a:lnTo>
                  <a:lnTo>
                    <a:pt x="4961" y="1759854"/>
                  </a:lnTo>
                  <a:lnTo>
                    <a:pt x="4961" y="1759606"/>
                  </a:lnTo>
                  <a:lnTo>
                    <a:pt x="4961" y="1759358"/>
                  </a:lnTo>
                  <a:lnTo>
                    <a:pt x="4961" y="1759110"/>
                  </a:lnTo>
                  <a:lnTo>
                    <a:pt x="4961" y="1758862"/>
                  </a:lnTo>
                  <a:lnTo>
                    <a:pt x="4961" y="1758615"/>
                  </a:lnTo>
                  <a:lnTo>
                    <a:pt x="4961" y="1758367"/>
                  </a:lnTo>
                  <a:lnTo>
                    <a:pt x="4961" y="1758119"/>
                  </a:lnTo>
                  <a:lnTo>
                    <a:pt x="4961" y="1757871"/>
                  </a:lnTo>
                  <a:lnTo>
                    <a:pt x="4961" y="1757623"/>
                  </a:lnTo>
                  <a:lnTo>
                    <a:pt x="4961" y="1757375"/>
                  </a:lnTo>
                  <a:lnTo>
                    <a:pt x="4961" y="1757127"/>
                  </a:lnTo>
                  <a:lnTo>
                    <a:pt x="4961" y="1756879"/>
                  </a:lnTo>
                  <a:lnTo>
                    <a:pt x="4961" y="1756631"/>
                  </a:lnTo>
                  <a:lnTo>
                    <a:pt x="4961" y="1756383"/>
                  </a:lnTo>
                  <a:lnTo>
                    <a:pt x="4961" y="1756135"/>
                  </a:lnTo>
                  <a:lnTo>
                    <a:pt x="4961" y="1755887"/>
                  </a:lnTo>
                  <a:lnTo>
                    <a:pt x="4961" y="1755639"/>
                  </a:lnTo>
                  <a:lnTo>
                    <a:pt x="5670" y="1755639"/>
                  </a:lnTo>
                  <a:lnTo>
                    <a:pt x="5670" y="1755391"/>
                  </a:lnTo>
                  <a:lnTo>
                    <a:pt x="5670" y="1755143"/>
                  </a:lnTo>
                  <a:lnTo>
                    <a:pt x="5670" y="1754895"/>
                  </a:lnTo>
                  <a:lnTo>
                    <a:pt x="5670" y="1754648"/>
                  </a:lnTo>
                  <a:lnTo>
                    <a:pt x="5670" y="1754400"/>
                  </a:lnTo>
                  <a:lnTo>
                    <a:pt x="5670" y="1754152"/>
                  </a:lnTo>
                  <a:lnTo>
                    <a:pt x="5670" y="1753904"/>
                  </a:lnTo>
                  <a:lnTo>
                    <a:pt x="5670" y="1753656"/>
                  </a:lnTo>
                  <a:lnTo>
                    <a:pt x="5670" y="1753408"/>
                  </a:lnTo>
                  <a:lnTo>
                    <a:pt x="5670" y="1753160"/>
                  </a:lnTo>
                  <a:lnTo>
                    <a:pt x="5670" y="1752912"/>
                  </a:lnTo>
                  <a:lnTo>
                    <a:pt x="5670" y="1752664"/>
                  </a:lnTo>
                  <a:lnTo>
                    <a:pt x="5670" y="1752416"/>
                  </a:lnTo>
                  <a:lnTo>
                    <a:pt x="5670" y="1752168"/>
                  </a:lnTo>
                  <a:lnTo>
                    <a:pt x="5670" y="1751920"/>
                  </a:lnTo>
                  <a:lnTo>
                    <a:pt x="5670" y="1751672"/>
                  </a:lnTo>
                  <a:lnTo>
                    <a:pt x="5670" y="1751424"/>
                  </a:lnTo>
                  <a:lnTo>
                    <a:pt x="5670" y="1751176"/>
                  </a:lnTo>
                  <a:lnTo>
                    <a:pt x="5670" y="1750928"/>
                  </a:lnTo>
                  <a:lnTo>
                    <a:pt x="5670" y="1750681"/>
                  </a:lnTo>
                  <a:lnTo>
                    <a:pt x="5670" y="1750433"/>
                  </a:lnTo>
                  <a:lnTo>
                    <a:pt x="5670" y="1750185"/>
                  </a:lnTo>
                  <a:lnTo>
                    <a:pt x="5670" y="1749937"/>
                  </a:lnTo>
                  <a:lnTo>
                    <a:pt x="5670" y="1749689"/>
                  </a:lnTo>
                  <a:lnTo>
                    <a:pt x="5670" y="1749441"/>
                  </a:lnTo>
                  <a:lnTo>
                    <a:pt x="5670" y="1749193"/>
                  </a:lnTo>
                  <a:lnTo>
                    <a:pt x="5670" y="1748945"/>
                  </a:lnTo>
                  <a:lnTo>
                    <a:pt x="5670" y="1748697"/>
                  </a:lnTo>
                  <a:lnTo>
                    <a:pt x="5670" y="1748449"/>
                  </a:lnTo>
                  <a:lnTo>
                    <a:pt x="5670" y="1748201"/>
                  </a:lnTo>
                  <a:lnTo>
                    <a:pt x="5670" y="1747953"/>
                  </a:lnTo>
                  <a:lnTo>
                    <a:pt x="5670" y="1747705"/>
                  </a:lnTo>
                  <a:lnTo>
                    <a:pt x="5670" y="1747457"/>
                  </a:lnTo>
                  <a:lnTo>
                    <a:pt x="5670" y="1747209"/>
                  </a:lnTo>
                  <a:lnTo>
                    <a:pt x="5670" y="1746961"/>
                  </a:lnTo>
                  <a:lnTo>
                    <a:pt x="5670" y="1746714"/>
                  </a:lnTo>
                  <a:lnTo>
                    <a:pt x="5670" y="1746466"/>
                  </a:lnTo>
                  <a:lnTo>
                    <a:pt x="5670" y="1746218"/>
                  </a:lnTo>
                  <a:lnTo>
                    <a:pt x="5670" y="1745970"/>
                  </a:lnTo>
                  <a:lnTo>
                    <a:pt x="5670" y="1745722"/>
                  </a:lnTo>
                  <a:lnTo>
                    <a:pt x="5670" y="1745474"/>
                  </a:lnTo>
                  <a:lnTo>
                    <a:pt x="6379" y="1745474"/>
                  </a:lnTo>
                  <a:lnTo>
                    <a:pt x="6379" y="1745226"/>
                  </a:lnTo>
                  <a:lnTo>
                    <a:pt x="6379" y="1744978"/>
                  </a:lnTo>
                  <a:lnTo>
                    <a:pt x="6379" y="1744730"/>
                  </a:lnTo>
                  <a:lnTo>
                    <a:pt x="6379" y="1744482"/>
                  </a:lnTo>
                  <a:lnTo>
                    <a:pt x="6379" y="1744234"/>
                  </a:lnTo>
                  <a:lnTo>
                    <a:pt x="6379" y="1743986"/>
                  </a:lnTo>
                  <a:lnTo>
                    <a:pt x="6379" y="1743738"/>
                  </a:lnTo>
                  <a:lnTo>
                    <a:pt x="6379" y="1743490"/>
                  </a:lnTo>
                  <a:lnTo>
                    <a:pt x="6379" y="1743242"/>
                  </a:lnTo>
                  <a:lnTo>
                    <a:pt x="6379" y="1742994"/>
                  </a:lnTo>
                  <a:lnTo>
                    <a:pt x="6379" y="1742747"/>
                  </a:lnTo>
                  <a:lnTo>
                    <a:pt x="6379" y="1742499"/>
                  </a:lnTo>
                  <a:lnTo>
                    <a:pt x="6379" y="1742251"/>
                  </a:lnTo>
                  <a:lnTo>
                    <a:pt x="6379" y="1742003"/>
                  </a:lnTo>
                  <a:lnTo>
                    <a:pt x="6379" y="1741755"/>
                  </a:lnTo>
                  <a:lnTo>
                    <a:pt x="6379" y="1741507"/>
                  </a:lnTo>
                  <a:lnTo>
                    <a:pt x="6379" y="1741259"/>
                  </a:lnTo>
                  <a:lnTo>
                    <a:pt x="6379" y="1741011"/>
                  </a:lnTo>
                  <a:lnTo>
                    <a:pt x="6379" y="1740763"/>
                  </a:lnTo>
                  <a:lnTo>
                    <a:pt x="6379" y="1740515"/>
                  </a:lnTo>
                  <a:lnTo>
                    <a:pt x="6379" y="1740267"/>
                  </a:lnTo>
                  <a:lnTo>
                    <a:pt x="6379" y="1740019"/>
                  </a:lnTo>
                  <a:lnTo>
                    <a:pt x="6379" y="1739771"/>
                  </a:lnTo>
                  <a:lnTo>
                    <a:pt x="6379" y="1739523"/>
                  </a:lnTo>
                  <a:lnTo>
                    <a:pt x="6379" y="1739275"/>
                  </a:lnTo>
                  <a:lnTo>
                    <a:pt x="6379" y="1739028"/>
                  </a:lnTo>
                  <a:lnTo>
                    <a:pt x="6379" y="1738780"/>
                  </a:lnTo>
                  <a:lnTo>
                    <a:pt x="6379" y="1738532"/>
                  </a:lnTo>
                  <a:lnTo>
                    <a:pt x="6379" y="1738284"/>
                  </a:lnTo>
                  <a:lnTo>
                    <a:pt x="6379" y="1738036"/>
                  </a:lnTo>
                  <a:lnTo>
                    <a:pt x="7088" y="1738036"/>
                  </a:lnTo>
                  <a:lnTo>
                    <a:pt x="7088" y="1737788"/>
                  </a:lnTo>
                  <a:lnTo>
                    <a:pt x="7088" y="1737540"/>
                  </a:lnTo>
                  <a:lnTo>
                    <a:pt x="7088" y="1737292"/>
                  </a:lnTo>
                  <a:lnTo>
                    <a:pt x="7088" y="1737044"/>
                  </a:lnTo>
                  <a:lnTo>
                    <a:pt x="7088" y="1736796"/>
                  </a:lnTo>
                  <a:lnTo>
                    <a:pt x="7088" y="1736548"/>
                  </a:lnTo>
                  <a:lnTo>
                    <a:pt x="7088" y="1736300"/>
                  </a:lnTo>
                  <a:lnTo>
                    <a:pt x="7088" y="1736052"/>
                  </a:lnTo>
                  <a:lnTo>
                    <a:pt x="7088" y="1735804"/>
                  </a:lnTo>
                  <a:lnTo>
                    <a:pt x="7088" y="1735556"/>
                  </a:lnTo>
                  <a:lnTo>
                    <a:pt x="7088" y="1735308"/>
                  </a:lnTo>
                  <a:lnTo>
                    <a:pt x="7088" y="1735061"/>
                  </a:lnTo>
                  <a:lnTo>
                    <a:pt x="7088" y="1734813"/>
                  </a:lnTo>
                  <a:lnTo>
                    <a:pt x="7088" y="1734565"/>
                  </a:lnTo>
                  <a:lnTo>
                    <a:pt x="7088" y="1734317"/>
                  </a:lnTo>
                  <a:lnTo>
                    <a:pt x="7088" y="1734069"/>
                  </a:lnTo>
                  <a:lnTo>
                    <a:pt x="7088" y="1733821"/>
                  </a:lnTo>
                  <a:lnTo>
                    <a:pt x="7088" y="1733573"/>
                  </a:lnTo>
                  <a:lnTo>
                    <a:pt x="7088" y="1733325"/>
                  </a:lnTo>
                  <a:lnTo>
                    <a:pt x="7088" y="1733077"/>
                  </a:lnTo>
                  <a:lnTo>
                    <a:pt x="7088" y="1732829"/>
                  </a:lnTo>
                  <a:lnTo>
                    <a:pt x="7088" y="1732581"/>
                  </a:lnTo>
                  <a:lnTo>
                    <a:pt x="7088" y="1732333"/>
                  </a:lnTo>
                  <a:lnTo>
                    <a:pt x="7088" y="1732085"/>
                  </a:lnTo>
                  <a:lnTo>
                    <a:pt x="7088" y="1731837"/>
                  </a:lnTo>
                  <a:lnTo>
                    <a:pt x="7088" y="1731589"/>
                  </a:lnTo>
                  <a:lnTo>
                    <a:pt x="7088" y="1731341"/>
                  </a:lnTo>
                  <a:lnTo>
                    <a:pt x="7088" y="1731094"/>
                  </a:lnTo>
                  <a:lnTo>
                    <a:pt x="7088" y="1730846"/>
                  </a:lnTo>
                  <a:lnTo>
                    <a:pt x="7088" y="1730598"/>
                  </a:lnTo>
                  <a:lnTo>
                    <a:pt x="7088" y="1730350"/>
                  </a:lnTo>
                  <a:lnTo>
                    <a:pt x="7088" y="1730102"/>
                  </a:lnTo>
                  <a:lnTo>
                    <a:pt x="7088" y="1729854"/>
                  </a:lnTo>
                  <a:lnTo>
                    <a:pt x="7088" y="1729606"/>
                  </a:lnTo>
                  <a:lnTo>
                    <a:pt x="7088" y="1729358"/>
                  </a:lnTo>
                  <a:lnTo>
                    <a:pt x="7088" y="1729110"/>
                  </a:lnTo>
                  <a:lnTo>
                    <a:pt x="7088" y="1728862"/>
                  </a:lnTo>
                  <a:lnTo>
                    <a:pt x="7088" y="1728614"/>
                  </a:lnTo>
                  <a:lnTo>
                    <a:pt x="7088" y="1728366"/>
                  </a:lnTo>
                  <a:lnTo>
                    <a:pt x="7088" y="1728118"/>
                  </a:lnTo>
                  <a:lnTo>
                    <a:pt x="7088" y="1727870"/>
                  </a:lnTo>
                  <a:lnTo>
                    <a:pt x="7088" y="1727622"/>
                  </a:lnTo>
                  <a:lnTo>
                    <a:pt x="7088" y="1727374"/>
                  </a:lnTo>
                  <a:lnTo>
                    <a:pt x="7088" y="1727127"/>
                  </a:lnTo>
                  <a:lnTo>
                    <a:pt x="7088" y="1726879"/>
                  </a:lnTo>
                  <a:lnTo>
                    <a:pt x="7088" y="1726631"/>
                  </a:lnTo>
                  <a:lnTo>
                    <a:pt x="7088" y="1726383"/>
                  </a:lnTo>
                  <a:lnTo>
                    <a:pt x="7088" y="1726135"/>
                  </a:lnTo>
                  <a:lnTo>
                    <a:pt x="7088" y="1725887"/>
                  </a:lnTo>
                  <a:lnTo>
                    <a:pt x="7088" y="1725639"/>
                  </a:lnTo>
                  <a:lnTo>
                    <a:pt x="7088" y="1725391"/>
                  </a:lnTo>
                  <a:lnTo>
                    <a:pt x="7088" y="1725143"/>
                  </a:lnTo>
                  <a:lnTo>
                    <a:pt x="7088" y="1724895"/>
                  </a:lnTo>
                  <a:lnTo>
                    <a:pt x="7088" y="1724647"/>
                  </a:lnTo>
                  <a:lnTo>
                    <a:pt x="7088" y="1724399"/>
                  </a:lnTo>
                  <a:lnTo>
                    <a:pt x="7088" y="1724151"/>
                  </a:lnTo>
                  <a:lnTo>
                    <a:pt x="7088" y="1723903"/>
                  </a:lnTo>
                  <a:lnTo>
                    <a:pt x="7088" y="1723655"/>
                  </a:lnTo>
                  <a:lnTo>
                    <a:pt x="7088" y="1723408"/>
                  </a:lnTo>
                  <a:lnTo>
                    <a:pt x="7088" y="1723160"/>
                  </a:lnTo>
                  <a:lnTo>
                    <a:pt x="7088" y="1722912"/>
                  </a:lnTo>
                  <a:lnTo>
                    <a:pt x="7088" y="1722664"/>
                  </a:lnTo>
                  <a:lnTo>
                    <a:pt x="7088" y="1722416"/>
                  </a:lnTo>
                  <a:lnTo>
                    <a:pt x="7088" y="1722168"/>
                  </a:lnTo>
                  <a:lnTo>
                    <a:pt x="7088" y="1721920"/>
                  </a:lnTo>
                  <a:lnTo>
                    <a:pt x="7088" y="1721672"/>
                  </a:lnTo>
                  <a:lnTo>
                    <a:pt x="7088" y="1721424"/>
                  </a:lnTo>
                  <a:lnTo>
                    <a:pt x="7088" y="1721176"/>
                  </a:lnTo>
                  <a:lnTo>
                    <a:pt x="7088" y="1720928"/>
                  </a:lnTo>
                  <a:lnTo>
                    <a:pt x="7088" y="1720680"/>
                  </a:lnTo>
                  <a:lnTo>
                    <a:pt x="7088" y="1720432"/>
                  </a:lnTo>
                  <a:lnTo>
                    <a:pt x="7088" y="1720184"/>
                  </a:lnTo>
                  <a:lnTo>
                    <a:pt x="7088" y="1719936"/>
                  </a:lnTo>
                  <a:lnTo>
                    <a:pt x="7088" y="1719688"/>
                  </a:lnTo>
                  <a:lnTo>
                    <a:pt x="7088" y="1719441"/>
                  </a:lnTo>
                  <a:lnTo>
                    <a:pt x="7088" y="1719193"/>
                  </a:lnTo>
                  <a:lnTo>
                    <a:pt x="7088" y="1718945"/>
                  </a:lnTo>
                  <a:lnTo>
                    <a:pt x="7088" y="1718697"/>
                  </a:lnTo>
                  <a:lnTo>
                    <a:pt x="7088" y="1718449"/>
                  </a:lnTo>
                  <a:lnTo>
                    <a:pt x="7088" y="1718201"/>
                  </a:lnTo>
                  <a:lnTo>
                    <a:pt x="7088" y="1717953"/>
                  </a:lnTo>
                  <a:lnTo>
                    <a:pt x="7088" y="1717705"/>
                  </a:lnTo>
                  <a:lnTo>
                    <a:pt x="7088" y="1717457"/>
                  </a:lnTo>
                  <a:lnTo>
                    <a:pt x="7088" y="1717209"/>
                  </a:lnTo>
                  <a:lnTo>
                    <a:pt x="7088" y="1716961"/>
                  </a:lnTo>
                  <a:lnTo>
                    <a:pt x="7088" y="1716713"/>
                  </a:lnTo>
                  <a:lnTo>
                    <a:pt x="7088" y="1716465"/>
                  </a:lnTo>
                  <a:lnTo>
                    <a:pt x="7088" y="1716217"/>
                  </a:lnTo>
                  <a:lnTo>
                    <a:pt x="7088" y="1715969"/>
                  </a:lnTo>
                  <a:lnTo>
                    <a:pt x="7088" y="1715721"/>
                  </a:lnTo>
                  <a:lnTo>
                    <a:pt x="7088" y="1715474"/>
                  </a:lnTo>
                  <a:lnTo>
                    <a:pt x="7088" y="1715226"/>
                  </a:lnTo>
                  <a:lnTo>
                    <a:pt x="7088" y="1714978"/>
                  </a:lnTo>
                  <a:lnTo>
                    <a:pt x="7088" y="1714730"/>
                  </a:lnTo>
                  <a:lnTo>
                    <a:pt x="7088" y="1714482"/>
                  </a:lnTo>
                  <a:lnTo>
                    <a:pt x="7088" y="1714234"/>
                  </a:lnTo>
                  <a:lnTo>
                    <a:pt x="7088" y="1713986"/>
                  </a:lnTo>
                  <a:lnTo>
                    <a:pt x="7088" y="1713738"/>
                  </a:lnTo>
                  <a:lnTo>
                    <a:pt x="7088" y="1713490"/>
                  </a:lnTo>
                  <a:lnTo>
                    <a:pt x="7088" y="1713242"/>
                  </a:lnTo>
                  <a:lnTo>
                    <a:pt x="7088" y="1712994"/>
                  </a:lnTo>
                  <a:lnTo>
                    <a:pt x="7088" y="1712746"/>
                  </a:lnTo>
                  <a:lnTo>
                    <a:pt x="7088" y="1712498"/>
                  </a:lnTo>
                  <a:lnTo>
                    <a:pt x="7088" y="1712250"/>
                  </a:lnTo>
                  <a:lnTo>
                    <a:pt x="7088" y="1712002"/>
                  </a:lnTo>
                  <a:lnTo>
                    <a:pt x="7088" y="1711754"/>
                  </a:lnTo>
                  <a:lnTo>
                    <a:pt x="7088" y="1711507"/>
                  </a:lnTo>
                  <a:lnTo>
                    <a:pt x="7088" y="1711259"/>
                  </a:lnTo>
                  <a:lnTo>
                    <a:pt x="7088" y="1711011"/>
                  </a:lnTo>
                  <a:lnTo>
                    <a:pt x="7088" y="1710763"/>
                  </a:lnTo>
                  <a:lnTo>
                    <a:pt x="7088" y="1710515"/>
                  </a:lnTo>
                  <a:lnTo>
                    <a:pt x="7088" y="1710267"/>
                  </a:lnTo>
                  <a:lnTo>
                    <a:pt x="7088" y="1710019"/>
                  </a:lnTo>
                  <a:lnTo>
                    <a:pt x="7088" y="1709771"/>
                  </a:lnTo>
                  <a:lnTo>
                    <a:pt x="7088" y="1709523"/>
                  </a:lnTo>
                  <a:lnTo>
                    <a:pt x="7088" y="1709275"/>
                  </a:lnTo>
                  <a:lnTo>
                    <a:pt x="7088" y="1709027"/>
                  </a:lnTo>
                  <a:lnTo>
                    <a:pt x="7088" y="1708779"/>
                  </a:lnTo>
                  <a:lnTo>
                    <a:pt x="7088" y="1708531"/>
                  </a:lnTo>
                  <a:lnTo>
                    <a:pt x="7088" y="1708283"/>
                  </a:lnTo>
                  <a:lnTo>
                    <a:pt x="7088" y="1708035"/>
                  </a:lnTo>
                  <a:lnTo>
                    <a:pt x="7088" y="1707787"/>
                  </a:lnTo>
                  <a:lnTo>
                    <a:pt x="7088" y="1707540"/>
                  </a:lnTo>
                  <a:lnTo>
                    <a:pt x="7088" y="1707292"/>
                  </a:lnTo>
                  <a:lnTo>
                    <a:pt x="7088" y="1707044"/>
                  </a:lnTo>
                  <a:lnTo>
                    <a:pt x="7088" y="1706796"/>
                  </a:lnTo>
                  <a:lnTo>
                    <a:pt x="7088" y="1706548"/>
                  </a:lnTo>
                  <a:lnTo>
                    <a:pt x="7088" y="1706300"/>
                  </a:lnTo>
                  <a:lnTo>
                    <a:pt x="7088" y="1706052"/>
                  </a:lnTo>
                  <a:lnTo>
                    <a:pt x="7088" y="1705804"/>
                  </a:lnTo>
                  <a:lnTo>
                    <a:pt x="7088" y="1705556"/>
                  </a:lnTo>
                  <a:lnTo>
                    <a:pt x="7088" y="1705308"/>
                  </a:lnTo>
                  <a:lnTo>
                    <a:pt x="7088" y="1705060"/>
                  </a:lnTo>
                  <a:lnTo>
                    <a:pt x="7088" y="1704812"/>
                  </a:lnTo>
                  <a:lnTo>
                    <a:pt x="7088" y="1704564"/>
                  </a:lnTo>
                  <a:lnTo>
                    <a:pt x="7088" y="1704316"/>
                  </a:lnTo>
                  <a:lnTo>
                    <a:pt x="7088" y="1704068"/>
                  </a:lnTo>
                  <a:lnTo>
                    <a:pt x="7088" y="1703821"/>
                  </a:lnTo>
                  <a:lnTo>
                    <a:pt x="7088" y="1703573"/>
                  </a:lnTo>
                  <a:lnTo>
                    <a:pt x="7088" y="1703325"/>
                  </a:lnTo>
                  <a:lnTo>
                    <a:pt x="7088" y="1703077"/>
                  </a:lnTo>
                  <a:lnTo>
                    <a:pt x="7088" y="1702829"/>
                  </a:lnTo>
                  <a:lnTo>
                    <a:pt x="7088" y="1702581"/>
                  </a:lnTo>
                  <a:lnTo>
                    <a:pt x="7088" y="1702333"/>
                  </a:lnTo>
                  <a:lnTo>
                    <a:pt x="7088" y="1702085"/>
                  </a:lnTo>
                  <a:lnTo>
                    <a:pt x="7088" y="1701837"/>
                  </a:lnTo>
                  <a:lnTo>
                    <a:pt x="7088" y="1701589"/>
                  </a:lnTo>
                  <a:lnTo>
                    <a:pt x="7088" y="1701341"/>
                  </a:lnTo>
                  <a:lnTo>
                    <a:pt x="7088" y="1701093"/>
                  </a:lnTo>
                  <a:lnTo>
                    <a:pt x="7088" y="1700845"/>
                  </a:lnTo>
                  <a:lnTo>
                    <a:pt x="7088" y="1700597"/>
                  </a:lnTo>
                  <a:lnTo>
                    <a:pt x="7088" y="1700349"/>
                  </a:lnTo>
                  <a:lnTo>
                    <a:pt x="7088" y="1700101"/>
                  </a:lnTo>
                  <a:lnTo>
                    <a:pt x="7088" y="1699854"/>
                  </a:lnTo>
                  <a:lnTo>
                    <a:pt x="7088" y="1699606"/>
                  </a:lnTo>
                  <a:lnTo>
                    <a:pt x="7088" y="1699358"/>
                  </a:lnTo>
                  <a:lnTo>
                    <a:pt x="7088" y="1699110"/>
                  </a:lnTo>
                  <a:lnTo>
                    <a:pt x="7088" y="1698862"/>
                  </a:lnTo>
                  <a:lnTo>
                    <a:pt x="7088" y="1698614"/>
                  </a:lnTo>
                  <a:lnTo>
                    <a:pt x="7088" y="1698366"/>
                  </a:lnTo>
                  <a:lnTo>
                    <a:pt x="7088" y="1698118"/>
                  </a:lnTo>
                  <a:lnTo>
                    <a:pt x="7088" y="1697870"/>
                  </a:lnTo>
                  <a:lnTo>
                    <a:pt x="7088" y="1697622"/>
                  </a:lnTo>
                  <a:lnTo>
                    <a:pt x="7088" y="1697374"/>
                  </a:lnTo>
                  <a:lnTo>
                    <a:pt x="7088" y="1697126"/>
                  </a:lnTo>
                  <a:lnTo>
                    <a:pt x="7088" y="1696878"/>
                  </a:lnTo>
                  <a:lnTo>
                    <a:pt x="7088" y="1696630"/>
                  </a:lnTo>
                  <a:lnTo>
                    <a:pt x="7088" y="1696382"/>
                  </a:lnTo>
                  <a:lnTo>
                    <a:pt x="7088" y="1696134"/>
                  </a:lnTo>
                  <a:lnTo>
                    <a:pt x="7797" y="1696134"/>
                  </a:lnTo>
                  <a:lnTo>
                    <a:pt x="7797" y="1695887"/>
                  </a:lnTo>
                  <a:lnTo>
                    <a:pt x="7797" y="1695639"/>
                  </a:lnTo>
                  <a:lnTo>
                    <a:pt x="7797" y="1695391"/>
                  </a:lnTo>
                  <a:lnTo>
                    <a:pt x="7797" y="1695143"/>
                  </a:lnTo>
                  <a:lnTo>
                    <a:pt x="7797" y="1694895"/>
                  </a:lnTo>
                  <a:lnTo>
                    <a:pt x="7797" y="1694647"/>
                  </a:lnTo>
                  <a:lnTo>
                    <a:pt x="7797" y="1694399"/>
                  </a:lnTo>
                  <a:lnTo>
                    <a:pt x="7797" y="1694151"/>
                  </a:lnTo>
                  <a:lnTo>
                    <a:pt x="7797" y="1693903"/>
                  </a:lnTo>
                  <a:lnTo>
                    <a:pt x="7797" y="1693655"/>
                  </a:lnTo>
                  <a:lnTo>
                    <a:pt x="7797" y="1693407"/>
                  </a:lnTo>
                  <a:lnTo>
                    <a:pt x="7797" y="1693159"/>
                  </a:lnTo>
                  <a:lnTo>
                    <a:pt x="7797" y="1692911"/>
                  </a:lnTo>
                  <a:lnTo>
                    <a:pt x="7797" y="1692663"/>
                  </a:lnTo>
                  <a:lnTo>
                    <a:pt x="7797" y="1692415"/>
                  </a:lnTo>
                  <a:lnTo>
                    <a:pt x="7797" y="1692167"/>
                  </a:lnTo>
                  <a:lnTo>
                    <a:pt x="7797" y="1691920"/>
                  </a:lnTo>
                  <a:lnTo>
                    <a:pt x="7797" y="1691672"/>
                  </a:lnTo>
                  <a:lnTo>
                    <a:pt x="7797" y="1691424"/>
                  </a:lnTo>
                  <a:lnTo>
                    <a:pt x="7797" y="1691176"/>
                  </a:lnTo>
                  <a:lnTo>
                    <a:pt x="7797" y="1690928"/>
                  </a:lnTo>
                  <a:lnTo>
                    <a:pt x="7797" y="1690680"/>
                  </a:lnTo>
                  <a:lnTo>
                    <a:pt x="7797" y="1690432"/>
                  </a:lnTo>
                  <a:lnTo>
                    <a:pt x="7797" y="1690184"/>
                  </a:lnTo>
                  <a:lnTo>
                    <a:pt x="7797" y="1689936"/>
                  </a:lnTo>
                  <a:lnTo>
                    <a:pt x="7797" y="1689688"/>
                  </a:lnTo>
                  <a:lnTo>
                    <a:pt x="7797" y="1689440"/>
                  </a:lnTo>
                  <a:lnTo>
                    <a:pt x="7797" y="1689192"/>
                  </a:lnTo>
                  <a:lnTo>
                    <a:pt x="7797" y="1688944"/>
                  </a:lnTo>
                  <a:lnTo>
                    <a:pt x="7797" y="1688696"/>
                  </a:lnTo>
                  <a:lnTo>
                    <a:pt x="7797" y="1688448"/>
                  </a:lnTo>
                  <a:lnTo>
                    <a:pt x="7797" y="1688200"/>
                  </a:lnTo>
                  <a:lnTo>
                    <a:pt x="7797" y="1687953"/>
                  </a:lnTo>
                  <a:lnTo>
                    <a:pt x="7797" y="1687705"/>
                  </a:lnTo>
                  <a:lnTo>
                    <a:pt x="7797" y="1687457"/>
                  </a:lnTo>
                  <a:lnTo>
                    <a:pt x="7797" y="1687209"/>
                  </a:lnTo>
                  <a:lnTo>
                    <a:pt x="7797" y="1686961"/>
                  </a:lnTo>
                  <a:lnTo>
                    <a:pt x="7797" y="1686713"/>
                  </a:lnTo>
                  <a:lnTo>
                    <a:pt x="7797" y="1686465"/>
                  </a:lnTo>
                  <a:lnTo>
                    <a:pt x="7797" y="1686217"/>
                  </a:lnTo>
                  <a:lnTo>
                    <a:pt x="7797" y="1685969"/>
                  </a:lnTo>
                  <a:lnTo>
                    <a:pt x="7797" y="1685721"/>
                  </a:lnTo>
                  <a:lnTo>
                    <a:pt x="7797" y="1685473"/>
                  </a:lnTo>
                  <a:lnTo>
                    <a:pt x="7797" y="1685225"/>
                  </a:lnTo>
                  <a:lnTo>
                    <a:pt x="7797" y="1684977"/>
                  </a:lnTo>
                  <a:lnTo>
                    <a:pt x="7797" y="1684729"/>
                  </a:lnTo>
                  <a:lnTo>
                    <a:pt x="7797" y="1684481"/>
                  </a:lnTo>
                  <a:lnTo>
                    <a:pt x="7797" y="1684234"/>
                  </a:lnTo>
                  <a:lnTo>
                    <a:pt x="7797" y="1683986"/>
                  </a:lnTo>
                  <a:lnTo>
                    <a:pt x="7797" y="1683738"/>
                  </a:lnTo>
                  <a:lnTo>
                    <a:pt x="7797" y="1683490"/>
                  </a:lnTo>
                  <a:lnTo>
                    <a:pt x="7797" y="1683242"/>
                  </a:lnTo>
                  <a:lnTo>
                    <a:pt x="7797" y="1682994"/>
                  </a:lnTo>
                  <a:lnTo>
                    <a:pt x="7797" y="1682746"/>
                  </a:lnTo>
                  <a:lnTo>
                    <a:pt x="7797" y="1682498"/>
                  </a:lnTo>
                  <a:lnTo>
                    <a:pt x="7797" y="1682250"/>
                  </a:lnTo>
                  <a:lnTo>
                    <a:pt x="7797" y="1682002"/>
                  </a:lnTo>
                  <a:lnTo>
                    <a:pt x="7797" y="1681754"/>
                  </a:lnTo>
                  <a:lnTo>
                    <a:pt x="7797" y="1681506"/>
                  </a:lnTo>
                  <a:lnTo>
                    <a:pt x="7797" y="1681258"/>
                  </a:lnTo>
                  <a:lnTo>
                    <a:pt x="7797" y="1681010"/>
                  </a:lnTo>
                  <a:lnTo>
                    <a:pt x="7797" y="1680762"/>
                  </a:lnTo>
                  <a:lnTo>
                    <a:pt x="7797" y="1680514"/>
                  </a:lnTo>
                  <a:lnTo>
                    <a:pt x="7797" y="1680267"/>
                  </a:lnTo>
                  <a:lnTo>
                    <a:pt x="7797" y="1680019"/>
                  </a:lnTo>
                  <a:lnTo>
                    <a:pt x="7797" y="1679771"/>
                  </a:lnTo>
                  <a:lnTo>
                    <a:pt x="7797" y="1679523"/>
                  </a:lnTo>
                  <a:lnTo>
                    <a:pt x="7797" y="1679275"/>
                  </a:lnTo>
                  <a:lnTo>
                    <a:pt x="7797" y="1679027"/>
                  </a:lnTo>
                  <a:lnTo>
                    <a:pt x="7797" y="1678779"/>
                  </a:lnTo>
                  <a:lnTo>
                    <a:pt x="7797" y="1678531"/>
                  </a:lnTo>
                  <a:lnTo>
                    <a:pt x="7797" y="1678283"/>
                  </a:lnTo>
                  <a:lnTo>
                    <a:pt x="7797" y="1678035"/>
                  </a:lnTo>
                  <a:lnTo>
                    <a:pt x="7797" y="1677787"/>
                  </a:lnTo>
                  <a:lnTo>
                    <a:pt x="7797" y="1677539"/>
                  </a:lnTo>
                  <a:lnTo>
                    <a:pt x="7797" y="1677291"/>
                  </a:lnTo>
                  <a:lnTo>
                    <a:pt x="7797" y="1677043"/>
                  </a:lnTo>
                  <a:lnTo>
                    <a:pt x="7797" y="1676795"/>
                  </a:lnTo>
                  <a:lnTo>
                    <a:pt x="7797" y="1676547"/>
                  </a:lnTo>
                  <a:lnTo>
                    <a:pt x="7797" y="1676300"/>
                  </a:lnTo>
                  <a:lnTo>
                    <a:pt x="7797" y="1676052"/>
                  </a:lnTo>
                  <a:lnTo>
                    <a:pt x="7797" y="1675804"/>
                  </a:lnTo>
                  <a:lnTo>
                    <a:pt x="7797" y="1675556"/>
                  </a:lnTo>
                  <a:lnTo>
                    <a:pt x="7797" y="1675308"/>
                  </a:lnTo>
                  <a:lnTo>
                    <a:pt x="7797" y="1675060"/>
                  </a:lnTo>
                  <a:lnTo>
                    <a:pt x="7797" y="1674812"/>
                  </a:lnTo>
                  <a:lnTo>
                    <a:pt x="7797" y="1674564"/>
                  </a:lnTo>
                  <a:lnTo>
                    <a:pt x="7797" y="1674316"/>
                  </a:lnTo>
                  <a:lnTo>
                    <a:pt x="7797" y="1674068"/>
                  </a:lnTo>
                  <a:lnTo>
                    <a:pt x="7797" y="1673820"/>
                  </a:lnTo>
                  <a:lnTo>
                    <a:pt x="7797" y="1673572"/>
                  </a:lnTo>
                  <a:lnTo>
                    <a:pt x="7797" y="1673324"/>
                  </a:lnTo>
                  <a:lnTo>
                    <a:pt x="7797" y="1673076"/>
                  </a:lnTo>
                  <a:lnTo>
                    <a:pt x="7797" y="1672828"/>
                  </a:lnTo>
                  <a:lnTo>
                    <a:pt x="7797" y="1672580"/>
                  </a:lnTo>
                  <a:lnTo>
                    <a:pt x="7797" y="1672333"/>
                  </a:lnTo>
                  <a:lnTo>
                    <a:pt x="7797" y="1672085"/>
                  </a:lnTo>
                  <a:lnTo>
                    <a:pt x="7797" y="1671837"/>
                  </a:lnTo>
                  <a:lnTo>
                    <a:pt x="7797" y="1671589"/>
                  </a:lnTo>
                  <a:lnTo>
                    <a:pt x="7797" y="1671341"/>
                  </a:lnTo>
                  <a:lnTo>
                    <a:pt x="7797" y="1671093"/>
                  </a:lnTo>
                  <a:lnTo>
                    <a:pt x="7797" y="1670845"/>
                  </a:lnTo>
                  <a:lnTo>
                    <a:pt x="7797" y="1670597"/>
                  </a:lnTo>
                  <a:lnTo>
                    <a:pt x="7797" y="1670349"/>
                  </a:lnTo>
                  <a:lnTo>
                    <a:pt x="7797" y="1670101"/>
                  </a:lnTo>
                  <a:lnTo>
                    <a:pt x="7797" y="1669853"/>
                  </a:lnTo>
                  <a:lnTo>
                    <a:pt x="7797" y="1669605"/>
                  </a:lnTo>
                  <a:lnTo>
                    <a:pt x="7797" y="1669357"/>
                  </a:lnTo>
                  <a:lnTo>
                    <a:pt x="7797" y="1669109"/>
                  </a:lnTo>
                  <a:lnTo>
                    <a:pt x="7797" y="1668861"/>
                  </a:lnTo>
                  <a:lnTo>
                    <a:pt x="7797" y="1668613"/>
                  </a:lnTo>
                  <a:lnTo>
                    <a:pt x="7797" y="1668366"/>
                  </a:lnTo>
                  <a:lnTo>
                    <a:pt x="7797" y="1668118"/>
                  </a:lnTo>
                  <a:lnTo>
                    <a:pt x="7797" y="1667870"/>
                  </a:lnTo>
                  <a:lnTo>
                    <a:pt x="7797" y="1667622"/>
                  </a:lnTo>
                  <a:lnTo>
                    <a:pt x="7797" y="1667374"/>
                  </a:lnTo>
                  <a:lnTo>
                    <a:pt x="7797" y="1667126"/>
                  </a:lnTo>
                  <a:lnTo>
                    <a:pt x="7797" y="1666878"/>
                  </a:lnTo>
                  <a:lnTo>
                    <a:pt x="7797" y="1666630"/>
                  </a:lnTo>
                  <a:lnTo>
                    <a:pt x="7797" y="1666382"/>
                  </a:lnTo>
                  <a:lnTo>
                    <a:pt x="7797" y="1666134"/>
                  </a:lnTo>
                  <a:lnTo>
                    <a:pt x="7797" y="1665886"/>
                  </a:lnTo>
                  <a:lnTo>
                    <a:pt x="7797" y="1665638"/>
                  </a:lnTo>
                  <a:lnTo>
                    <a:pt x="7797" y="1665390"/>
                  </a:lnTo>
                  <a:lnTo>
                    <a:pt x="7797" y="1665142"/>
                  </a:lnTo>
                  <a:lnTo>
                    <a:pt x="7797" y="1664894"/>
                  </a:lnTo>
                  <a:lnTo>
                    <a:pt x="7797" y="1664647"/>
                  </a:lnTo>
                  <a:lnTo>
                    <a:pt x="7797" y="1664399"/>
                  </a:lnTo>
                  <a:lnTo>
                    <a:pt x="7797" y="1664151"/>
                  </a:lnTo>
                  <a:lnTo>
                    <a:pt x="7797" y="1663903"/>
                  </a:lnTo>
                  <a:lnTo>
                    <a:pt x="7797" y="1663655"/>
                  </a:lnTo>
                  <a:lnTo>
                    <a:pt x="7797" y="1663407"/>
                  </a:lnTo>
                  <a:lnTo>
                    <a:pt x="7797" y="1663159"/>
                  </a:lnTo>
                  <a:lnTo>
                    <a:pt x="7797" y="1662911"/>
                  </a:lnTo>
                  <a:lnTo>
                    <a:pt x="7797" y="1662663"/>
                  </a:lnTo>
                  <a:lnTo>
                    <a:pt x="7797" y="1662415"/>
                  </a:lnTo>
                  <a:lnTo>
                    <a:pt x="7797" y="1662167"/>
                  </a:lnTo>
                  <a:lnTo>
                    <a:pt x="7797" y="1661919"/>
                  </a:lnTo>
                  <a:lnTo>
                    <a:pt x="7797" y="1661671"/>
                  </a:lnTo>
                  <a:lnTo>
                    <a:pt x="7797" y="1661423"/>
                  </a:lnTo>
                  <a:lnTo>
                    <a:pt x="7797" y="1661175"/>
                  </a:lnTo>
                  <a:lnTo>
                    <a:pt x="7797" y="1660927"/>
                  </a:lnTo>
                  <a:lnTo>
                    <a:pt x="7797" y="1660680"/>
                  </a:lnTo>
                  <a:lnTo>
                    <a:pt x="7797" y="1660432"/>
                  </a:lnTo>
                  <a:lnTo>
                    <a:pt x="7797" y="1660184"/>
                  </a:lnTo>
                  <a:lnTo>
                    <a:pt x="7797" y="1659936"/>
                  </a:lnTo>
                  <a:lnTo>
                    <a:pt x="7797" y="1659688"/>
                  </a:lnTo>
                  <a:lnTo>
                    <a:pt x="7797" y="1659440"/>
                  </a:lnTo>
                  <a:lnTo>
                    <a:pt x="7797" y="1659192"/>
                  </a:lnTo>
                  <a:lnTo>
                    <a:pt x="7797" y="1658944"/>
                  </a:lnTo>
                  <a:lnTo>
                    <a:pt x="7797" y="1658696"/>
                  </a:lnTo>
                  <a:lnTo>
                    <a:pt x="7797" y="1658448"/>
                  </a:lnTo>
                  <a:lnTo>
                    <a:pt x="7797" y="1658200"/>
                  </a:lnTo>
                  <a:lnTo>
                    <a:pt x="7797" y="1657952"/>
                  </a:lnTo>
                  <a:lnTo>
                    <a:pt x="7797" y="1657704"/>
                  </a:lnTo>
                  <a:lnTo>
                    <a:pt x="7797" y="1657456"/>
                  </a:lnTo>
                  <a:lnTo>
                    <a:pt x="7797" y="1657208"/>
                  </a:lnTo>
                  <a:lnTo>
                    <a:pt x="7797" y="1656960"/>
                  </a:lnTo>
                  <a:lnTo>
                    <a:pt x="7797" y="1656713"/>
                  </a:lnTo>
                  <a:lnTo>
                    <a:pt x="7797" y="1656465"/>
                  </a:lnTo>
                  <a:lnTo>
                    <a:pt x="7797" y="1656217"/>
                  </a:lnTo>
                  <a:lnTo>
                    <a:pt x="7797" y="1655969"/>
                  </a:lnTo>
                  <a:lnTo>
                    <a:pt x="7797" y="1655721"/>
                  </a:lnTo>
                  <a:lnTo>
                    <a:pt x="7797" y="1655473"/>
                  </a:lnTo>
                  <a:lnTo>
                    <a:pt x="7797" y="1655225"/>
                  </a:lnTo>
                  <a:lnTo>
                    <a:pt x="7797" y="1654977"/>
                  </a:lnTo>
                  <a:lnTo>
                    <a:pt x="7797" y="1654729"/>
                  </a:lnTo>
                  <a:lnTo>
                    <a:pt x="7797" y="1654481"/>
                  </a:lnTo>
                  <a:lnTo>
                    <a:pt x="7797" y="1654233"/>
                  </a:lnTo>
                  <a:lnTo>
                    <a:pt x="7797" y="1653985"/>
                  </a:lnTo>
                  <a:lnTo>
                    <a:pt x="7797" y="1653737"/>
                  </a:lnTo>
                  <a:lnTo>
                    <a:pt x="7797" y="1653489"/>
                  </a:lnTo>
                  <a:lnTo>
                    <a:pt x="7797" y="1653241"/>
                  </a:lnTo>
                  <a:lnTo>
                    <a:pt x="7797" y="1652993"/>
                  </a:lnTo>
                  <a:lnTo>
                    <a:pt x="7797" y="1652746"/>
                  </a:lnTo>
                  <a:lnTo>
                    <a:pt x="7797" y="1652498"/>
                  </a:lnTo>
                  <a:lnTo>
                    <a:pt x="7797" y="1652250"/>
                  </a:lnTo>
                  <a:lnTo>
                    <a:pt x="7797" y="1652002"/>
                  </a:lnTo>
                  <a:lnTo>
                    <a:pt x="7797" y="1651754"/>
                  </a:lnTo>
                  <a:lnTo>
                    <a:pt x="7797" y="1651506"/>
                  </a:lnTo>
                  <a:lnTo>
                    <a:pt x="7797" y="1651258"/>
                  </a:lnTo>
                  <a:lnTo>
                    <a:pt x="7797" y="1651010"/>
                  </a:lnTo>
                  <a:lnTo>
                    <a:pt x="7797" y="1650762"/>
                  </a:lnTo>
                  <a:lnTo>
                    <a:pt x="7797" y="1650514"/>
                  </a:lnTo>
                  <a:lnTo>
                    <a:pt x="7797" y="1650266"/>
                  </a:lnTo>
                  <a:lnTo>
                    <a:pt x="7797" y="1650018"/>
                  </a:lnTo>
                  <a:lnTo>
                    <a:pt x="7797" y="1649770"/>
                  </a:lnTo>
                  <a:lnTo>
                    <a:pt x="7797" y="1649522"/>
                  </a:lnTo>
                  <a:lnTo>
                    <a:pt x="7797" y="1649274"/>
                  </a:lnTo>
                  <a:lnTo>
                    <a:pt x="7797" y="1649026"/>
                  </a:lnTo>
                  <a:lnTo>
                    <a:pt x="7797" y="1648779"/>
                  </a:lnTo>
                  <a:lnTo>
                    <a:pt x="7797" y="1648531"/>
                  </a:lnTo>
                  <a:lnTo>
                    <a:pt x="7797" y="1648283"/>
                  </a:lnTo>
                  <a:lnTo>
                    <a:pt x="7797" y="1648035"/>
                  </a:lnTo>
                  <a:lnTo>
                    <a:pt x="7797" y="1647787"/>
                  </a:lnTo>
                  <a:lnTo>
                    <a:pt x="7797" y="1647539"/>
                  </a:lnTo>
                  <a:lnTo>
                    <a:pt x="7797" y="1647291"/>
                  </a:lnTo>
                  <a:lnTo>
                    <a:pt x="7797" y="1647043"/>
                  </a:lnTo>
                  <a:lnTo>
                    <a:pt x="7797" y="1646795"/>
                  </a:lnTo>
                  <a:lnTo>
                    <a:pt x="7797" y="1646547"/>
                  </a:lnTo>
                  <a:lnTo>
                    <a:pt x="7797" y="1646299"/>
                  </a:lnTo>
                  <a:lnTo>
                    <a:pt x="7797" y="1646051"/>
                  </a:lnTo>
                  <a:lnTo>
                    <a:pt x="7797" y="1645803"/>
                  </a:lnTo>
                  <a:lnTo>
                    <a:pt x="7797" y="1645555"/>
                  </a:lnTo>
                  <a:lnTo>
                    <a:pt x="7797" y="1645307"/>
                  </a:lnTo>
                  <a:lnTo>
                    <a:pt x="7797" y="1645060"/>
                  </a:lnTo>
                  <a:lnTo>
                    <a:pt x="7797" y="1644812"/>
                  </a:lnTo>
                  <a:lnTo>
                    <a:pt x="7797" y="1644564"/>
                  </a:lnTo>
                  <a:lnTo>
                    <a:pt x="7797" y="1644316"/>
                  </a:lnTo>
                  <a:lnTo>
                    <a:pt x="7797" y="1644068"/>
                  </a:lnTo>
                  <a:lnTo>
                    <a:pt x="7797" y="1643820"/>
                  </a:lnTo>
                  <a:lnTo>
                    <a:pt x="7797" y="1643572"/>
                  </a:lnTo>
                  <a:lnTo>
                    <a:pt x="7797" y="1643324"/>
                  </a:lnTo>
                  <a:lnTo>
                    <a:pt x="7797" y="1643076"/>
                  </a:lnTo>
                  <a:lnTo>
                    <a:pt x="7797" y="1642828"/>
                  </a:lnTo>
                  <a:lnTo>
                    <a:pt x="7797" y="1642580"/>
                  </a:lnTo>
                  <a:lnTo>
                    <a:pt x="7797" y="1642332"/>
                  </a:lnTo>
                  <a:lnTo>
                    <a:pt x="7797" y="1642084"/>
                  </a:lnTo>
                  <a:lnTo>
                    <a:pt x="7797" y="1641836"/>
                  </a:lnTo>
                  <a:lnTo>
                    <a:pt x="7797" y="1641588"/>
                  </a:lnTo>
                  <a:lnTo>
                    <a:pt x="7797" y="1641340"/>
                  </a:lnTo>
                  <a:lnTo>
                    <a:pt x="7797" y="1641093"/>
                  </a:lnTo>
                  <a:lnTo>
                    <a:pt x="7797" y="1640845"/>
                  </a:lnTo>
                  <a:lnTo>
                    <a:pt x="7797" y="1640597"/>
                  </a:lnTo>
                  <a:lnTo>
                    <a:pt x="7797" y="1640349"/>
                  </a:lnTo>
                  <a:lnTo>
                    <a:pt x="7797" y="1640101"/>
                  </a:lnTo>
                  <a:lnTo>
                    <a:pt x="7797" y="1639853"/>
                  </a:lnTo>
                  <a:lnTo>
                    <a:pt x="7797" y="1639605"/>
                  </a:lnTo>
                  <a:lnTo>
                    <a:pt x="7797" y="1639357"/>
                  </a:lnTo>
                  <a:lnTo>
                    <a:pt x="7797" y="1639109"/>
                  </a:lnTo>
                  <a:lnTo>
                    <a:pt x="7797" y="1638861"/>
                  </a:lnTo>
                  <a:lnTo>
                    <a:pt x="7797" y="1638613"/>
                  </a:lnTo>
                  <a:lnTo>
                    <a:pt x="7797" y="1638365"/>
                  </a:lnTo>
                  <a:lnTo>
                    <a:pt x="7797" y="1638117"/>
                  </a:lnTo>
                  <a:lnTo>
                    <a:pt x="7797" y="1637869"/>
                  </a:lnTo>
                  <a:lnTo>
                    <a:pt x="7797" y="1637621"/>
                  </a:lnTo>
                  <a:lnTo>
                    <a:pt x="7797" y="1637373"/>
                  </a:lnTo>
                  <a:lnTo>
                    <a:pt x="7797" y="1637126"/>
                  </a:lnTo>
                  <a:lnTo>
                    <a:pt x="7797" y="1636878"/>
                  </a:lnTo>
                  <a:lnTo>
                    <a:pt x="7797" y="1636630"/>
                  </a:lnTo>
                  <a:lnTo>
                    <a:pt x="7797" y="1636382"/>
                  </a:lnTo>
                  <a:lnTo>
                    <a:pt x="7797" y="1636134"/>
                  </a:lnTo>
                  <a:lnTo>
                    <a:pt x="7797" y="1635886"/>
                  </a:lnTo>
                  <a:lnTo>
                    <a:pt x="7797" y="1635638"/>
                  </a:lnTo>
                  <a:lnTo>
                    <a:pt x="7797" y="1635390"/>
                  </a:lnTo>
                  <a:lnTo>
                    <a:pt x="7797" y="1635142"/>
                  </a:lnTo>
                  <a:lnTo>
                    <a:pt x="7797" y="1634894"/>
                  </a:lnTo>
                  <a:lnTo>
                    <a:pt x="7797" y="1634646"/>
                  </a:lnTo>
                  <a:lnTo>
                    <a:pt x="7797" y="1634398"/>
                  </a:lnTo>
                  <a:lnTo>
                    <a:pt x="7797" y="1634150"/>
                  </a:lnTo>
                  <a:lnTo>
                    <a:pt x="7797" y="1633902"/>
                  </a:lnTo>
                  <a:lnTo>
                    <a:pt x="7797" y="1633654"/>
                  </a:lnTo>
                  <a:lnTo>
                    <a:pt x="7797" y="1633406"/>
                  </a:lnTo>
                  <a:lnTo>
                    <a:pt x="7797" y="1633159"/>
                  </a:lnTo>
                  <a:lnTo>
                    <a:pt x="7797" y="1632911"/>
                  </a:lnTo>
                  <a:lnTo>
                    <a:pt x="7797" y="1632663"/>
                  </a:lnTo>
                  <a:lnTo>
                    <a:pt x="7797" y="1632415"/>
                  </a:lnTo>
                  <a:lnTo>
                    <a:pt x="7797" y="1632167"/>
                  </a:lnTo>
                  <a:lnTo>
                    <a:pt x="7797" y="1631919"/>
                  </a:lnTo>
                  <a:lnTo>
                    <a:pt x="7797" y="1631671"/>
                  </a:lnTo>
                  <a:lnTo>
                    <a:pt x="7797" y="1631423"/>
                  </a:lnTo>
                  <a:lnTo>
                    <a:pt x="7797" y="1631175"/>
                  </a:lnTo>
                  <a:lnTo>
                    <a:pt x="7797" y="1630927"/>
                  </a:lnTo>
                  <a:lnTo>
                    <a:pt x="7797" y="1630679"/>
                  </a:lnTo>
                  <a:lnTo>
                    <a:pt x="7797" y="1630431"/>
                  </a:lnTo>
                  <a:lnTo>
                    <a:pt x="7797" y="1630183"/>
                  </a:lnTo>
                  <a:lnTo>
                    <a:pt x="7797" y="1629935"/>
                  </a:lnTo>
                  <a:lnTo>
                    <a:pt x="7797" y="1629687"/>
                  </a:lnTo>
                  <a:lnTo>
                    <a:pt x="7797" y="1629439"/>
                  </a:lnTo>
                  <a:lnTo>
                    <a:pt x="7797" y="1629192"/>
                  </a:lnTo>
                  <a:lnTo>
                    <a:pt x="7797" y="1628944"/>
                  </a:lnTo>
                  <a:lnTo>
                    <a:pt x="7797" y="1628696"/>
                  </a:lnTo>
                  <a:lnTo>
                    <a:pt x="7797" y="1628448"/>
                  </a:lnTo>
                  <a:lnTo>
                    <a:pt x="7797" y="1628200"/>
                  </a:lnTo>
                  <a:lnTo>
                    <a:pt x="7797" y="1627952"/>
                  </a:lnTo>
                  <a:lnTo>
                    <a:pt x="7797" y="1627704"/>
                  </a:lnTo>
                  <a:lnTo>
                    <a:pt x="7797" y="1627456"/>
                  </a:lnTo>
                  <a:lnTo>
                    <a:pt x="7797" y="1627208"/>
                  </a:lnTo>
                  <a:lnTo>
                    <a:pt x="7797" y="1626960"/>
                  </a:lnTo>
                  <a:lnTo>
                    <a:pt x="7797" y="1626712"/>
                  </a:lnTo>
                  <a:lnTo>
                    <a:pt x="7797" y="1626464"/>
                  </a:lnTo>
                  <a:lnTo>
                    <a:pt x="7797" y="1626216"/>
                  </a:lnTo>
                  <a:lnTo>
                    <a:pt x="7797" y="1625968"/>
                  </a:lnTo>
                  <a:lnTo>
                    <a:pt x="7797" y="1625720"/>
                  </a:lnTo>
                  <a:lnTo>
                    <a:pt x="7797" y="1625473"/>
                  </a:lnTo>
                  <a:lnTo>
                    <a:pt x="7797" y="1625225"/>
                  </a:lnTo>
                  <a:lnTo>
                    <a:pt x="7797" y="1624977"/>
                  </a:lnTo>
                  <a:lnTo>
                    <a:pt x="7797" y="1624729"/>
                  </a:lnTo>
                  <a:lnTo>
                    <a:pt x="7797" y="1624481"/>
                  </a:lnTo>
                  <a:lnTo>
                    <a:pt x="7797" y="1624233"/>
                  </a:lnTo>
                  <a:lnTo>
                    <a:pt x="7797" y="1623985"/>
                  </a:lnTo>
                  <a:lnTo>
                    <a:pt x="7797" y="1623737"/>
                  </a:lnTo>
                  <a:lnTo>
                    <a:pt x="7797" y="1623489"/>
                  </a:lnTo>
                  <a:lnTo>
                    <a:pt x="7797" y="1623241"/>
                  </a:lnTo>
                  <a:lnTo>
                    <a:pt x="7797" y="1622993"/>
                  </a:lnTo>
                  <a:lnTo>
                    <a:pt x="7797" y="1622745"/>
                  </a:lnTo>
                  <a:lnTo>
                    <a:pt x="7797" y="1622497"/>
                  </a:lnTo>
                  <a:lnTo>
                    <a:pt x="7797" y="1622249"/>
                  </a:lnTo>
                  <a:lnTo>
                    <a:pt x="7797" y="1622001"/>
                  </a:lnTo>
                  <a:lnTo>
                    <a:pt x="7797" y="1621753"/>
                  </a:lnTo>
                  <a:lnTo>
                    <a:pt x="7797" y="1621506"/>
                  </a:lnTo>
                  <a:lnTo>
                    <a:pt x="7797" y="1621258"/>
                  </a:lnTo>
                  <a:lnTo>
                    <a:pt x="7797" y="1621010"/>
                  </a:lnTo>
                  <a:lnTo>
                    <a:pt x="7797" y="1620762"/>
                  </a:lnTo>
                  <a:lnTo>
                    <a:pt x="7797" y="1620514"/>
                  </a:lnTo>
                  <a:lnTo>
                    <a:pt x="7797" y="1620266"/>
                  </a:lnTo>
                  <a:lnTo>
                    <a:pt x="7797" y="1620018"/>
                  </a:lnTo>
                  <a:lnTo>
                    <a:pt x="7797" y="1619770"/>
                  </a:lnTo>
                  <a:lnTo>
                    <a:pt x="7797" y="1619522"/>
                  </a:lnTo>
                  <a:lnTo>
                    <a:pt x="7797" y="1619274"/>
                  </a:lnTo>
                  <a:lnTo>
                    <a:pt x="7797" y="1619026"/>
                  </a:lnTo>
                  <a:lnTo>
                    <a:pt x="7797" y="1618778"/>
                  </a:lnTo>
                  <a:lnTo>
                    <a:pt x="7797" y="1618530"/>
                  </a:lnTo>
                  <a:lnTo>
                    <a:pt x="7797" y="1618282"/>
                  </a:lnTo>
                  <a:lnTo>
                    <a:pt x="7797" y="1618034"/>
                  </a:lnTo>
                  <a:lnTo>
                    <a:pt x="7797" y="1617786"/>
                  </a:lnTo>
                  <a:lnTo>
                    <a:pt x="7797" y="1617539"/>
                  </a:lnTo>
                  <a:lnTo>
                    <a:pt x="7797" y="1617291"/>
                  </a:lnTo>
                  <a:lnTo>
                    <a:pt x="7797" y="1617043"/>
                  </a:lnTo>
                  <a:lnTo>
                    <a:pt x="7797" y="1616795"/>
                  </a:lnTo>
                  <a:lnTo>
                    <a:pt x="7797" y="1616547"/>
                  </a:lnTo>
                  <a:lnTo>
                    <a:pt x="7797" y="1616299"/>
                  </a:lnTo>
                  <a:lnTo>
                    <a:pt x="7797" y="1616051"/>
                  </a:lnTo>
                  <a:lnTo>
                    <a:pt x="7797" y="1615803"/>
                  </a:lnTo>
                  <a:lnTo>
                    <a:pt x="7797" y="1615555"/>
                  </a:lnTo>
                  <a:lnTo>
                    <a:pt x="7797" y="1615307"/>
                  </a:lnTo>
                  <a:lnTo>
                    <a:pt x="7797" y="1615059"/>
                  </a:lnTo>
                  <a:lnTo>
                    <a:pt x="7797" y="1614811"/>
                  </a:lnTo>
                  <a:lnTo>
                    <a:pt x="7797" y="1614563"/>
                  </a:lnTo>
                  <a:lnTo>
                    <a:pt x="7797" y="1614315"/>
                  </a:lnTo>
                  <a:lnTo>
                    <a:pt x="7797" y="1614067"/>
                  </a:lnTo>
                  <a:lnTo>
                    <a:pt x="7797" y="1613819"/>
                  </a:lnTo>
                  <a:lnTo>
                    <a:pt x="7797" y="1613572"/>
                  </a:lnTo>
                  <a:lnTo>
                    <a:pt x="7797" y="1613324"/>
                  </a:lnTo>
                  <a:lnTo>
                    <a:pt x="7797" y="1613076"/>
                  </a:lnTo>
                  <a:lnTo>
                    <a:pt x="7797" y="1612828"/>
                  </a:lnTo>
                  <a:lnTo>
                    <a:pt x="7797" y="1612580"/>
                  </a:lnTo>
                  <a:lnTo>
                    <a:pt x="7797" y="1612332"/>
                  </a:lnTo>
                  <a:lnTo>
                    <a:pt x="7797" y="1612084"/>
                  </a:lnTo>
                  <a:lnTo>
                    <a:pt x="7797" y="1611836"/>
                  </a:lnTo>
                  <a:lnTo>
                    <a:pt x="7797" y="1611588"/>
                  </a:lnTo>
                  <a:lnTo>
                    <a:pt x="7797" y="1611340"/>
                  </a:lnTo>
                  <a:lnTo>
                    <a:pt x="7797" y="1611092"/>
                  </a:lnTo>
                  <a:lnTo>
                    <a:pt x="7797" y="1610844"/>
                  </a:lnTo>
                  <a:lnTo>
                    <a:pt x="7797" y="1610596"/>
                  </a:lnTo>
                  <a:lnTo>
                    <a:pt x="7797" y="1610348"/>
                  </a:lnTo>
                  <a:lnTo>
                    <a:pt x="7797" y="1610100"/>
                  </a:lnTo>
                  <a:lnTo>
                    <a:pt x="7797" y="1609852"/>
                  </a:lnTo>
                  <a:lnTo>
                    <a:pt x="7797" y="1609605"/>
                  </a:lnTo>
                  <a:lnTo>
                    <a:pt x="7797" y="1609357"/>
                  </a:lnTo>
                  <a:lnTo>
                    <a:pt x="7797" y="1609109"/>
                  </a:lnTo>
                  <a:lnTo>
                    <a:pt x="7797" y="1608861"/>
                  </a:lnTo>
                  <a:lnTo>
                    <a:pt x="7797" y="1608613"/>
                  </a:lnTo>
                  <a:lnTo>
                    <a:pt x="7797" y="1608365"/>
                  </a:lnTo>
                  <a:lnTo>
                    <a:pt x="7797" y="1608117"/>
                  </a:lnTo>
                  <a:lnTo>
                    <a:pt x="7797" y="1607869"/>
                  </a:lnTo>
                  <a:lnTo>
                    <a:pt x="7797" y="1607621"/>
                  </a:lnTo>
                  <a:lnTo>
                    <a:pt x="7797" y="1607373"/>
                  </a:lnTo>
                  <a:lnTo>
                    <a:pt x="7797" y="1607125"/>
                  </a:lnTo>
                  <a:lnTo>
                    <a:pt x="7797" y="1606877"/>
                  </a:lnTo>
                  <a:lnTo>
                    <a:pt x="7797" y="1606629"/>
                  </a:lnTo>
                  <a:lnTo>
                    <a:pt x="7797" y="1606381"/>
                  </a:lnTo>
                  <a:lnTo>
                    <a:pt x="7797" y="1606133"/>
                  </a:lnTo>
                  <a:lnTo>
                    <a:pt x="7797" y="1605886"/>
                  </a:lnTo>
                  <a:lnTo>
                    <a:pt x="7797" y="1605638"/>
                  </a:lnTo>
                  <a:lnTo>
                    <a:pt x="7797" y="1605390"/>
                  </a:lnTo>
                  <a:lnTo>
                    <a:pt x="7797" y="1605142"/>
                  </a:lnTo>
                  <a:lnTo>
                    <a:pt x="7797" y="1604894"/>
                  </a:lnTo>
                  <a:lnTo>
                    <a:pt x="7797" y="1604646"/>
                  </a:lnTo>
                  <a:lnTo>
                    <a:pt x="7797" y="1604398"/>
                  </a:lnTo>
                  <a:lnTo>
                    <a:pt x="7797" y="1604150"/>
                  </a:lnTo>
                  <a:lnTo>
                    <a:pt x="7797" y="1603902"/>
                  </a:lnTo>
                  <a:lnTo>
                    <a:pt x="7797" y="1603654"/>
                  </a:lnTo>
                  <a:lnTo>
                    <a:pt x="7797" y="1603406"/>
                  </a:lnTo>
                  <a:lnTo>
                    <a:pt x="7797" y="1603158"/>
                  </a:lnTo>
                  <a:lnTo>
                    <a:pt x="7797" y="1602910"/>
                  </a:lnTo>
                  <a:lnTo>
                    <a:pt x="7797" y="1602662"/>
                  </a:lnTo>
                  <a:lnTo>
                    <a:pt x="7797" y="1602414"/>
                  </a:lnTo>
                  <a:lnTo>
                    <a:pt x="7797" y="1602166"/>
                  </a:lnTo>
                  <a:lnTo>
                    <a:pt x="7797" y="1601919"/>
                  </a:lnTo>
                  <a:lnTo>
                    <a:pt x="7797" y="1601671"/>
                  </a:lnTo>
                  <a:lnTo>
                    <a:pt x="7797" y="1601423"/>
                  </a:lnTo>
                  <a:lnTo>
                    <a:pt x="7797" y="1601175"/>
                  </a:lnTo>
                  <a:lnTo>
                    <a:pt x="7797" y="1600927"/>
                  </a:lnTo>
                  <a:lnTo>
                    <a:pt x="7797" y="1600679"/>
                  </a:lnTo>
                  <a:lnTo>
                    <a:pt x="7797" y="1600431"/>
                  </a:lnTo>
                  <a:lnTo>
                    <a:pt x="7797" y="1600183"/>
                  </a:lnTo>
                  <a:lnTo>
                    <a:pt x="7797" y="1599935"/>
                  </a:lnTo>
                  <a:lnTo>
                    <a:pt x="7797" y="1599687"/>
                  </a:lnTo>
                  <a:lnTo>
                    <a:pt x="7797" y="1599439"/>
                  </a:lnTo>
                  <a:lnTo>
                    <a:pt x="7797" y="1599191"/>
                  </a:lnTo>
                  <a:lnTo>
                    <a:pt x="7797" y="1598943"/>
                  </a:lnTo>
                  <a:lnTo>
                    <a:pt x="7797" y="1598695"/>
                  </a:lnTo>
                  <a:lnTo>
                    <a:pt x="7797" y="1598447"/>
                  </a:lnTo>
                  <a:lnTo>
                    <a:pt x="7797" y="1598199"/>
                  </a:lnTo>
                  <a:lnTo>
                    <a:pt x="7797" y="1597952"/>
                  </a:lnTo>
                  <a:lnTo>
                    <a:pt x="7797" y="1597704"/>
                  </a:lnTo>
                  <a:lnTo>
                    <a:pt x="7797" y="1597456"/>
                  </a:lnTo>
                  <a:lnTo>
                    <a:pt x="7797" y="1597208"/>
                  </a:lnTo>
                  <a:lnTo>
                    <a:pt x="7797" y="1596960"/>
                  </a:lnTo>
                  <a:lnTo>
                    <a:pt x="7797" y="1596712"/>
                  </a:lnTo>
                  <a:lnTo>
                    <a:pt x="7797" y="1596464"/>
                  </a:lnTo>
                  <a:lnTo>
                    <a:pt x="7797" y="1596216"/>
                  </a:lnTo>
                  <a:lnTo>
                    <a:pt x="7797" y="1595968"/>
                  </a:lnTo>
                  <a:lnTo>
                    <a:pt x="7797" y="1595720"/>
                  </a:lnTo>
                  <a:lnTo>
                    <a:pt x="7797" y="1595472"/>
                  </a:lnTo>
                  <a:lnTo>
                    <a:pt x="7797" y="1595224"/>
                  </a:lnTo>
                  <a:lnTo>
                    <a:pt x="7797" y="1594976"/>
                  </a:lnTo>
                  <a:lnTo>
                    <a:pt x="7797" y="1594728"/>
                  </a:lnTo>
                  <a:lnTo>
                    <a:pt x="7797" y="1594480"/>
                  </a:lnTo>
                  <a:lnTo>
                    <a:pt x="7797" y="1594232"/>
                  </a:lnTo>
                  <a:lnTo>
                    <a:pt x="7797" y="1593985"/>
                  </a:lnTo>
                  <a:lnTo>
                    <a:pt x="7797" y="1593737"/>
                  </a:lnTo>
                  <a:lnTo>
                    <a:pt x="7797" y="1593489"/>
                  </a:lnTo>
                  <a:lnTo>
                    <a:pt x="7797" y="1593241"/>
                  </a:lnTo>
                  <a:lnTo>
                    <a:pt x="7797" y="1592993"/>
                  </a:lnTo>
                  <a:lnTo>
                    <a:pt x="7797" y="1592745"/>
                  </a:lnTo>
                  <a:lnTo>
                    <a:pt x="7797" y="1592497"/>
                  </a:lnTo>
                  <a:lnTo>
                    <a:pt x="7797" y="1592249"/>
                  </a:lnTo>
                  <a:lnTo>
                    <a:pt x="7797" y="1592001"/>
                  </a:lnTo>
                  <a:lnTo>
                    <a:pt x="7797" y="1591753"/>
                  </a:lnTo>
                  <a:lnTo>
                    <a:pt x="7797" y="1591505"/>
                  </a:lnTo>
                  <a:lnTo>
                    <a:pt x="7797" y="1591257"/>
                  </a:lnTo>
                  <a:lnTo>
                    <a:pt x="7797" y="1591009"/>
                  </a:lnTo>
                  <a:lnTo>
                    <a:pt x="7797" y="1590761"/>
                  </a:lnTo>
                  <a:lnTo>
                    <a:pt x="7797" y="1590513"/>
                  </a:lnTo>
                  <a:lnTo>
                    <a:pt x="7797" y="1590265"/>
                  </a:lnTo>
                  <a:lnTo>
                    <a:pt x="7797" y="1590018"/>
                  </a:lnTo>
                  <a:lnTo>
                    <a:pt x="7797" y="1589770"/>
                  </a:lnTo>
                  <a:lnTo>
                    <a:pt x="7797" y="1589522"/>
                  </a:lnTo>
                  <a:lnTo>
                    <a:pt x="7797" y="1589274"/>
                  </a:lnTo>
                  <a:lnTo>
                    <a:pt x="7797" y="1589026"/>
                  </a:lnTo>
                  <a:lnTo>
                    <a:pt x="7797" y="1588778"/>
                  </a:lnTo>
                  <a:lnTo>
                    <a:pt x="7797" y="1588530"/>
                  </a:lnTo>
                  <a:lnTo>
                    <a:pt x="7797" y="1588282"/>
                  </a:lnTo>
                  <a:lnTo>
                    <a:pt x="7797" y="1588034"/>
                  </a:lnTo>
                  <a:lnTo>
                    <a:pt x="7797" y="1587786"/>
                  </a:lnTo>
                  <a:lnTo>
                    <a:pt x="7797" y="1587538"/>
                  </a:lnTo>
                  <a:lnTo>
                    <a:pt x="7797" y="1587290"/>
                  </a:lnTo>
                  <a:lnTo>
                    <a:pt x="7797" y="1587042"/>
                  </a:lnTo>
                  <a:lnTo>
                    <a:pt x="7797" y="1586794"/>
                  </a:lnTo>
                  <a:lnTo>
                    <a:pt x="7797" y="1586546"/>
                  </a:lnTo>
                  <a:lnTo>
                    <a:pt x="7797" y="1586299"/>
                  </a:lnTo>
                  <a:lnTo>
                    <a:pt x="7797" y="1586051"/>
                  </a:lnTo>
                  <a:lnTo>
                    <a:pt x="7797" y="1585803"/>
                  </a:lnTo>
                  <a:lnTo>
                    <a:pt x="7797" y="1585555"/>
                  </a:lnTo>
                  <a:lnTo>
                    <a:pt x="7797" y="1585307"/>
                  </a:lnTo>
                  <a:lnTo>
                    <a:pt x="7797" y="1585059"/>
                  </a:lnTo>
                  <a:lnTo>
                    <a:pt x="7797" y="1584811"/>
                  </a:lnTo>
                  <a:lnTo>
                    <a:pt x="7797" y="1584563"/>
                  </a:lnTo>
                  <a:lnTo>
                    <a:pt x="7797" y="1584315"/>
                  </a:lnTo>
                  <a:lnTo>
                    <a:pt x="7797" y="1584067"/>
                  </a:lnTo>
                  <a:lnTo>
                    <a:pt x="7797" y="1583819"/>
                  </a:lnTo>
                  <a:lnTo>
                    <a:pt x="7797" y="1583571"/>
                  </a:lnTo>
                  <a:lnTo>
                    <a:pt x="7797" y="1583323"/>
                  </a:lnTo>
                  <a:lnTo>
                    <a:pt x="7797" y="1583075"/>
                  </a:lnTo>
                  <a:lnTo>
                    <a:pt x="7797" y="1582827"/>
                  </a:lnTo>
                  <a:lnTo>
                    <a:pt x="7797" y="1582579"/>
                  </a:lnTo>
                  <a:lnTo>
                    <a:pt x="7797" y="1582332"/>
                  </a:lnTo>
                  <a:lnTo>
                    <a:pt x="7797" y="1582084"/>
                  </a:lnTo>
                  <a:lnTo>
                    <a:pt x="7797" y="1581836"/>
                  </a:lnTo>
                  <a:lnTo>
                    <a:pt x="7797" y="1581588"/>
                  </a:lnTo>
                  <a:lnTo>
                    <a:pt x="7797" y="1581340"/>
                  </a:lnTo>
                  <a:lnTo>
                    <a:pt x="7797" y="1581092"/>
                  </a:lnTo>
                  <a:lnTo>
                    <a:pt x="7797" y="1580844"/>
                  </a:lnTo>
                  <a:lnTo>
                    <a:pt x="7797" y="1580596"/>
                  </a:lnTo>
                  <a:lnTo>
                    <a:pt x="7797" y="1580348"/>
                  </a:lnTo>
                  <a:lnTo>
                    <a:pt x="7797" y="1580100"/>
                  </a:lnTo>
                  <a:lnTo>
                    <a:pt x="7797" y="1579852"/>
                  </a:lnTo>
                  <a:lnTo>
                    <a:pt x="7797" y="1579604"/>
                  </a:lnTo>
                  <a:lnTo>
                    <a:pt x="7797" y="1579356"/>
                  </a:lnTo>
                  <a:lnTo>
                    <a:pt x="7797" y="1579108"/>
                  </a:lnTo>
                  <a:lnTo>
                    <a:pt x="7797" y="1578860"/>
                  </a:lnTo>
                  <a:lnTo>
                    <a:pt x="7797" y="1578612"/>
                  </a:lnTo>
                  <a:lnTo>
                    <a:pt x="7797" y="1578365"/>
                  </a:lnTo>
                  <a:lnTo>
                    <a:pt x="7797" y="1578117"/>
                  </a:lnTo>
                  <a:lnTo>
                    <a:pt x="7797" y="1577869"/>
                  </a:lnTo>
                  <a:lnTo>
                    <a:pt x="7797" y="1577621"/>
                  </a:lnTo>
                  <a:lnTo>
                    <a:pt x="7797" y="1577373"/>
                  </a:lnTo>
                  <a:lnTo>
                    <a:pt x="7797" y="1577125"/>
                  </a:lnTo>
                  <a:lnTo>
                    <a:pt x="7797" y="1576877"/>
                  </a:lnTo>
                  <a:lnTo>
                    <a:pt x="7797" y="1576629"/>
                  </a:lnTo>
                  <a:lnTo>
                    <a:pt x="7797" y="1576381"/>
                  </a:lnTo>
                  <a:lnTo>
                    <a:pt x="7797" y="1576133"/>
                  </a:lnTo>
                  <a:lnTo>
                    <a:pt x="7797" y="1575885"/>
                  </a:lnTo>
                  <a:lnTo>
                    <a:pt x="7797" y="1575637"/>
                  </a:lnTo>
                  <a:lnTo>
                    <a:pt x="7797" y="1575389"/>
                  </a:lnTo>
                  <a:lnTo>
                    <a:pt x="7797" y="1575141"/>
                  </a:lnTo>
                  <a:lnTo>
                    <a:pt x="7797" y="1574893"/>
                  </a:lnTo>
                  <a:lnTo>
                    <a:pt x="7797" y="1574645"/>
                  </a:lnTo>
                  <a:lnTo>
                    <a:pt x="7797" y="1574398"/>
                  </a:lnTo>
                  <a:lnTo>
                    <a:pt x="7797" y="1574150"/>
                  </a:lnTo>
                  <a:lnTo>
                    <a:pt x="7797" y="1573902"/>
                  </a:lnTo>
                  <a:lnTo>
                    <a:pt x="7797" y="1573654"/>
                  </a:lnTo>
                  <a:lnTo>
                    <a:pt x="7797" y="1573406"/>
                  </a:lnTo>
                  <a:lnTo>
                    <a:pt x="7797" y="1573158"/>
                  </a:lnTo>
                  <a:lnTo>
                    <a:pt x="7797" y="1572910"/>
                  </a:lnTo>
                  <a:lnTo>
                    <a:pt x="7797" y="1572662"/>
                  </a:lnTo>
                  <a:lnTo>
                    <a:pt x="7797" y="1572414"/>
                  </a:lnTo>
                  <a:lnTo>
                    <a:pt x="7797" y="1572166"/>
                  </a:lnTo>
                  <a:lnTo>
                    <a:pt x="7797" y="1571918"/>
                  </a:lnTo>
                  <a:lnTo>
                    <a:pt x="7797" y="1571670"/>
                  </a:lnTo>
                  <a:lnTo>
                    <a:pt x="7797" y="1571422"/>
                  </a:lnTo>
                  <a:lnTo>
                    <a:pt x="7797" y="1571174"/>
                  </a:lnTo>
                  <a:lnTo>
                    <a:pt x="7797" y="1570926"/>
                  </a:lnTo>
                  <a:lnTo>
                    <a:pt x="7797" y="1570678"/>
                  </a:lnTo>
                  <a:lnTo>
                    <a:pt x="7797" y="1570431"/>
                  </a:lnTo>
                  <a:lnTo>
                    <a:pt x="7797" y="1570183"/>
                  </a:lnTo>
                  <a:lnTo>
                    <a:pt x="7797" y="1569935"/>
                  </a:lnTo>
                  <a:lnTo>
                    <a:pt x="7797" y="1569687"/>
                  </a:lnTo>
                  <a:lnTo>
                    <a:pt x="7797" y="1569439"/>
                  </a:lnTo>
                  <a:lnTo>
                    <a:pt x="7797" y="1569191"/>
                  </a:lnTo>
                  <a:lnTo>
                    <a:pt x="7797" y="1568943"/>
                  </a:lnTo>
                  <a:lnTo>
                    <a:pt x="7797" y="1568695"/>
                  </a:lnTo>
                  <a:lnTo>
                    <a:pt x="7797" y="1568447"/>
                  </a:lnTo>
                  <a:lnTo>
                    <a:pt x="7797" y="1568199"/>
                  </a:lnTo>
                  <a:lnTo>
                    <a:pt x="7797" y="1567951"/>
                  </a:lnTo>
                  <a:lnTo>
                    <a:pt x="7797" y="1567703"/>
                  </a:lnTo>
                  <a:lnTo>
                    <a:pt x="7797" y="1567455"/>
                  </a:lnTo>
                  <a:lnTo>
                    <a:pt x="7797" y="1567207"/>
                  </a:lnTo>
                  <a:lnTo>
                    <a:pt x="7797" y="1566959"/>
                  </a:lnTo>
                  <a:lnTo>
                    <a:pt x="7797" y="1566712"/>
                  </a:lnTo>
                  <a:lnTo>
                    <a:pt x="7797" y="1566464"/>
                  </a:lnTo>
                  <a:lnTo>
                    <a:pt x="7797" y="1566216"/>
                  </a:lnTo>
                  <a:lnTo>
                    <a:pt x="7797" y="1565968"/>
                  </a:lnTo>
                  <a:lnTo>
                    <a:pt x="7797" y="1565720"/>
                  </a:lnTo>
                  <a:lnTo>
                    <a:pt x="7797" y="1565472"/>
                  </a:lnTo>
                  <a:lnTo>
                    <a:pt x="7797" y="1565224"/>
                  </a:lnTo>
                  <a:lnTo>
                    <a:pt x="7797" y="1564976"/>
                  </a:lnTo>
                  <a:lnTo>
                    <a:pt x="7797" y="1564728"/>
                  </a:lnTo>
                  <a:lnTo>
                    <a:pt x="7797" y="1564480"/>
                  </a:lnTo>
                  <a:lnTo>
                    <a:pt x="7797" y="1564232"/>
                  </a:lnTo>
                  <a:lnTo>
                    <a:pt x="7797" y="1563984"/>
                  </a:lnTo>
                  <a:lnTo>
                    <a:pt x="7797" y="1563736"/>
                  </a:lnTo>
                  <a:lnTo>
                    <a:pt x="7797" y="1563488"/>
                  </a:lnTo>
                  <a:lnTo>
                    <a:pt x="7797" y="1563240"/>
                  </a:lnTo>
                  <a:lnTo>
                    <a:pt x="7797" y="1562992"/>
                  </a:lnTo>
                  <a:lnTo>
                    <a:pt x="7797" y="1562745"/>
                  </a:lnTo>
                  <a:lnTo>
                    <a:pt x="7797" y="1562497"/>
                  </a:lnTo>
                  <a:lnTo>
                    <a:pt x="7797" y="1562249"/>
                  </a:lnTo>
                  <a:lnTo>
                    <a:pt x="7797" y="1562001"/>
                  </a:lnTo>
                  <a:lnTo>
                    <a:pt x="7797" y="1561753"/>
                  </a:lnTo>
                  <a:lnTo>
                    <a:pt x="7797" y="1561505"/>
                  </a:lnTo>
                  <a:lnTo>
                    <a:pt x="7797" y="1561257"/>
                  </a:lnTo>
                  <a:lnTo>
                    <a:pt x="7797" y="1561009"/>
                  </a:lnTo>
                  <a:lnTo>
                    <a:pt x="7797" y="1560761"/>
                  </a:lnTo>
                  <a:lnTo>
                    <a:pt x="7797" y="1560513"/>
                  </a:lnTo>
                  <a:lnTo>
                    <a:pt x="7797" y="1560265"/>
                  </a:lnTo>
                  <a:lnTo>
                    <a:pt x="7797" y="1560017"/>
                  </a:lnTo>
                  <a:lnTo>
                    <a:pt x="7797" y="1559769"/>
                  </a:lnTo>
                  <a:lnTo>
                    <a:pt x="7797" y="1559521"/>
                  </a:lnTo>
                  <a:lnTo>
                    <a:pt x="7797" y="1559273"/>
                  </a:lnTo>
                  <a:lnTo>
                    <a:pt x="7797" y="1559025"/>
                  </a:lnTo>
                  <a:lnTo>
                    <a:pt x="7797" y="1558778"/>
                  </a:lnTo>
                  <a:lnTo>
                    <a:pt x="7797" y="1558530"/>
                  </a:lnTo>
                  <a:lnTo>
                    <a:pt x="7797" y="1558282"/>
                  </a:lnTo>
                  <a:lnTo>
                    <a:pt x="7797" y="1558034"/>
                  </a:lnTo>
                  <a:lnTo>
                    <a:pt x="7797" y="1557786"/>
                  </a:lnTo>
                  <a:lnTo>
                    <a:pt x="7797" y="1557538"/>
                  </a:lnTo>
                  <a:lnTo>
                    <a:pt x="7797" y="1557290"/>
                  </a:lnTo>
                  <a:lnTo>
                    <a:pt x="7797" y="1557042"/>
                  </a:lnTo>
                  <a:lnTo>
                    <a:pt x="7797" y="1556794"/>
                  </a:lnTo>
                  <a:lnTo>
                    <a:pt x="7797" y="1556546"/>
                  </a:lnTo>
                  <a:lnTo>
                    <a:pt x="7797" y="1556298"/>
                  </a:lnTo>
                  <a:lnTo>
                    <a:pt x="7797" y="1556050"/>
                  </a:lnTo>
                  <a:lnTo>
                    <a:pt x="7797" y="1555802"/>
                  </a:lnTo>
                  <a:lnTo>
                    <a:pt x="7797" y="1555554"/>
                  </a:lnTo>
                  <a:lnTo>
                    <a:pt x="7797" y="1555306"/>
                  </a:lnTo>
                  <a:lnTo>
                    <a:pt x="7797" y="1555058"/>
                  </a:lnTo>
                  <a:lnTo>
                    <a:pt x="7797" y="1554811"/>
                  </a:lnTo>
                  <a:lnTo>
                    <a:pt x="7797" y="1554563"/>
                  </a:lnTo>
                  <a:lnTo>
                    <a:pt x="7797" y="1554315"/>
                  </a:lnTo>
                  <a:lnTo>
                    <a:pt x="7797" y="1554067"/>
                  </a:lnTo>
                  <a:lnTo>
                    <a:pt x="7797" y="1553819"/>
                  </a:lnTo>
                  <a:lnTo>
                    <a:pt x="7797" y="1553571"/>
                  </a:lnTo>
                  <a:lnTo>
                    <a:pt x="7797" y="1553323"/>
                  </a:lnTo>
                  <a:lnTo>
                    <a:pt x="7797" y="1553075"/>
                  </a:lnTo>
                  <a:lnTo>
                    <a:pt x="7797" y="1552827"/>
                  </a:lnTo>
                  <a:lnTo>
                    <a:pt x="7797" y="1552579"/>
                  </a:lnTo>
                  <a:lnTo>
                    <a:pt x="7797" y="1552331"/>
                  </a:lnTo>
                  <a:lnTo>
                    <a:pt x="7797" y="1552083"/>
                  </a:lnTo>
                  <a:lnTo>
                    <a:pt x="7797" y="1551835"/>
                  </a:lnTo>
                  <a:lnTo>
                    <a:pt x="7797" y="1551587"/>
                  </a:lnTo>
                  <a:lnTo>
                    <a:pt x="7797" y="1551339"/>
                  </a:lnTo>
                  <a:lnTo>
                    <a:pt x="7797" y="1551091"/>
                  </a:lnTo>
                  <a:lnTo>
                    <a:pt x="7797" y="1550844"/>
                  </a:lnTo>
                  <a:lnTo>
                    <a:pt x="7797" y="1550596"/>
                  </a:lnTo>
                  <a:lnTo>
                    <a:pt x="7797" y="1550348"/>
                  </a:lnTo>
                  <a:lnTo>
                    <a:pt x="7797" y="1550100"/>
                  </a:lnTo>
                  <a:lnTo>
                    <a:pt x="7797" y="1549852"/>
                  </a:lnTo>
                  <a:lnTo>
                    <a:pt x="7797" y="1549604"/>
                  </a:lnTo>
                  <a:lnTo>
                    <a:pt x="7797" y="1549356"/>
                  </a:lnTo>
                  <a:lnTo>
                    <a:pt x="7797" y="1549108"/>
                  </a:lnTo>
                  <a:lnTo>
                    <a:pt x="7797" y="1548860"/>
                  </a:lnTo>
                  <a:lnTo>
                    <a:pt x="7797" y="1548612"/>
                  </a:lnTo>
                  <a:lnTo>
                    <a:pt x="7797" y="1548364"/>
                  </a:lnTo>
                  <a:lnTo>
                    <a:pt x="7797" y="1548116"/>
                  </a:lnTo>
                  <a:lnTo>
                    <a:pt x="7797" y="1547868"/>
                  </a:lnTo>
                  <a:lnTo>
                    <a:pt x="7797" y="1547620"/>
                  </a:lnTo>
                  <a:lnTo>
                    <a:pt x="7797" y="1547372"/>
                  </a:lnTo>
                  <a:lnTo>
                    <a:pt x="7797" y="1547125"/>
                  </a:lnTo>
                  <a:lnTo>
                    <a:pt x="7797" y="1546877"/>
                  </a:lnTo>
                  <a:lnTo>
                    <a:pt x="7797" y="1546629"/>
                  </a:lnTo>
                  <a:lnTo>
                    <a:pt x="7797" y="1546381"/>
                  </a:lnTo>
                  <a:lnTo>
                    <a:pt x="7797" y="1546133"/>
                  </a:lnTo>
                  <a:lnTo>
                    <a:pt x="7797" y="1545885"/>
                  </a:lnTo>
                  <a:lnTo>
                    <a:pt x="7797" y="1545637"/>
                  </a:lnTo>
                  <a:lnTo>
                    <a:pt x="7797" y="1545389"/>
                  </a:lnTo>
                  <a:lnTo>
                    <a:pt x="7797" y="1545141"/>
                  </a:lnTo>
                  <a:lnTo>
                    <a:pt x="7797" y="1544893"/>
                  </a:lnTo>
                  <a:lnTo>
                    <a:pt x="7797" y="1544645"/>
                  </a:lnTo>
                  <a:lnTo>
                    <a:pt x="7797" y="1544397"/>
                  </a:lnTo>
                  <a:lnTo>
                    <a:pt x="7797" y="1544149"/>
                  </a:lnTo>
                  <a:lnTo>
                    <a:pt x="7797" y="1543901"/>
                  </a:lnTo>
                  <a:lnTo>
                    <a:pt x="7797" y="1543653"/>
                  </a:lnTo>
                  <a:lnTo>
                    <a:pt x="7797" y="1543405"/>
                  </a:lnTo>
                  <a:lnTo>
                    <a:pt x="7797" y="1543158"/>
                  </a:lnTo>
                  <a:lnTo>
                    <a:pt x="7797" y="1542910"/>
                  </a:lnTo>
                  <a:lnTo>
                    <a:pt x="7797" y="1542662"/>
                  </a:lnTo>
                  <a:lnTo>
                    <a:pt x="7797" y="1542414"/>
                  </a:lnTo>
                  <a:lnTo>
                    <a:pt x="7797" y="1542166"/>
                  </a:lnTo>
                  <a:lnTo>
                    <a:pt x="7797" y="1541918"/>
                  </a:lnTo>
                  <a:lnTo>
                    <a:pt x="7797" y="1541670"/>
                  </a:lnTo>
                  <a:lnTo>
                    <a:pt x="7797" y="1541422"/>
                  </a:lnTo>
                  <a:lnTo>
                    <a:pt x="7797" y="1541174"/>
                  </a:lnTo>
                  <a:lnTo>
                    <a:pt x="7797" y="1540926"/>
                  </a:lnTo>
                  <a:lnTo>
                    <a:pt x="7797" y="1540678"/>
                  </a:lnTo>
                  <a:lnTo>
                    <a:pt x="7797" y="1540430"/>
                  </a:lnTo>
                  <a:lnTo>
                    <a:pt x="7797" y="1540182"/>
                  </a:lnTo>
                  <a:lnTo>
                    <a:pt x="7797" y="1539934"/>
                  </a:lnTo>
                  <a:lnTo>
                    <a:pt x="7797" y="1539686"/>
                  </a:lnTo>
                  <a:lnTo>
                    <a:pt x="7797" y="1539438"/>
                  </a:lnTo>
                  <a:lnTo>
                    <a:pt x="7797" y="1539191"/>
                  </a:lnTo>
                  <a:lnTo>
                    <a:pt x="7797" y="1538943"/>
                  </a:lnTo>
                  <a:lnTo>
                    <a:pt x="7797" y="1538695"/>
                  </a:lnTo>
                  <a:lnTo>
                    <a:pt x="7797" y="1538447"/>
                  </a:lnTo>
                  <a:lnTo>
                    <a:pt x="7797" y="1538199"/>
                  </a:lnTo>
                  <a:lnTo>
                    <a:pt x="7797" y="1537951"/>
                  </a:lnTo>
                  <a:lnTo>
                    <a:pt x="7797" y="1537703"/>
                  </a:lnTo>
                  <a:lnTo>
                    <a:pt x="7797" y="1537455"/>
                  </a:lnTo>
                  <a:lnTo>
                    <a:pt x="7797" y="1537207"/>
                  </a:lnTo>
                  <a:lnTo>
                    <a:pt x="7797" y="1536959"/>
                  </a:lnTo>
                  <a:lnTo>
                    <a:pt x="7797" y="1536711"/>
                  </a:lnTo>
                  <a:lnTo>
                    <a:pt x="7797" y="1536463"/>
                  </a:lnTo>
                  <a:lnTo>
                    <a:pt x="7797" y="1536215"/>
                  </a:lnTo>
                  <a:lnTo>
                    <a:pt x="7797" y="1535967"/>
                  </a:lnTo>
                  <a:lnTo>
                    <a:pt x="7797" y="1535719"/>
                  </a:lnTo>
                  <a:lnTo>
                    <a:pt x="7797" y="1535471"/>
                  </a:lnTo>
                  <a:lnTo>
                    <a:pt x="7797" y="1535224"/>
                  </a:lnTo>
                  <a:lnTo>
                    <a:pt x="7797" y="1534976"/>
                  </a:lnTo>
                  <a:lnTo>
                    <a:pt x="7797" y="1534728"/>
                  </a:lnTo>
                  <a:lnTo>
                    <a:pt x="7797" y="1534480"/>
                  </a:lnTo>
                  <a:lnTo>
                    <a:pt x="7797" y="1534232"/>
                  </a:lnTo>
                  <a:lnTo>
                    <a:pt x="7797" y="1533984"/>
                  </a:lnTo>
                  <a:lnTo>
                    <a:pt x="7797" y="1533736"/>
                  </a:lnTo>
                  <a:lnTo>
                    <a:pt x="7797" y="1533488"/>
                  </a:lnTo>
                  <a:lnTo>
                    <a:pt x="7797" y="1533240"/>
                  </a:lnTo>
                  <a:lnTo>
                    <a:pt x="7797" y="1532992"/>
                  </a:lnTo>
                  <a:lnTo>
                    <a:pt x="7797" y="1532744"/>
                  </a:lnTo>
                  <a:lnTo>
                    <a:pt x="7797" y="1532496"/>
                  </a:lnTo>
                  <a:lnTo>
                    <a:pt x="7797" y="1532248"/>
                  </a:lnTo>
                  <a:lnTo>
                    <a:pt x="7797" y="1532000"/>
                  </a:lnTo>
                  <a:lnTo>
                    <a:pt x="7797" y="1531752"/>
                  </a:lnTo>
                  <a:lnTo>
                    <a:pt x="7797" y="1531504"/>
                  </a:lnTo>
                  <a:lnTo>
                    <a:pt x="7797" y="1531257"/>
                  </a:lnTo>
                  <a:lnTo>
                    <a:pt x="7797" y="1531009"/>
                  </a:lnTo>
                  <a:lnTo>
                    <a:pt x="7797" y="1530761"/>
                  </a:lnTo>
                  <a:lnTo>
                    <a:pt x="7797" y="1530513"/>
                  </a:lnTo>
                  <a:lnTo>
                    <a:pt x="7797" y="1530265"/>
                  </a:lnTo>
                  <a:lnTo>
                    <a:pt x="7797" y="1530017"/>
                  </a:lnTo>
                  <a:lnTo>
                    <a:pt x="7797" y="1529769"/>
                  </a:lnTo>
                  <a:lnTo>
                    <a:pt x="7797" y="1529521"/>
                  </a:lnTo>
                  <a:lnTo>
                    <a:pt x="7797" y="1529273"/>
                  </a:lnTo>
                  <a:lnTo>
                    <a:pt x="7797" y="1529025"/>
                  </a:lnTo>
                  <a:lnTo>
                    <a:pt x="7797" y="1528777"/>
                  </a:lnTo>
                  <a:lnTo>
                    <a:pt x="7797" y="1528529"/>
                  </a:lnTo>
                  <a:lnTo>
                    <a:pt x="7797" y="1528281"/>
                  </a:lnTo>
                  <a:lnTo>
                    <a:pt x="7797" y="1528033"/>
                  </a:lnTo>
                  <a:lnTo>
                    <a:pt x="7797" y="1527785"/>
                  </a:lnTo>
                  <a:lnTo>
                    <a:pt x="7797" y="1527538"/>
                  </a:lnTo>
                  <a:lnTo>
                    <a:pt x="7797" y="1527290"/>
                  </a:lnTo>
                  <a:lnTo>
                    <a:pt x="7797" y="1527042"/>
                  </a:lnTo>
                  <a:lnTo>
                    <a:pt x="7797" y="1526794"/>
                  </a:lnTo>
                  <a:lnTo>
                    <a:pt x="7797" y="1526546"/>
                  </a:lnTo>
                  <a:lnTo>
                    <a:pt x="7797" y="1526298"/>
                  </a:lnTo>
                  <a:lnTo>
                    <a:pt x="7797" y="1526050"/>
                  </a:lnTo>
                  <a:lnTo>
                    <a:pt x="7797" y="1525802"/>
                  </a:lnTo>
                  <a:lnTo>
                    <a:pt x="7797" y="1525554"/>
                  </a:lnTo>
                  <a:lnTo>
                    <a:pt x="7797" y="1525306"/>
                  </a:lnTo>
                  <a:lnTo>
                    <a:pt x="7797" y="1525058"/>
                  </a:lnTo>
                  <a:lnTo>
                    <a:pt x="7797" y="1524810"/>
                  </a:lnTo>
                  <a:lnTo>
                    <a:pt x="7797" y="1524562"/>
                  </a:lnTo>
                  <a:lnTo>
                    <a:pt x="7797" y="1524314"/>
                  </a:lnTo>
                  <a:lnTo>
                    <a:pt x="7797" y="1524066"/>
                  </a:lnTo>
                  <a:lnTo>
                    <a:pt x="7797" y="1523818"/>
                  </a:lnTo>
                  <a:lnTo>
                    <a:pt x="7797" y="1523571"/>
                  </a:lnTo>
                  <a:lnTo>
                    <a:pt x="7797" y="1523323"/>
                  </a:lnTo>
                  <a:lnTo>
                    <a:pt x="7797" y="1523075"/>
                  </a:lnTo>
                  <a:lnTo>
                    <a:pt x="7797" y="1522827"/>
                  </a:lnTo>
                  <a:lnTo>
                    <a:pt x="7797" y="1522579"/>
                  </a:lnTo>
                  <a:lnTo>
                    <a:pt x="7797" y="1522331"/>
                  </a:lnTo>
                  <a:lnTo>
                    <a:pt x="7797" y="1522083"/>
                  </a:lnTo>
                  <a:lnTo>
                    <a:pt x="7797" y="1521835"/>
                  </a:lnTo>
                  <a:lnTo>
                    <a:pt x="7797" y="1521587"/>
                  </a:lnTo>
                  <a:lnTo>
                    <a:pt x="7797" y="1521339"/>
                  </a:lnTo>
                  <a:lnTo>
                    <a:pt x="7797" y="1521091"/>
                  </a:lnTo>
                  <a:lnTo>
                    <a:pt x="7797" y="1520843"/>
                  </a:lnTo>
                  <a:lnTo>
                    <a:pt x="7797" y="1520595"/>
                  </a:lnTo>
                  <a:lnTo>
                    <a:pt x="7797" y="1520347"/>
                  </a:lnTo>
                  <a:lnTo>
                    <a:pt x="7797" y="1520099"/>
                  </a:lnTo>
                  <a:lnTo>
                    <a:pt x="7797" y="1519851"/>
                  </a:lnTo>
                  <a:lnTo>
                    <a:pt x="7797" y="1519604"/>
                  </a:lnTo>
                  <a:lnTo>
                    <a:pt x="7797" y="1519356"/>
                  </a:lnTo>
                  <a:lnTo>
                    <a:pt x="7797" y="1519108"/>
                  </a:lnTo>
                  <a:lnTo>
                    <a:pt x="7797" y="1518860"/>
                  </a:lnTo>
                  <a:lnTo>
                    <a:pt x="7797" y="1518612"/>
                  </a:lnTo>
                  <a:lnTo>
                    <a:pt x="7797" y="1518364"/>
                  </a:lnTo>
                  <a:lnTo>
                    <a:pt x="7797" y="1518116"/>
                  </a:lnTo>
                  <a:lnTo>
                    <a:pt x="7797" y="1517868"/>
                  </a:lnTo>
                  <a:lnTo>
                    <a:pt x="7797" y="1517620"/>
                  </a:lnTo>
                  <a:lnTo>
                    <a:pt x="7797" y="1517372"/>
                  </a:lnTo>
                  <a:lnTo>
                    <a:pt x="7797" y="1517124"/>
                  </a:lnTo>
                  <a:lnTo>
                    <a:pt x="7797" y="1516876"/>
                  </a:lnTo>
                  <a:lnTo>
                    <a:pt x="7797" y="1516628"/>
                  </a:lnTo>
                  <a:lnTo>
                    <a:pt x="7797" y="1516380"/>
                  </a:lnTo>
                  <a:lnTo>
                    <a:pt x="7797" y="1516132"/>
                  </a:lnTo>
                  <a:lnTo>
                    <a:pt x="7797" y="1515884"/>
                  </a:lnTo>
                  <a:lnTo>
                    <a:pt x="7797" y="1515637"/>
                  </a:lnTo>
                  <a:lnTo>
                    <a:pt x="7797" y="1515389"/>
                  </a:lnTo>
                  <a:lnTo>
                    <a:pt x="7797" y="1515141"/>
                  </a:lnTo>
                  <a:lnTo>
                    <a:pt x="7797" y="1514893"/>
                  </a:lnTo>
                  <a:lnTo>
                    <a:pt x="7797" y="1514645"/>
                  </a:lnTo>
                  <a:lnTo>
                    <a:pt x="7797" y="1514397"/>
                  </a:lnTo>
                  <a:lnTo>
                    <a:pt x="7797" y="1514149"/>
                  </a:lnTo>
                  <a:lnTo>
                    <a:pt x="7797" y="1513901"/>
                  </a:lnTo>
                  <a:lnTo>
                    <a:pt x="7797" y="1513653"/>
                  </a:lnTo>
                  <a:lnTo>
                    <a:pt x="7797" y="1513405"/>
                  </a:lnTo>
                  <a:lnTo>
                    <a:pt x="7797" y="1513157"/>
                  </a:lnTo>
                  <a:lnTo>
                    <a:pt x="7797" y="1512909"/>
                  </a:lnTo>
                  <a:lnTo>
                    <a:pt x="7797" y="1512661"/>
                  </a:lnTo>
                  <a:lnTo>
                    <a:pt x="7797" y="1512413"/>
                  </a:lnTo>
                  <a:lnTo>
                    <a:pt x="7797" y="1512165"/>
                  </a:lnTo>
                  <a:lnTo>
                    <a:pt x="7797" y="1511917"/>
                  </a:lnTo>
                  <a:lnTo>
                    <a:pt x="7797" y="1511670"/>
                  </a:lnTo>
                  <a:lnTo>
                    <a:pt x="7797" y="1511422"/>
                  </a:lnTo>
                  <a:lnTo>
                    <a:pt x="7797" y="1511174"/>
                  </a:lnTo>
                  <a:lnTo>
                    <a:pt x="7797" y="1510926"/>
                  </a:lnTo>
                  <a:lnTo>
                    <a:pt x="7797" y="1510678"/>
                  </a:lnTo>
                  <a:lnTo>
                    <a:pt x="7797" y="1510430"/>
                  </a:lnTo>
                  <a:lnTo>
                    <a:pt x="7797" y="1510182"/>
                  </a:lnTo>
                  <a:lnTo>
                    <a:pt x="7797" y="1509934"/>
                  </a:lnTo>
                  <a:lnTo>
                    <a:pt x="7797" y="1509686"/>
                  </a:lnTo>
                  <a:lnTo>
                    <a:pt x="7797" y="1509438"/>
                  </a:lnTo>
                  <a:lnTo>
                    <a:pt x="7797" y="1509190"/>
                  </a:lnTo>
                  <a:lnTo>
                    <a:pt x="7797" y="1508942"/>
                  </a:lnTo>
                  <a:lnTo>
                    <a:pt x="7797" y="1508694"/>
                  </a:lnTo>
                  <a:lnTo>
                    <a:pt x="7797" y="1508446"/>
                  </a:lnTo>
                  <a:lnTo>
                    <a:pt x="7797" y="1508198"/>
                  </a:lnTo>
                  <a:lnTo>
                    <a:pt x="7797" y="1507951"/>
                  </a:lnTo>
                  <a:lnTo>
                    <a:pt x="7797" y="1507703"/>
                  </a:lnTo>
                  <a:lnTo>
                    <a:pt x="7797" y="1507455"/>
                  </a:lnTo>
                  <a:lnTo>
                    <a:pt x="7797" y="1507207"/>
                  </a:lnTo>
                  <a:lnTo>
                    <a:pt x="7797" y="1506959"/>
                  </a:lnTo>
                  <a:lnTo>
                    <a:pt x="7797" y="1506711"/>
                  </a:lnTo>
                  <a:lnTo>
                    <a:pt x="7797" y="1506463"/>
                  </a:lnTo>
                  <a:lnTo>
                    <a:pt x="7797" y="1506215"/>
                  </a:lnTo>
                  <a:lnTo>
                    <a:pt x="7797" y="1505967"/>
                  </a:lnTo>
                  <a:lnTo>
                    <a:pt x="7797" y="1505719"/>
                  </a:lnTo>
                  <a:lnTo>
                    <a:pt x="7797" y="1505471"/>
                  </a:lnTo>
                  <a:lnTo>
                    <a:pt x="7797" y="1505223"/>
                  </a:lnTo>
                  <a:lnTo>
                    <a:pt x="7797" y="1504975"/>
                  </a:lnTo>
                  <a:lnTo>
                    <a:pt x="7797" y="1504727"/>
                  </a:lnTo>
                  <a:lnTo>
                    <a:pt x="7797" y="1504479"/>
                  </a:lnTo>
                  <a:lnTo>
                    <a:pt x="7797" y="1504231"/>
                  </a:lnTo>
                  <a:lnTo>
                    <a:pt x="7797" y="1503984"/>
                  </a:lnTo>
                  <a:lnTo>
                    <a:pt x="7797" y="1503736"/>
                  </a:lnTo>
                  <a:lnTo>
                    <a:pt x="7797" y="1503488"/>
                  </a:lnTo>
                  <a:lnTo>
                    <a:pt x="7797" y="1503240"/>
                  </a:lnTo>
                  <a:lnTo>
                    <a:pt x="7797" y="1502992"/>
                  </a:lnTo>
                  <a:lnTo>
                    <a:pt x="7797" y="1502744"/>
                  </a:lnTo>
                  <a:lnTo>
                    <a:pt x="7797" y="1502496"/>
                  </a:lnTo>
                  <a:lnTo>
                    <a:pt x="7797" y="1502248"/>
                  </a:lnTo>
                  <a:lnTo>
                    <a:pt x="7797" y="1502000"/>
                  </a:lnTo>
                  <a:lnTo>
                    <a:pt x="7797" y="1501752"/>
                  </a:lnTo>
                  <a:lnTo>
                    <a:pt x="7797" y="1501504"/>
                  </a:lnTo>
                  <a:lnTo>
                    <a:pt x="7797" y="1501256"/>
                  </a:lnTo>
                  <a:lnTo>
                    <a:pt x="7797" y="1501008"/>
                  </a:lnTo>
                  <a:lnTo>
                    <a:pt x="7797" y="1500760"/>
                  </a:lnTo>
                  <a:lnTo>
                    <a:pt x="7797" y="1500512"/>
                  </a:lnTo>
                  <a:lnTo>
                    <a:pt x="7797" y="1500264"/>
                  </a:lnTo>
                  <a:lnTo>
                    <a:pt x="7797" y="1500017"/>
                  </a:lnTo>
                  <a:lnTo>
                    <a:pt x="7797" y="1499769"/>
                  </a:lnTo>
                  <a:lnTo>
                    <a:pt x="7797" y="1499521"/>
                  </a:lnTo>
                  <a:lnTo>
                    <a:pt x="7797" y="1499273"/>
                  </a:lnTo>
                  <a:lnTo>
                    <a:pt x="7797" y="1499025"/>
                  </a:lnTo>
                  <a:lnTo>
                    <a:pt x="7797" y="1498777"/>
                  </a:lnTo>
                  <a:lnTo>
                    <a:pt x="7797" y="1498529"/>
                  </a:lnTo>
                  <a:lnTo>
                    <a:pt x="7797" y="1498281"/>
                  </a:lnTo>
                  <a:lnTo>
                    <a:pt x="7797" y="1498033"/>
                  </a:lnTo>
                  <a:lnTo>
                    <a:pt x="7797" y="1497785"/>
                  </a:lnTo>
                  <a:lnTo>
                    <a:pt x="7797" y="1497537"/>
                  </a:lnTo>
                  <a:lnTo>
                    <a:pt x="7797" y="1497289"/>
                  </a:lnTo>
                  <a:lnTo>
                    <a:pt x="7797" y="1497041"/>
                  </a:lnTo>
                  <a:lnTo>
                    <a:pt x="7797" y="1496793"/>
                  </a:lnTo>
                  <a:lnTo>
                    <a:pt x="7797" y="1496545"/>
                  </a:lnTo>
                  <a:lnTo>
                    <a:pt x="7797" y="1496297"/>
                  </a:lnTo>
                  <a:lnTo>
                    <a:pt x="7797" y="1496050"/>
                  </a:lnTo>
                  <a:lnTo>
                    <a:pt x="7797" y="1495802"/>
                  </a:lnTo>
                  <a:lnTo>
                    <a:pt x="7797" y="1495554"/>
                  </a:lnTo>
                  <a:lnTo>
                    <a:pt x="7797" y="1495306"/>
                  </a:lnTo>
                  <a:lnTo>
                    <a:pt x="7797" y="1495058"/>
                  </a:lnTo>
                  <a:lnTo>
                    <a:pt x="7797" y="1494810"/>
                  </a:lnTo>
                  <a:lnTo>
                    <a:pt x="7797" y="1494562"/>
                  </a:lnTo>
                  <a:lnTo>
                    <a:pt x="7797" y="1494314"/>
                  </a:lnTo>
                  <a:lnTo>
                    <a:pt x="7797" y="1494066"/>
                  </a:lnTo>
                  <a:lnTo>
                    <a:pt x="7797" y="1493818"/>
                  </a:lnTo>
                  <a:lnTo>
                    <a:pt x="7797" y="1493570"/>
                  </a:lnTo>
                  <a:lnTo>
                    <a:pt x="7797" y="1493322"/>
                  </a:lnTo>
                  <a:lnTo>
                    <a:pt x="7797" y="1493074"/>
                  </a:lnTo>
                  <a:lnTo>
                    <a:pt x="7797" y="1492826"/>
                  </a:lnTo>
                  <a:lnTo>
                    <a:pt x="7797" y="1492578"/>
                  </a:lnTo>
                  <a:lnTo>
                    <a:pt x="7797" y="1492330"/>
                  </a:lnTo>
                  <a:lnTo>
                    <a:pt x="7797" y="1492083"/>
                  </a:lnTo>
                  <a:lnTo>
                    <a:pt x="7797" y="1491835"/>
                  </a:lnTo>
                  <a:lnTo>
                    <a:pt x="7797" y="1491587"/>
                  </a:lnTo>
                  <a:lnTo>
                    <a:pt x="7797" y="1491339"/>
                  </a:lnTo>
                  <a:lnTo>
                    <a:pt x="7797" y="1491091"/>
                  </a:lnTo>
                  <a:lnTo>
                    <a:pt x="7797" y="1490843"/>
                  </a:lnTo>
                  <a:lnTo>
                    <a:pt x="7797" y="1490595"/>
                  </a:lnTo>
                  <a:lnTo>
                    <a:pt x="7797" y="1490347"/>
                  </a:lnTo>
                  <a:lnTo>
                    <a:pt x="7797" y="1490099"/>
                  </a:lnTo>
                  <a:lnTo>
                    <a:pt x="7797" y="1489851"/>
                  </a:lnTo>
                  <a:lnTo>
                    <a:pt x="7797" y="1489603"/>
                  </a:lnTo>
                  <a:lnTo>
                    <a:pt x="7797" y="1489355"/>
                  </a:lnTo>
                  <a:lnTo>
                    <a:pt x="7797" y="1489107"/>
                  </a:lnTo>
                  <a:lnTo>
                    <a:pt x="7797" y="1488859"/>
                  </a:lnTo>
                  <a:lnTo>
                    <a:pt x="7797" y="1488611"/>
                  </a:lnTo>
                  <a:lnTo>
                    <a:pt x="7797" y="1488364"/>
                  </a:lnTo>
                  <a:lnTo>
                    <a:pt x="7797" y="1488116"/>
                  </a:lnTo>
                  <a:lnTo>
                    <a:pt x="7797" y="1487868"/>
                  </a:lnTo>
                  <a:lnTo>
                    <a:pt x="7797" y="1487620"/>
                  </a:lnTo>
                  <a:lnTo>
                    <a:pt x="7797" y="1487372"/>
                  </a:lnTo>
                  <a:lnTo>
                    <a:pt x="7797" y="1487124"/>
                  </a:lnTo>
                  <a:lnTo>
                    <a:pt x="7797" y="1486876"/>
                  </a:lnTo>
                  <a:lnTo>
                    <a:pt x="7797" y="1486628"/>
                  </a:lnTo>
                  <a:lnTo>
                    <a:pt x="7797" y="1486380"/>
                  </a:lnTo>
                  <a:lnTo>
                    <a:pt x="7797" y="1486132"/>
                  </a:lnTo>
                  <a:lnTo>
                    <a:pt x="7797" y="1485884"/>
                  </a:lnTo>
                  <a:lnTo>
                    <a:pt x="7797" y="1485636"/>
                  </a:lnTo>
                  <a:lnTo>
                    <a:pt x="7797" y="1485388"/>
                  </a:lnTo>
                  <a:lnTo>
                    <a:pt x="7797" y="1485140"/>
                  </a:lnTo>
                  <a:lnTo>
                    <a:pt x="7797" y="1484892"/>
                  </a:lnTo>
                  <a:lnTo>
                    <a:pt x="7797" y="1484644"/>
                  </a:lnTo>
                  <a:lnTo>
                    <a:pt x="7797" y="1484397"/>
                  </a:lnTo>
                  <a:lnTo>
                    <a:pt x="7797" y="1484149"/>
                  </a:lnTo>
                  <a:lnTo>
                    <a:pt x="7797" y="1483901"/>
                  </a:lnTo>
                  <a:lnTo>
                    <a:pt x="7797" y="1483653"/>
                  </a:lnTo>
                  <a:lnTo>
                    <a:pt x="7797" y="1483405"/>
                  </a:lnTo>
                  <a:lnTo>
                    <a:pt x="7797" y="1483157"/>
                  </a:lnTo>
                  <a:lnTo>
                    <a:pt x="7797" y="1482909"/>
                  </a:lnTo>
                  <a:lnTo>
                    <a:pt x="7797" y="1482661"/>
                  </a:lnTo>
                  <a:lnTo>
                    <a:pt x="7797" y="1482413"/>
                  </a:lnTo>
                  <a:lnTo>
                    <a:pt x="7797" y="1482165"/>
                  </a:lnTo>
                  <a:lnTo>
                    <a:pt x="7797" y="1481917"/>
                  </a:lnTo>
                  <a:lnTo>
                    <a:pt x="7797" y="1481669"/>
                  </a:lnTo>
                  <a:lnTo>
                    <a:pt x="7797" y="1481421"/>
                  </a:lnTo>
                  <a:lnTo>
                    <a:pt x="7797" y="1481173"/>
                  </a:lnTo>
                  <a:lnTo>
                    <a:pt x="7797" y="1480925"/>
                  </a:lnTo>
                  <a:lnTo>
                    <a:pt x="7797" y="1480677"/>
                  </a:lnTo>
                  <a:lnTo>
                    <a:pt x="7797" y="1480430"/>
                  </a:lnTo>
                  <a:lnTo>
                    <a:pt x="7797" y="1480182"/>
                  </a:lnTo>
                  <a:lnTo>
                    <a:pt x="7797" y="1479934"/>
                  </a:lnTo>
                  <a:lnTo>
                    <a:pt x="7797" y="1479686"/>
                  </a:lnTo>
                  <a:lnTo>
                    <a:pt x="7797" y="1479438"/>
                  </a:lnTo>
                  <a:lnTo>
                    <a:pt x="7797" y="1479190"/>
                  </a:lnTo>
                  <a:lnTo>
                    <a:pt x="7797" y="1478942"/>
                  </a:lnTo>
                  <a:lnTo>
                    <a:pt x="7797" y="1478694"/>
                  </a:lnTo>
                  <a:lnTo>
                    <a:pt x="7797" y="1478446"/>
                  </a:lnTo>
                  <a:lnTo>
                    <a:pt x="7797" y="1478198"/>
                  </a:lnTo>
                  <a:lnTo>
                    <a:pt x="7797" y="1477950"/>
                  </a:lnTo>
                  <a:lnTo>
                    <a:pt x="7797" y="1477702"/>
                  </a:lnTo>
                  <a:lnTo>
                    <a:pt x="7797" y="1477454"/>
                  </a:lnTo>
                  <a:lnTo>
                    <a:pt x="7797" y="1477206"/>
                  </a:lnTo>
                  <a:lnTo>
                    <a:pt x="7797" y="1476958"/>
                  </a:lnTo>
                  <a:lnTo>
                    <a:pt x="7797" y="1476710"/>
                  </a:lnTo>
                  <a:lnTo>
                    <a:pt x="7797" y="1476463"/>
                  </a:lnTo>
                  <a:lnTo>
                    <a:pt x="7797" y="1476215"/>
                  </a:lnTo>
                  <a:lnTo>
                    <a:pt x="7797" y="1475967"/>
                  </a:lnTo>
                  <a:lnTo>
                    <a:pt x="7797" y="1475719"/>
                  </a:lnTo>
                  <a:lnTo>
                    <a:pt x="7797" y="1475471"/>
                  </a:lnTo>
                  <a:lnTo>
                    <a:pt x="7797" y="1475223"/>
                  </a:lnTo>
                  <a:lnTo>
                    <a:pt x="7797" y="1474975"/>
                  </a:lnTo>
                  <a:lnTo>
                    <a:pt x="7797" y="1474727"/>
                  </a:lnTo>
                  <a:lnTo>
                    <a:pt x="7797" y="1474479"/>
                  </a:lnTo>
                  <a:lnTo>
                    <a:pt x="7797" y="1474231"/>
                  </a:lnTo>
                  <a:lnTo>
                    <a:pt x="7797" y="1473983"/>
                  </a:lnTo>
                  <a:lnTo>
                    <a:pt x="7797" y="1473735"/>
                  </a:lnTo>
                  <a:lnTo>
                    <a:pt x="7797" y="1473487"/>
                  </a:lnTo>
                  <a:lnTo>
                    <a:pt x="7797" y="1473239"/>
                  </a:lnTo>
                  <a:lnTo>
                    <a:pt x="7797" y="1472991"/>
                  </a:lnTo>
                  <a:lnTo>
                    <a:pt x="7797" y="1472743"/>
                  </a:lnTo>
                  <a:lnTo>
                    <a:pt x="7797" y="1472496"/>
                  </a:lnTo>
                  <a:lnTo>
                    <a:pt x="7797" y="1472248"/>
                  </a:lnTo>
                  <a:lnTo>
                    <a:pt x="7797" y="1472000"/>
                  </a:lnTo>
                  <a:lnTo>
                    <a:pt x="7797" y="1471752"/>
                  </a:lnTo>
                  <a:lnTo>
                    <a:pt x="7797" y="1471504"/>
                  </a:lnTo>
                  <a:lnTo>
                    <a:pt x="7797" y="1471256"/>
                  </a:lnTo>
                  <a:lnTo>
                    <a:pt x="7797" y="1471008"/>
                  </a:lnTo>
                  <a:lnTo>
                    <a:pt x="7797" y="1470760"/>
                  </a:lnTo>
                  <a:lnTo>
                    <a:pt x="7797" y="1470512"/>
                  </a:lnTo>
                  <a:lnTo>
                    <a:pt x="7797" y="1470264"/>
                  </a:lnTo>
                  <a:lnTo>
                    <a:pt x="7797" y="1470016"/>
                  </a:lnTo>
                  <a:lnTo>
                    <a:pt x="7797" y="1469768"/>
                  </a:lnTo>
                  <a:lnTo>
                    <a:pt x="7797" y="1469520"/>
                  </a:lnTo>
                  <a:lnTo>
                    <a:pt x="7797" y="1469272"/>
                  </a:lnTo>
                  <a:lnTo>
                    <a:pt x="7797" y="1469024"/>
                  </a:lnTo>
                  <a:lnTo>
                    <a:pt x="7797" y="1468777"/>
                  </a:lnTo>
                  <a:lnTo>
                    <a:pt x="7797" y="1468529"/>
                  </a:lnTo>
                  <a:lnTo>
                    <a:pt x="7797" y="1468281"/>
                  </a:lnTo>
                  <a:lnTo>
                    <a:pt x="7797" y="1468033"/>
                  </a:lnTo>
                  <a:lnTo>
                    <a:pt x="7797" y="1467785"/>
                  </a:lnTo>
                  <a:lnTo>
                    <a:pt x="7797" y="1467537"/>
                  </a:lnTo>
                  <a:lnTo>
                    <a:pt x="7797" y="1467289"/>
                  </a:lnTo>
                  <a:lnTo>
                    <a:pt x="7797" y="1467041"/>
                  </a:lnTo>
                  <a:lnTo>
                    <a:pt x="7797" y="1466793"/>
                  </a:lnTo>
                  <a:lnTo>
                    <a:pt x="7797" y="1466545"/>
                  </a:lnTo>
                  <a:lnTo>
                    <a:pt x="7797" y="1466297"/>
                  </a:lnTo>
                  <a:lnTo>
                    <a:pt x="7797" y="1466049"/>
                  </a:lnTo>
                  <a:lnTo>
                    <a:pt x="7797" y="1465801"/>
                  </a:lnTo>
                  <a:lnTo>
                    <a:pt x="7797" y="1465553"/>
                  </a:lnTo>
                  <a:lnTo>
                    <a:pt x="7797" y="1465305"/>
                  </a:lnTo>
                  <a:lnTo>
                    <a:pt x="7797" y="1465057"/>
                  </a:lnTo>
                  <a:lnTo>
                    <a:pt x="7797" y="1464810"/>
                  </a:lnTo>
                  <a:lnTo>
                    <a:pt x="7797" y="1464562"/>
                  </a:lnTo>
                  <a:lnTo>
                    <a:pt x="7797" y="1464314"/>
                  </a:lnTo>
                  <a:lnTo>
                    <a:pt x="7797" y="1464066"/>
                  </a:lnTo>
                  <a:lnTo>
                    <a:pt x="7797" y="1463818"/>
                  </a:lnTo>
                  <a:lnTo>
                    <a:pt x="7797" y="1463570"/>
                  </a:lnTo>
                  <a:lnTo>
                    <a:pt x="7797" y="1463322"/>
                  </a:lnTo>
                  <a:lnTo>
                    <a:pt x="7797" y="1463074"/>
                  </a:lnTo>
                  <a:lnTo>
                    <a:pt x="7797" y="1462826"/>
                  </a:lnTo>
                  <a:lnTo>
                    <a:pt x="7797" y="1462578"/>
                  </a:lnTo>
                  <a:lnTo>
                    <a:pt x="7797" y="1462330"/>
                  </a:lnTo>
                  <a:lnTo>
                    <a:pt x="7797" y="1462082"/>
                  </a:lnTo>
                  <a:lnTo>
                    <a:pt x="7797" y="1461834"/>
                  </a:lnTo>
                  <a:lnTo>
                    <a:pt x="7797" y="1461586"/>
                  </a:lnTo>
                  <a:lnTo>
                    <a:pt x="7797" y="1461338"/>
                  </a:lnTo>
                  <a:lnTo>
                    <a:pt x="7797" y="1461090"/>
                  </a:lnTo>
                  <a:lnTo>
                    <a:pt x="8505" y="1461090"/>
                  </a:lnTo>
                  <a:lnTo>
                    <a:pt x="8505" y="1460843"/>
                  </a:lnTo>
                  <a:lnTo>
                    <a:pt x="8505" y="1460595"/>
                  </a:lnTo>
                  <a:lnTo>
                    <a:pt x="8505" y="1460347"/>
                  </a:lnTo>
                  <a:lnTo>
                    <a:pt x="8505" y="1460099"/>
                  </a:lnTo>
                  <a:lnTo>
                    <a:pt x="8505" y="1459851"/>
                  </a:lnTo>
                  <a:lnTo>
                    <a:pt x="8505" y="1459603"/>
                  </a:lnTo>
                  <a:lnTo>
                    <a:pt x="8505" y="1459355"/>
                  </a:lnTo>
                  <a:lnTo>
                    <a:pt x="8505" y="1459107"/>
                  </a:lnTo>
                  <a:lnTo>
                    <a:pt x="8505" y="1458859"/>
                  </a:lnTo>
                  <a:lnTo>
                    <a:pt x="8505" y="1458611"/>
                  </a:lnTo>
                  <a:lnTo>
                    <a:pt x="8505" y="1458363"/>
                  </a:lnTo>
                  <a:lnTo>
                    <a:pt x="8505" y="1458115"/>
                  </a:lnTo>
                  <a:lnTo>
                    <a:pt x="8505" y="1457867"/>
                  </a:lnTo>
                  <a:lnTo>
                    <a:pt x="8505" y="1457619"/>
                  </a:lnTo>
                  <a:lnTo>
                    <a:pt x="8505" y="1457371"/>
                  </a:lnTo>
                  <a:lnTo>
                    <a:pt x="8505" y="1457123"/>
                  </a:lnTo>
                  <a:lnTo>
                    <a:pt x="8505" y="1456876"/>
                  </a:lnTo>
                  <a:lnTo>
                    <a:pt x="8505" y="1456628"/>
                  </a:lnTo>
                  <a:lnTo>
                    <a:pt x="8505" y="1456380"/>
                  </a:lnTo>
                  <a:lnTo>
                    <a:pt x="8505" y="1456132"/>
                  </a:lnTo>
                  <a:lnTo>
                    <a:pt x="8505" y="1455884"/>
                  </a:lnTo>
                  <a:lnTo>
                    <a:pt x="8505" y="1455636"/>
                  </a:lnTo>
                  <a:lnTo>
                    <a:pt x="8505" y="1455388"/>
                  </a:lnTo>
                  <a:lnTo>
                    <a:pt x="8505" y="1455140"/>
                  </a:lnTo>
                  <a:lnTo>
                    <a:pt x="8505" y="1454892"/>
                  </a:lnTo>
                  <a:lnTo>
                    <a:pt x="8505" y="1454644"/>
                  </a:lnTo>
                  <a:lnTo>
                    <a:pt x="8505" y="1454396"/>
                  </a:lnTo>
                  <a:lnTo>
                    <a:pt x="8505" y="1454148"/>
                  </a:lnTo>
                  <a:lnTo>
                    <a:pt x="8505" y="1453900"/>
                  </a:lnTo>
                  <a:lnTo>
                    <a:pt x="8505" y="1453652"/>
                  </a:lnTo>
                  <a:lnTo>
                    <a:pt x="8505" y="1453404"/>
                  </a:lnTo>
                  <a:lnTo>
                    <a:pt x="8505" y="1453156"/>
                  </a:lnTo>
                  <a:lnTo>
                    <a:pt x="8505" y="1452909"/>
                  </a:lnTo>
                  <a:lnTo>
                    <a:pt x="8505" y="1452661"/>
                  </a:lnTo>
                  <a:lnTo>
                    <a:pt x="8505" y="1452413"/>
                  </a:lnTo>
                  <a:lnTo>
                    <a:pt x="8505" y="1452165"/>
                  </a:lnTo>
                  <a:lnTo>
                    <a:pt x="8505" y="1451917"/>
                  </a:lnTo>
                  <a:lnTo>
                    <a:pt x="8505" y="1451669"/>
                  </a:lnTo>
                  <a:lnTo>
                    <a:pt x="8505" y="1451421"/>
                  </a:lnTo>
                  <a:lnTo>
                    <a:pt x="8505" y="1451173"/>
                  </a:lnTo>
                  <a:lnTo>
                    <a:pt x="8505" y="1450925"/>
                  </a:lnTo>
                  <a:lnTo>
                    <a:pt x="8505" y="1450677"/>
                  </a:lnTo>
                  <a:lnTo>
                    <a:pt x="8505" y="1450429"/>
                  </a:lnTo>
                  <a:lnTo>
                    <a:pt x="8505" y="1450181"/>
                  </a:lnTo>
                  <a:lnTo>
                    <a:pt x="8505" y="1449933"/>
                  </a:lnTo>
                  <a:lnTo>
                    <a:pt x="8505" y="1449685"/>
                  </a:lnTo>
                  <a:lnTo>
                    <a:pt x="8505" y="1449437"/>
                  </a:lnTo>
                  <a:lnTo>
                    <a:pt x="8505" y="1449190"/>
                  </a:lnTo>
                  <a:lnTo>
                    <a:pt x="8505" y="1448942"/>
                  </a:lnTo>
                  <a:lnTo>
                    <a:pt x="8505" y="1448694"/>
                  </a:lnTo>
                  <a:lnTo>
                    <a:pt x="8505" y="1448446"/>
                  </a:lnTo>
                  <a:lnTo>
                    <a:pt x="8505" y="1448198"/>
                  </a:lnTo>
                  <a:lnTo>
                    <a:pt x="8505" y="1447950"/>
                  </a:lnTo>
                  <a:lnTo>
                    <a:pt x="8505" y="1447702"/>
                  </a:lnTo>
                  <a:lnTo>
                    <a:pt x="8505" y="1447454"/>
                  </a:lnTo>
                  <a:lnTo>
                    <a:pt x="8505" y="1447206"/>
                  </a:lnTo>
                  <a:lnTo>
                    <a:pt x="8505" y="1446958"/>
                  </a:lnTo>
                  <a:lnTo>
                    <a:pt x="8505" y="1446710"/>
                  </a:lnTo>
                  <a:lnTo>
                    <a:pt x="8505" y="1446462"/>
                  </a:lnTo>
                  <a:lnTo>
                    <a:pt x="8505" y="1446214"/>
                  </a:lnTo>
                  <a:lnTo>
                    <a:pt x="8505" y="1445966"/>
                  </a:lnTo>
                  <a:lnTo>
                    <a:pt x="8505" y="1445718"/>
                  </a:lnTo>
                  <a:lnTo>
                    <a:pt x="8505" y="1445470"/>
                  </a:lnTo>
                  <a:lnTo>
                    <a:pt x="8505" y="1445223"/>
                  </a:lnTo>
                  <a:lnTo>
                    <a:pt x="8505" y="1444975"/>
                  </a:lnTo>
                  <a:lnTo>
                    <a:pt x="8505" y="1444727"/>
                  </a:lnTo>
                  <a:lnTo>
                    <a:pt x="8505" y="1444479"/>
                  </a:lnTo>
                  <a:lnTo>
                    <a:pt x="8505" y="1444231"/>
                  </a:lnTo>
                  <a:lnTo>
                    <a:pt x="8505" y="1443983"/>
                  </a:lnTo>
                  <a:lnTo>
                    <a:pt x="8505" y="1443735"/>
                  </a:lnTo>
                  <a:lnTo>
                    <a:pt x="8505" y="1443487"/>
                  </a:lnTo>
                  <a:lnTo>
                    <a:pt x="8505" y="1443239"/>
                  </a:lnTo>
                  <a:lnTo>
                    <a:pt x="8505" y="1442991"/>
                  </a:lnTo>
                  <a:lnTo>
                    <a:pt x="8505" y="1442743"/>
                  </a:lnTo>
                  <a:lnTo>
                    <a:pt x="8505" y="1442495"/>
                  </a:lnTo>
                  <a:lnTo>
                    <a:pt x="8505" y="1442247"/>
                  </a:lnTo>
                  <a:lnTo>
                    <a:pt x="8505" y="1441999"/>
                  </a:lnTo>
                  <a:lnTo>
                    <a:pt x="8505" y="1441751"/>
                  </a:lnTo>
                  <a:lnTo>
                    <a:pt x="8505" y="1441503"/>
                  </a:lnTo>
                  <a:lnTo>
                    <a:pt x="8505" y="1441256"/>
                  </a:lnTo>
                  <a:lnTo>
                    <a:pt x="8505" y="1441008"/>
                  </a:lnTo>
                  <a:lnTo>
                    <a:pt x="8505" y="1440760"/>
                  </a:lnTo>
                  <a:lnTo>
                    <a:pt x="8505" y="1440512"/>
                  </a:lnTo>
                  <a:lnTo>
                    <a:pt x="8505" y="1440264"/>
                  </a:lnTo>
                  <a:lnTo>
                    <a:pt x="8505" y="1440016"/>
                  </a:lnTo>
                  <a:lnTo>
                    <a:pt x="8505" y="1439768"/>
                  </a:lnTo>
                  <a:lnTo>
                    <a:pt x="8505" y="1439520"/>
                  </a:lnTo>
                  <a:lnTo>
                    <a:pt x="8505" y="1439272"/>
                  </a:lnTo>
                  <a:lnTo>
                    <a:pt x="8505" y="1439024"/>
                  </a:lnTo>
                  <a:lnTo>
                    <a:pt x="8505" y="1438776"/>
                  </a:lnTo>
                  <a:lnTo>
                    <a:pt x="8505" y="1438528"/>
                  </a:lnTo>
                  <a:lnTo>
                    <a:pt x="8505" y="1438280"/>
                  </a:lnTo>
                  <a:lnTo>
                    <a:pt x="8505" y="1438032"/>
                  </a:lnTo>
                  <a:lnTo>
                    <a:pt x="8505" y="1437784"/>
                  </a:lnTo>
                  <a:lnTo>
                    <a:pt x="8505" y="1437536"/>
                  </a:lnTo>
                  <a:lnTo>
                    <a:pt x="8505" y="1437289"/>
                  </a:lnTo>
                  <a:lnTo>
                    <a:pt x="8505" y="1437041"/>
                  </a:lnTo>
                  <a:lnTo>
                    <a:pt x="8505" y="1436793"/>
                  </a:lnTo>
                  <a:lnTo>
                    <a:pt x="8505" y="1436545"/>
                  </a:lnTo>
                  <a:lnTo>
                    <a:pt x="8505" y="1436297"/>
                  </a:lnTo>
                  <a:lnTo>
                    <a:pt x="8505" y="1436049"/>
                  </a:lnTo>
                  <a:lnTo>
                    <a:pt x="8505" y="1435801"/>
                  </a:lnTo>
                  <a:lnTo>
                    <a:pt x="8505" y="1435553"/>
                  </a:lnTo>
                  <a:lnTo>
                    <a:pt x="8505" y="1435305"/>
                  </a:lnTo>
                  <a:lnTo>
                    <a:pt x="8505" y="1435057"/>
                  </a:lnTo>
                  <a:lnTo>
                    <a:pt x="8505" y="1434809"/>
                  </a:lnTo>
                  <a:lnTo>
                    <a:pt x="8505" y="1434561"/>
                  </a:lnTo>
                  <a:lnTo>
                    <a:pt x="8505" y="1434313"/>
                  </a:lnTo>
                  <a:lnTo>
                    <a:pt x="8505" y="1434065"/>
                  </a:lnTo>
                  <a:lnTo>
                    <a:pt x="8505" y="1433817"/>
                  </a:lnTo>
                  <a:lnTo>
                    <a:pt x="8505" y="1433569"/>
                  </a:lnTo>
                  <a:lnTo>
                    <a:pt x="8505" y="1433322"/>
                  </a:lnTo>
                  <a:lnTo>
                    <a:pt x="8505" y="1433074"/>
                  </a:lnTo>
                  <a:lnTo>
                    <a:pt x="8505" y="1432826"/>
                  </a:lnTo>
                  <a:lnTo>
                    <a:pt x="8505" y="1432578"/>
                  </a:lnTo>
                  <a:lnTo>
                    <a:pt x="8505" y="1432330"/>
                  </a:lnTo>
                  <a:lnTo>
                    <a:pt x="8505" y="1432082"/>
                  </a:lnTo>
                  <a:lnTo>
                    <a:pt x="8505" y="1431834"/>
                  </a:lnTo>
                  <a:lnTo>
                    <a:pt x="8505" y="1431586"/>
                  </a:lnTo>
                  <a:lnTo>
                    <a:pt x="8505" y="1431338"/>
                  </a:lnTo>
                  <a:lnTo>
                    <a:pt x="8505" y="1431090"/>
                  </a:lnTo>
                  <a:lnTo>
                    <a:pt x="8505" y="1430842"/>
                  </a:lnTo>
                  <a:lnTo>
                    <a:pt x="8505" y="1430594"/>
                  </a:lnTo>
                  <a:lnTo>
                    <a:pt x="8505" y="1430346"/>
                  </a:lnTo>
                  <a:lnTo>
                    <a:pt x="8505" y="1430098"/>
                  </a:lnTo>
                  <a:lnTo>
                    <a:pt x="8505" y="1429850"/>
                  </a:lnTo>
                  <a:lnTo>
                    <a:pt x="8505" y="1429603"/>
                  </a:lnTo>
                  <a:lnTo>
                    <a:pt x="8505" y="1429355"/>
                  </a:lnTo>
                  <a:lnTo>
                    <a:pt x="8505" y="1429107"/>
                  </a:lnTo>
                  <a:lnTo>
                    <a:pt x="8505" y="1428859"/>
                  </a:lnTo>
                  <a:lnTo>
                    <a:pt x="8505" y="1428611"/>
                  </a:lnTo>
                  <a:lnTo>
                    <a:pt x="8505" y="1428363"/>
                  </a:lnTo>
                  <a:lnTo>
                    <a:pt x="8505" y="1428115"/>
                  </a:lnTo>
                  <a:lnTo>
                    <a:pt x="8505" y="1427867"/>
                  </a:lnTo>
                  <a:lnTo>
                    <a:pt x="8505" y="1427619"/>
                  </a:lnTo>
                  <a:lnTo>
                    <a:pt x="8505" y="1427371"/>
                  </a:lnTo>
                  <a:lnTo>
                    <a:pt x="8505" y="1427123"/>
                  </a:lnTo>
                  <a:lnTo>
                    <a:pt x="8505" y="1426875"/>
                  </a:lnTo>
                  <a:lnTo>
                    <a:pt x="8505" y="1426627"/>
                  </a:lnTo>
                  <a:lnTo>
                    <a:pt x="8505" y="1426379"/>
                  </a:lnTo>
                  <a:lnTo>
                    <a:pt x="8505" y="1426131"/>
                  </a:lnTo>
                  <a:lnTo>
                    <a:pt x="8505" y="1425883"/>
                  </a:lnTo>
                  <a:lnTo>
                    <a:pt x="8505" y="1425636"/>
                  </a:lnTo>
                  <a:lnTo>
                    <a:pt x="8505" y="1425388"/>
                  </a:lnTo>
                  <a:lnTo>
                    <a:pt x="8505" y="1425140"/>
                  </a:lnTo>
                  <a:lnTo>
                    <a:pt x="8505" y="1424892"/>
                  </a:lnTo>
                  <a:lnTo>
                    <a:pt x="8505" y="1424644"/>
                  </a:lnTo>
                  <a:lnTo>
                    <a:pt x="8505" y="1424396"/>
                  </a:lnTo>
                  <a:lnTo>
                    <a:pt x="8505" y="1424148"/>
                  </a:lnTo>
                  <a:lnTo>
                    <a:pt x="8505" y="1423900"/>
                  </a:lnTo>
                  <a:lnTo>
                    <a:pt x="8505" y="1423652"/>
                  </a:lnTo>
                  <a:lnTo>
                    <a:pt x="8505" y="1423404"/>
                  </a:lnTo>
                  <a:lnTo>
                    <a:pt x="8505" y="1423156"/>
                  </a:lnTo>
                  <a:lnTo>
                    <a:pt x="8505" y="1422908"/>
                  </a:lnTo>
                  <a:lnTo>
                    <a:pt x="8505" y="1422660"/>
                  </a:lnTo>
                  <a:lnTo>
                    <a:pt x="8505" y="1422412"/>
                  </a:lnTo>
                  <a:lnTo>
                    <a:pt x="8505" y="1422164"/>
                  </a:lnTo>
                  <a:lnTo>
                    <a:pt x="8505" y="1421916"/>
                  </a:lnTo>
                  <a:lnTo>
                    <a:pt x="8505" y="1421669"/>
                  </a:lnTo>
                  <a:lnTo>
                    <a:pt x="8505" y="1421421"/>
                  </a:lnTo>
                  <a:lnTo>
                    <a:pt x="8505" y="1421173"/>
                  </a:lnTo>
                  <a:lnTo>
                    <a:pt x="8505" y="1420925"/>
                  </a:lnTo>
                  <a:lnTo>
                    <a:pt x="8505" y="1420677"/>
                  </a:lnTo>
                  <a:lnTo>
                    <a:pt x="8505" y="1420429"/>
                  </a:lnTo>
                  <a:lnTo>
                    <a:pt x="8505" y="1420181"/>
                  </a:lnTo>
                  <a:lnTo>
                    <a:pt x="8505" y="1419933"/>
                  </a:lnTo>
                  <a:lnTo>
                    <a:pt x="8505" y="1419685"/>
                  </a:lnTo>
                  <a:lnTo>
                    <a:pt x="8505" y="1419437"/>
                  </a:lnTo>
                  <a:lnTo>
                    <a:pt x="8505" y="1419189"/>
                  </a:lnTo>
                  <a:lnTo>
                    <a:pt x="8505" y="1418941"/>
                  </a:lnTo>
                  <a:lnTo>
                    <a:pt x="8505" y="1418693"/>
                  </a:lnTo>
                  <a:lnTo>
                    <a:pt x="8505" y="1418445"/>
                  </a:lnTo>
                  <a:lnTo>
                    <a:pt x="8505" y="1418197"/>
                  </a:lnTo>
                  <a:lnTo>
                    <a:pt x="8505" y="1417949"/>
                  </a:lnTo>
                  <a:lnTo>
                    <a:pt x="8505" y="1417702"/>
                  </a:lnTo>
                  <a:lnTo>
                    <a:pt x="8505" y="1417454"/>
                  </a:lnTo>
                  <a:lnTo>
                    <a:pt x="8505" y="1417206"/>
                  </a:lnTo>
                  <a:lnTo>
                    <a:pt x="8505" y="1416958"/>
                  </a:lnTo>
                  <a:lnTo>
                    <a:pt x="8505" y="1416710"/>
                  </a:lnTo>
                  <a:lnTo>
                    <a:pt x="8505" y="1416462"/>
                  </a:lnTo>
                  <a:lnTo>
                    <a:pt x="8505" y="1416214"/>
                  </a:lnTo>
                  <a:lnTo>
                    <a:pt x="8505" y="1415966"/>
                  </a:lnTo>
                  <a:lnTo>
                    <a:pt x="8505" y="1415718"/>
                  </a:lnTo>
                  <a:lnTo>
                    <a:pt x="8505" y="1415470"/>
                  </a:lnTo>
                  <a:lnTo>
                    <a:pt x="8505" y="1415222"/>
                  </a:lnTo>
                  <a:lnTo>
                    <a:pt x="8505" y="1414974"/>
                  </a:lnTo>
                  <a:lnTo>
                    <a:pt x="8505" y="1414726"/>
                  </a:lnTo>
                  <a:lnTo>
                    <a:pt x="8505" y="1414478"/>
                  </a:lnTo>
                  <a:lnTo>
                    <a:pt x="8505" y="1414230"/>
                  </a:lnTo>
                  <a:lnTo>
                    <a:pt x="8505" y="1413982"/>
                  </a:lnTo>
                  <a:lnTo>
                    <a:pt x="8505" y="1413735"/>
                  </a:lnTo>
                  <a:lnTo>
                    <a:pt x="8505" y="1413487"/>
                  </a:lnTo>
                  <a:lnTo>
                    <a:pt x="8505" y="1413239"/>
                  </a:lnTo>
                  <a:lnTo>
                    <a:pt x="8505" y="1412991"/>
                  </a:lnTo>
                  <a:lnTo>
                    <a:pt x="8505" y="1412743"/>
                  </a:lnTo>
                  <a:lnTo>
                    <a:pt x="8505" y="1412495"/>
                  </a:lnTo>
                  <a:lnTo>
                    <a:pt x="8505" y="1412247"/>
                  </a:lnTo>
                  <a:lnTo>
                    <a:pt x="8505" y="1411999"/>
                  </a:lnTo>
                  <a:lnTo>
                    <a:pt x="8505" y="1411751"/>
                  </a:lnTo>
                  <a:lnTo>
                    <a:pt x="8505" y="1411503"/>
                  </a:lnTo>
                  <a:lnTo>
                    <a:pt x="8505" y="1411255"/>
                  </a:lnTo>
                  <a:lnTo>
                    <a:pt x="8505" y="1411007"/>
                  </a:lnTo>
                  <a:lnTo>
                    <a:pt x="8505" y="1410759"/>
                  </a:lnTo>
                  <a:lnTo>
                    <a:pt x="8505" y="1410511"/>
                  </a:lnTo>
                  <a:lnTo>
                    <a:pt x="8505" y="1410263"/>
                  </a:lnTo>
                  <a:lnTo>
                    <a:pt x="8505" y="1410016"/>
                  </a:lnTo>
                  <a:lnTo>
                    <a:pt x="8505" y="1409768"/>
                  </a:lnTo>
                  <a:lnTo>
                    <a:pt x="8505" y="1409520"/>
                  </a:lnTo>
                  <a:lnTo>
                    <a:pt x="8505" y="1409272"/>
                  </a:lnTo>
                  <a:lnTo>
                    <a:pt x="8505" y="1409024"/>
                  </a:lnTo>
                  <a:lnTo>
                    <a:pt x="8505" y="1408776"/>
                  </a:lnTo>
                  <a:lnTo>
                    <a:pt x="8505" y="1408528"/>
                  </a:lnTo>
                  <a:lnTo>
                    <a:pt x="8505" y="1408280"/>
                  </a:lnTo>
                  <a:lnTo>
                    <a:pt x="8505" y="1408032"/>
                  </a:lnTo>
                  <a:lnTo>
                    <a:pt x="8505" y="1407784"/>
                  </a:lnTo>
                  <a:lnTo>
                    <a:pt x="8505" y="1407536"/>
                  </a:lnTo>
                  <a:lnTo>
                    <a:pt x="8505" y="1407288"/>
                  </a:lnTo>
                  <a:lnTo>
                    <a:pt x="8505" y="1407040"/>
                  </a:lnTo>
                  <a:lnTo>
                    <a:pt x="8505" y="1406792"/>
                  </a:lnTo>
                  <a:lnTo>
                    <a:pt x="8505" y="1406544"/>
                  </a:lnTo>
                  <a:lnTo>
                    <a:pt x="8505" y="1406296"/>
                  </a:lnTo>
                  <a:lnTo>
                    <a:pt x="8505" y="1406049"/>
                  </a:lnTo>
                  <a:lnTo>
                    <a:pt x="8505" y="1405801"/>
                  </a:lnTo>
                  <a:lnTo>
                    <a:pt x="8505" y="1405553"/>
                  </a:lnTo>
                  <a:lnTo>
                    <a:pt x="8505" y="1405305"/>
                  </a:lnTo>
                  <a:lnTo>
                    <a:pt x="8505" y="1405057"/>
                  </a:lnTo>
                  <a:lnTo>
                    <a:pt x="8505" y="1404809"/>
                  </a:lnTo>
                  <a:lnTo>
                    <a:pt x="8505" y="1404561"/>
                  </a:lnTo>
                  <a:lnTo>
                    <a:pt x="8505" y="1404313"/>
                  </a:lnTo>
                  <a:lnTo>
                    <a:pt x="8505" y="1404065"/>
                  </a:lnTo>
                  <a:lnTo>
                    <a:pt x="8505" y="1403817"/>
                  </a:lnTo>
                  <a:lnTo>
                    <a:pt x="8505" y="1403569"/>
                  </a:lnTo>
                  <a:lnTo>
                    <a:pt x="8505" y="1403321"/>
                  </a:lnTo>
                  <a:lnTo>
                    <a:pt x="8505" y="1403073"/>
                  </a:lnTo>
                  <a:lnTo>
                    <a:pt x="8505" y="1402825"/>
                  </a:lnTo>
                  <a:lnTo>
                    <a:pt x="8505" y="1402577"/>
                  </a:lnTo>
                  <a:lnTo>
                    <a:pt x="8505" y="1402329"/>
                  </a:lnTo>
                  <a:lnTo>
                    <a:pt x="8505" y="1402082"/>
                  </a:lnTo>
                  <a:lnTo>
                    <a:pt x="8505" y="1401834"/>
                  </a:lnTo>
                  <a:lnTo>
                    <a:pt x="8505" y="1401586"/>
                  </a:lnTo>
                  <a:lnTo>
                    <a:pt x="8505" y="1401338"/>
                  </a:lnTo>
                  <a:lnTo>
                    <a:pt x="8505" y="1401090"/>
                  </a:lnTo>
                  <a:lnTo>
                    <a:pt x="8505" y="1400842"/>
                  </a:lnTo>
                  <a:lnTo>
                    <a:pt x="8505" y="1400594"/>
                  </a:lnTo>
                  <a:lnTo>
                    <a:pt x="8505" y="1400346"/>
                  </a:lnTo>
                  <a:lnTo>
                    <a:pt x="8505" y="1400098"/>
                  </a:lnTo>
                  <a:lnTo>
                    <a:pt x="8505" y="1399850"/>
                  </a:lnTo>
                  <a:lnTo>
                    <a:pt x="8505" y="1399602"/>
                  </a:lnTo>
                  <a:lnTo>
                    <a:pt x="8505" y="1399354"/>
                  </a:lnTo>
                  <a:lnTo>
                    <a:pt x="8505" y="1399106"/>
                  </a:lnTo>
                  <a:lnTo>
                    <a:pt x="8505" y="1398858"/>
                  </a:lnTo>
                  <a:lnTo>
                    <a:pt x="8505" y="1398610"/>
                  </a:lnTo>
                  <a:lnTo>
                    <a:pt x="8505" y="1398362"/>
                  </a:lnTo>
                  <a:lnTo>
                    <a:pt x="8505" y="1398115"/>
                  </a:lnTo>
                  <a:lnTo>
                    <a:pt x="8505" y="1397867"/>
                  </a:lnTo>
                  <a:lnTo>
                    <a:pt x="8505" y="1397619"/>
                  </a:lnTo>
                  <a:lnTo>
                    <a:pt x="8505" y="1397371"/>
                  </a:lnTo>
                  <a:lnTo>
                    <a:pt x="8505" y="1397123"/>
                  </a:lnTo>
                  <a:lnTo>
                    <a:pt x="8505" y="1396875"/>
                  </a:lnTo>
                  <a:lnTo>
                    <a:pt x="8505" y="1396627"/>
                  </a:lnTo>
                  <a:lnTo>
                    <a:pt x="8505" y="1396379"/>
                  </a:lnTo>
                  <a:lnTo>
                    <a:pt x="9214" y="1396379"/>
                  </a:lnTo>
                  <a:lnTo>
                    <a:pt x="9214" y="1396131"/>
                  </a:lnTo>
                  <a:lnTo>
                    <a:pt x="9214" y="1395883"/>
                  </a:lnTo>
                  <a:lnTo>
                    <a:pt x="9214" y="1395635"/>
                  </a:lnTo>
                  <a:lnTo>
                    <a:pt x="9214" y="1395387"/>
                  </a:lnTo>
                  <a:lnTo>
                    <a:pt x="9214" y="1395139"/>
                  </a:lnTo>
                  <a:lnTo>
                    <a:pt x="9214" y="1394891"/>
                  </a:lnTo>
                  <a:lnTo>
                    <a:pt x="9214" y="1394643"/>
                  </a:lnTo>
                  <a:lnTo>
                    <a:pt x="9214" y="1394395"/>
                  </a:lnTo>
                  <a:lnTo>
                    <a:pt x="9214" y="1394148"/>
                  </a:lnTo>
                  <a:lnTo>
                    <a:pt x="9214" y="1393900"/>
                  </a:lnTo>
                  <a:lnTo>
                    <a:pt x="9214" y="1393652"/>
                  </a:lnTo>
                  <a:lnTo>
                    <a:pt x="9214" y="1393404"/>
                  </a:lnTo>
                  <a:lnTo>
                    <a:pt x="9214" y="1393156"/>
                  </a:lnTo>
                  <a:lnTo>
                    <a:pt x="9214" y="1392908"/>
                  </a:lnTo>
                  <a:lnTo>
                    <a:pt x="9214" y="1392660"/>
                  </a:lnTo>
                  <a:lnTo>
                    <a:pt x="9214" y="1392412"/>
                  </a:lnTo>
                  <a:lnTo>
                    <a:pt x="9214" y="1392164"/>
                  </a:lnTo>
                  <a:lnTo>
                    <a:pt x="9214" y="1391916"/>
                  </a:lnTo>
                  <a:lnTo>
                    <a:pt x="9214" y="1391668"/>
                  </a:lnTo>
                  <a:lnTo>
                    <a:pt x="9214" y="1391420"/>
                  </a:lnTo>
                  <a:lnTo>
                    <a:pt x="9214" y="1391172"/>
                  </a:lnTo>
                  <a:lnTo>
                    <a:pt x="9214" y="1390924"/>
                  </a:lnTo>
                  <a:lnTo>
                    <a:pt x="9214" y="1390676"/>
                  </a:lnTo>
                  <a:lnTo>
                    <a:pt x="9214" y="1390429"/>
                  </a:lnTo>
                  <a:lnTo>
                    <a:pt x="9214" y="1390181"/>
                  </a:lnTo>
                  <a:lnTo>
                    <a:pt x="9214" y="1389933"/>
                  </a:lnTo>
                  <a:lnTo>
                    <a:pt x="9214" y="1389685"/>
                  </a:lnTo>
                  <a:lnTo>
                    <a:pt x="9214" y="1389437"/>
                  </a:lnTo>
                  <a:lnTo>
                    <a:pt x="9214" y="1389189"/>
                  </a:lnTo>
                  <a:lnTo>
                    <a:pt x="9214" y="1388941"/>
                  </a:lnTo>
                  <a:lnTo>
                    <a:pt x="9214" y="1388693"/>
                  </a:lnTo>
                  <a:lnTo>
                    <a:pt x="9214" y="1388445"/>
                  </a:lnTo>
                  <a:lnTo>
                    <a:pt x="9214" y="1388197"/>
                  </a:lnTo>
                  <a:lnTo>
                    <a:pt x="9214" y="1387949"/>
                  </a:lnTo>
                  <a:lnTo>
                    <a:pt x="9214" y="1387701"/>
                  </a:lnTo>
                  <a:lnTo>
                    <a:pt x="9214" y="1387453"/>
                  </a:lnTo>
                  <a:lnTo>
                    <a:pt x="9214" y="1387205"/>
                  </a:lnTo>
                  <a:lnTo>
                    <a:pt x="9923" y="1387205"/>
                  </a:lnTo>
                  <a:lnTo>
                    <a:pt x="9923" y="1386957"/>
                  </a:lnTo>
                  <a:lnTo>
                    <a:pt x="9923" y="1386709"/>
                  </a:lnTo>
                  <a:lnTo>
                    <a:pt x="9923" y="1386462"/>
                  </a:lnTo>
                  <a:lnTo>
                    <a:pt x="9923" y="1386214"/>
                  </a:lnTo>
                  <a:lnTo>
                    <a:pt x="9923" y="1385966"/>
                  </a:lnTo>
                  <a:lnTo>
                    <a:pt x="9923" y="1385718"/>
                  </a:lnTo>
                  <a:lnTo>
                    <a:pt x="9923" y="1385470"/>
                  </a:lnTo>
                  <a:lnTo>
                    <a:pt x="9923" y="1385222"/>
                  </a:lnTo>
                  <a:lnTo>
                    <a:pt x="9923" y="1384974"/>
                  </a:lnTo>
                  <a:lnTo>
                    <a:pt x="9923" y="1384726"/>
                  </a:lnTo>
                  <a:lnTo>
                    <a:pt x="9923" y="1384478"/>
                  </a:lnTo>
                  <a:lnTo>
                    <a:pt x="9923" y="1384230"/>
                  </a:lnTo>
                  <a:lnTo>
                    <a:pt x="9923" y="1383982"/>
                  </a:lnTo>
                  <a:lnTo>
                    <a:pt x="9923" y="1383734"/>
                  </a:lnTo>
                  <a:lnTo>
                    <a:pt x="9923" y="1383486"/>
                  </a:lnTo>
                  <a:lnTo>
                    <a:pt x="9923" y="1383238"/>
                  </a:lnTo>
                  <a:lnTo>
                    <a:pt x="9923" y="1382990"/>
                  </a:lnTo>
                  <a:lnTo>
                    <a:pt x="9923" y="1382742"/>
                  </a:lnTo>
                  <a:lnTo>
                    <a:pt x="9923" y="1382495"/>
                  </a:lnTo>
                  <a:lnTo>
                    <a:pt x="9923" y="1382247"/>
                  </a:lnTo>
                  <a:lnTo>
                    <a:pt x="9923" y="1381999"/>
                  </a:lnTo>
                  <a:lnTo>
                    <a:pt x="9923" y="1381751"/>
                  </a:lnTo>
                  <a:lnTo>
                    <a:pt x="9923" y="1381503"/>
                  </a:lnTo>
                  <a:lnTo>
                    <a:pt x="9923" y="1381255"/>
                  </a:lnTo>
                  <a:lnTo>
                    <a:pt x="9923" y="1381007"/>
                  </a:lnTo>
                  <a:lnTo>
                    <a:pt x="9923" y="1380759"/>
                  </a:lnTo>
                  <a:lnTo>
                    <a:pt x="9923" y="1380511"/>
                  </a:lnTo>
                  <a:lnTo>
                    <a:pt x="9923" y="1380263"/>
                  </a:lnTo>
                  <a:lnTo>
                    <a:pt x="9923" y="1380015"/>
                  </a:lnTo>
                  <a:lnTo>
                    <a:pt x="9923" y="1379767"/>
                  </a:lnTo>
                  <a:lnTo>
                    <a:pt x="9923" y="1379519"/>
                  </a:lnTo>
                  <a:lnTo>
                    <a:pt x="9923" y="1379271"/>
                  </a:lnTo>
                  <a:lnTo>
                    <a:pt x="9923" y="1379023"/>
                  </a:lnTo>
                  <a:lnTo>
                    <a:pt x="9923" y="1378775"/>
                  </a:lnTo>
                  <a:lnTo>
                    <a:pt x="9923" y="1378528"/>
                  </a:lnTo>
                  <a:lnTo>
                    <a:pt x="9923" y="1378280"/>
                  </a:lnTo>
                  <a:lnTo>
                    <a:pt x="9923" y="1378032"/>
                  </a:lnTo>
                  <a:lnTo>
                    <a:pt x="9923" y="1377784"/>
                  </a:lnTo>
                  <a:lnTo>
                    <a:pt x="9923" y="1377536"/>
                  </a:lnTo>
                  <a:lnTo>
                    <a:pt x="9923" y="1377288"/>
                  </a:lnTo>
                  <a:lnTo>
                    <a:pt x="9923" y="1377040"/>
                  </a:lnTo>
                  <a:lnTo>
                    <a:pt x="9923" y="1376792"/>
                  </a:lnTo>
                  <a:lnTo>
                    <a:pt x="9923" y="1376544"/>
                  </a:lnTo>
                  <a:lnTo>
                    <a:pt x="9923" y="1376296"/>
                  </a:lnTo>
                  <a:lnTo>
                    <a:pt x="9923" y="1376048"/>
                  </a:lnTo>
                  <a:lnTo>
                    <a:pt x="9923" y="1375800"/>
                  </a:lnTo>
                  <a:lnTo>
                    <a:pt x="9923" y="1375552"/>
                  </a:lnTo>
                  <a:lnTo>
                    <a:pt x="9923" y="1375304"/>
                  </a:lnTo>
                  <a:lnTo>
                    <a:pt x="9923" y="1375056"/>
                  </a:lnTo>
                  <a:lnTo>
                    <a:pt x="9923" y="1374809"/>
                  </a:lnTo>
                  <a:lnTo>
                    <a:pt x="9923" y="1374561"/>
                  </a:lnTo>
                  <a:lnTo>
                    <a:pt x="9923" y="1374313"/>
                  </a:lnTo>
                  <a:lnTo>
                    <a:pt x="9923" y="1374065"/>
                  </a:lnTo>
                  <a:lnTo>
                    <a:pt x="9923" y="1373817"/>
                  </a:lnTo>
                  <a:lnTo>
                    <a:pt x="9923" y="1373569"/>
                  </a:lnTo>
                  <a:lnTo>
                    <a:pt x="9923" y="1373321"/>
                  </a:lnTo>
                  <a:lnTo>
                    <a:pt x="9923" y="1373073"/>
                  </a:lnTo>
                  <a:lnTo>
                    <a:pt x="9923" y="1372825"/>
                  </a:lnTo>
                  <a:lnTo>
                    <a:pt x="9923" y="1372577"/>
                  </a:lnTo>
                  <a:lnTo>
                    <a:pt x="9923" y="1372329"/>
                  </a:lnTo>
                  <a:lnTo>
                    <a:pt x="9923" y="1372081"/>
                  </a:lnTo>
                  <a:lnTo>
                    <a:pt x="9923" y="1371833"/>
                  </a:lnTo>
                  <a:lnTo>
                    <a:pt x="9923" y="1371585"/>
                  </a:lnTo>
                  <a:lnTo>
                    <a:pt x="9923" y="1371337"/>
                  </a:lnTo>
                  <a:lnTo>
                    <a:pt x="9923" y="1371089"/>
                  </a:lnTo>
                  <a:lnTo>
                    <a:pt x="9923" y="1370842"/>
                  </a:lnTo>
                  <a:lnTo>
                    <a:pt x="10632" y="1370842"/>
                  </a:lnTo>
                  <a:lnTo>
                    <a:pt x="10632" y="1370594"/>
                  </a:lnTo>
                  <a:lnTo>
                    <a:pt x="10632" y="1370346"/>
                  </a:lnTo>
                  <a:lnTo>
                    <a:pt x="10632" y="1370098"/>
                  </a:lnTo>
                  <a:lnTo>
                    <a:pt x="10632" y="1369850"/>
                  </a:lnTo>
                  <a:lnTo>
                    <a:pt x="10632" y="1369602"/>
                  </a:lnTo>
                  <a:lnTo>
                    <a:pt x="10632" y="1369354"/>
                  </a:lnTo>
                  <a:lnTo>
                    <a:pt x="10632" y="1369106"/>
                  </a:lnTo>
                  <a:lnTo>
                    <a:pt x="10632" y="1368858"/>
                  </a:lnTo>
                  <a:lnTo>
                    <a:pt x="10632" y="1368610"/>
                  </a:lnTo>
                  <a:lnTo>
                    <a:pt x="10632" y="1368362"/>
                  </a:lnTo>
                  <a:lnTo>
                    <a:pt x="10632" y="1368114"/>
                  </a:lnTo>
                  <a:lnTo>
                    <a:pt x="10632" y="1367866"/>
                  </a:lnTo>
                  <a:lnTo>
                    <a:pt x="10632" y="1367618"/>
                  </a:lnTo>
                  <a:lnTo>
                    <a:pt x="10632" y="1367370"/>
                  </a:lnTo>
                  <a:lnTo>
                    <a:pt x="10632" y="1367122"/>
                  </a:lnTo>
                  <a:lnTo>
                    <a:pt x="10632" y="1366875"/>
                  </a:lnTo>
                  <a:lnTo>
                    <a:pt x="10632" y="1366627"/>
                  </a:lnTo>
                  <a:lnTo>
                    <a:pt x="10632" y="1366379"/>
                  </a:lnTo>
                  <a:lnTo>
                    <a:pt x="10632" y="1366131"/>
                  </a:lnTo>
                  <a:lnTo>
                    <a:pt x="10632" y="1365883"/>
                  </a:lnTo>
                  <a:lnTo>
                    <a:pt x="10632" y="1365635"/>
                  </a:lnTo>
                  <a:lnTo>
                    <a:pt x="10632" y="1365387"/>
                  </a:lnTo>
                  <a:lnTo>
                    <a:pt x="10632" y="1365139"/>
                  </a:lnTo>
                  <a:lnTo>
                    <a:pt x="10632" y="1364891"/>
                  </a:lnTo>
                  <a:lnTo>
                    <a:pt x="10632" y="1364643"/>
                  </a:lnTo>
                  <a:lnTo>
                    <a:pt x="10632" y="1364395"/>
                  </a:lnTo>
                  <a:lnTo>
                    <a:pt x="10632" y="1364147"/>
                  </a:lnTo>
                  <a:lnTo>
                    <a:pt x="10632" y="1363899"/>
                  </a:lnTo>
                  <a:lnTo>
                    <a:pt x="10632" y="1363651"/>
                  </a:lnTo>
                  <a:lnTo>
                    <a:pt x="10632" y="1363403"/>
                  </a:lnTo>
                  <a:lnTo>
                    <a:pt x="10632" y="1363155"/>
                  </a:lnTo>
                  <a:lnTo>
                    <a:pt x="10632" y="1362908"/>
                  </a:lnTo>
                  <a:lnTo>
                    <a:pt x="10632" y="1362660"/>
                  </a:lnTo>
                  <a:lnTo>
                    <a:pt x="10632" y="1362412"/>
                  </a:lnTo>
                  <a:lnTo>
                    <a:pt x="10632" y="1362164"/>
                  </a:lnTo>
                  <a:lnTo>
                    <a:pt x="10632" y="1361916"/>
                  </a:lnTo>
                  <a:lnTo>
                    <a:pt x="10632" y="1361668"/>
                  </a:lnTo>
                  <a:lnTo>
                    <a:pt x="10632" y="1361420"/>
                  </a:lnTo>
                  <a:lnTo>
                    <a:pt x="10632" y="1361172"/>
                  </a:lnTo>
                  <a:lnTo>
                    <a:pt x="10632" y="1360924"/>
                  </a:lnTo>
                  <a:lnTo>
                    <a:pt x="10632" y="1360676"/>
                  </a:lnTo>
                  <a:lnTo>
                    <a:pt x="10632" y="1360428"/>
                  </a:lnTo>
                  <a:lnTo>
                    <a:pt x="10632" y="1360180"/>
                  </a:lnTo>
                  <a:lnTo>
                    <a:pt x="10632" y="1359932"/>
                  </a:lnTo>
                  <a:lnTo>
                    <a:pt x="10632" y="1359684"/>
                  </a:lnTo>
                  <a:lnTo>
                    <a:pt x="10632" y="1359436"/>
                  </a:lnTo>
                  <a:lnTo>
                    <a:pt x="11341" y="1359436"/>
                  </a:lnTo>
                  <a:lnTo>
                    <a:pt x="11341" y="1359188"/>
                  </a:lnTo>
                  <a:lnTo>
                    <a:pt x="11341" y="1358941"/>
                  </a:lnTo>
                  <a:lnTo>
                    <a:pt x="11341" y="1358693"/>
                  </a:lnTo>
                  <a:lnTo>
                    <a:pt x="11341" y="1358445"/>
                  </a:lnTo>
                  <a:lnTo>
                    <a:pt x="11341" y="1358197"/>
                  </a:lnTo>
                  <a:lnTo>
                    <a:pt x="11341" y="1357949"/>
                  </a:lnTo>
                  <a:lnTo>
                    <a:pt x="11341" y="1357701"/>
                  </a:lnTo>
                  <a:lnTo>
                    <a:pt x="11341" y="1357453"/>
                  </a:lnTo>
                  <a:lnTo>
                    <a:pt x="11341" y="1357205"/>
                  </a:lnTo>
                  <a:lnTo>
                    <a:pt x="11341" y="1356957"/>
                  </a:lnTo>
                  <a:lnTo>
                    <a:pt x="11341" y="1356709"/>
                  </a:lnTo>
                  <a:lnTo>
                    <a:pt x="11341" y="1356461"/>
                  </a:lnTo>
                  <a:lnTo>
                    <a:pt x="11341" y="1356213"/>
                  </a:lnTo>
                  <a:lnTo>
                    <a:pt x="11341" y="1355965"/>
                  </a:lnTo>
                  <a:lnTo>
                    <a:pt x="11341" y="1355717"/>
                  </a:lnTo>
                  <a:lnTo>
                    <a:pt x="11341" y="1355469"/>
                  </a:lnTo>
                  <a:lnTo>
                    <a:pt x="11341" y="1355222"/>
                  </a:lnTo>
                  <a:lnTo>
                    <a:pt x="11341" y="1354974"/>
                  </a:lnTo>
                  <a:lnTo>
                    <a:pt x="11341" y="1354726"/>
                  </a:lnTo>
                  <a:lnTo>
                    <a:pt x="11341" y="1354478"/>
                  </a:lnTo>
                  <a:lnTo>
                    <a:pt x="11341" y="1354230"/>
                  </a:lnTo>
                  <a:lnTo>
                    <a:pt x="11341" y="1353982"/>
                  </a:lnTo>
                  <a:lnTo>
                    <a:pt x="11341" y="1353734"/>
                  </a:lnTo>
                  <a:lnTo>
                    <a:pt x="11341" y="1353486"/>
                  </a:lnTo>
                  <a:lnTo>
                    <a:pt x="11341" y="1353238"/>
                  </a:lnTo>
                  <a:lnTo>
                    <a:pt x="11341" y="1352990"/>
                  </a:lnTo>
                  <a:lnTo>
                    <a:pt x="11341" y="1352742"/>
                  </a:lnTo>
                  <a:lnTo>
                    <a:pt x="11341" y="1352494"/>
                  </a:lnTo>
                  <a:lnTo>
                    <a:pt x="11341" y="1352246"/>
                  </a:lnTo>
                  <a:lnTo>
                    <a:pt x="11341" y="1351998"/>
                  </a:lnTo>
                  <a:lnTo>
                    <a:pt x="11341" y="1351750"/>
                  </a:lnTo>
                  <a:lnTo>
                    <a:pt x="11341" y="1351502"/>
                  </a:lnTo>
                  <a:lnTo>
                    <a:pt x="11341" y="1351255"/>
                  </a:lnTo>
                  <a:lnTo>
                    <a:pt x="11341" y="1351007"/>
                  </a:lnTo>
                  <a:lnTo>
                    <a:pt x="11341" y="1350759"/>
                  </a:lnTo>
                  <a:lnTo>
                    <a:pt x="11341" y="1350511"/>
                  </a:lnTo>
                  <a:lnTo>
                    <a:pt x="11341" y="1350263"/>
                  </a:lnTo>
                  <a:lnTo>
                    <a:pt x="11341" y="1350015"/>
                  </a:lnTo>
                  <a:lnTo>
                    <a:pt x="11341" y="1349767"/>
                  </a:lnTo>
                  <a:lnTo>
                    <a:pt x="11341" y="1349519"/>
                  </a:lnTo>
                  <a:lnTo>
                    <a:pt x="11341" y="1349271"/>
                  </a:lnTo>
                  <a:lnTo>
                    <a:pt x="11341" y="1349023"/>
                  </a:lnTo>
                  <a:lnTo>
                    <a:pt x="11341" y="1348775"/>
                  </a:lnTo>
                  <a:lnTo>
                    <a:pt x="11341" y="1348527"/>
                  </a:lnTo>
                  <a:lnTo>
                    <a:pt x="11341" y="1348279"/>
                  </a:lnTo>
                  <a:lnTo>
                    <a:pt x="11341" y="1348031"/>
                  </a:lnTo>
                  <a:lnTo>
                    <a:pt x="11341" y="1347783"/>
                  </a:lnTo>
                  <a:lnTo>
                    <a:pt x="11341" y="1347535"/>
                  </a:lnTo>
                  <a:lnTo>
                    <a:pt x="11341" y="1347288"/>
                  </a:lnTo>
                  <a:lnTo>
                    <a:pt x="11341" y="1347040"/>
                  </a:lnTo>
                  <a:lnTo>
                    <a:pt x="11341" y="1346792"/>
                  </a:lnTo>
                  <a:lnTo>
                    <a:pt x="11341" y="1346544"/>
                  </a:lnTo>
                  <a:lnTo>
                    <a:pt x="11341" y="1346296"/>
                  </a:lnTo>
                  <a:lnTo>
                    <a:pt x="11341" y="1346048"/>
                  </a:lnTo>
                  <a:lnTo>
                    <a:pt x="11341" y="1345800"/>
                  </a:lnTo>
                  <a:lnTo>
                    <a:pt x="11341" y="1345552"/>
                  </a:lnTo>
                  <a:lnTo>
                    <a:pt x="11341" y="1345304"/>
                  </a:lnTo>
                  <a:lnTo>
                    <a:pt x="11341" y="1345056"/>
                  </a:lnTo>
                  <a:lnTo>
                    <a:pt x="11341" y="1344808"/>
                  </a:lnTo>
                  <a:lnTo>
                    <a:pt x="11341" y="1344560"/>
                  </a:lnTo>
                  <a:lnTo>
                    <a:pt x="11341" y="1344312"/>
                  </a:lnTo>
                  <a:lnTo>
                    <a:pt x="11341" y="1344064"/>
                  </a:lnTo>
                  <a:lnTo>
                    <a:pt x="11341" y="1343816"/>
                  </a:lnTo>
                  <a:lnTo>
                    <a:pt x="11341" y="1343568"/>
                  </a:lnTo>
                  <a:lnTo>
                    <a:pt x="11341" y="1343321"/>
                  </a:lnTo>
                  <a:lnTo>
                    <a:pt x="11341" y="1343073"/>
                  </a:lnTo>
                  <a:lnTo>
                    <a:pt x="11341" y="1342825"/>
                  </a:lnTo>
                  <a:lnTo>
                    <a:pt x="11341" y="1342577"/>
                  </a:lnTo>
                  <a:lnTo>
                    <a:pt x="11341" y="1342329"/>
                  </a:lnTo>
                  <a:lnTo>
                    <a:pt x="11341" y="1342081"/>
                  </a:lnTo>
                  <a:lnTo>
                    <a:pt x="11341" y="1341833"/>
                  </a:lnTo>
                  <a:lnTo>
                    <a:pt x="11341" y="1341585"/>
                  </a:lnTo>
                  <a:lnTo>
                    <a:pt x="11341" y="1341337"/>
                  </a:lnTo>
                  <a:lnTo>
                    <a:pt x="11341" y="1341089"/>
                  </a:lnTo>
                  <a:lnTo>
                    <a:pt x="11341" y="1340841"/>
                  </a:lnTo>
                  <a:lnTo>
                    <a:pt x="11341" y="1340593"/>
                  </a:lnTo>
                  <a:lnTo>
                    <a:pt x="11341" y="1340345"/>
                  </a:lnTo>
                  <a:lnTo>
                    <a:pt x="11341" y="1340097"/>
                  </a:lnTo>
                  <a:lnTo>
                    <a:pt x="11341" y="1339849"/>
                  </a:lnTo>
                  <a:lnTo>
                    <a:pt x="11341" y="1339601"/>
                  </a:lnTo>
                  <a:lnTo>
                    <a:pt x="11341" y="1339354"/>
                  </a:lnTo>
                  <a:lnTo>
                    <a:pt x="11341" y="1339106"/>
                  </a:lnTo>
                  <a:lnTo>
                    <a:pt x="11341" y="1338858"/>
                  </a:lnTo>
                  <a:lnTo>
                    <a:pt x="11341" y="1338610"/>
                  </a:lnTo>
                  <a:lnTo>
                    <a:pt x="11341" y="1338362"/>
                  </a:lnTo>
                  <a:lnTo>
                    <a:pt x="11341" y="1338114"/>
                  </a:lnTo>
                  <a:lnTo>
                    <a:pt x="11341" y="1337866"/>
                  </a:lnTo>
                  <a:lnTo>
                    <a:pt x="11341" y="1337618"/>
                  </a:lnTo>
                  <a:lnTo>
                    <a:pt x="11341" y="1337370"/>
                  </a:lnTo>
                  <a:lnTo>
                    <a:pt x="11341" y="1337122"/>
                  </a:lnTo>
                  <a:lnTo>
                    <a:pt x="11341" y="1336874"/>
                  </a:lnTo>
                  <a:lnTo>
                    <a:pt x="11341" y="1336626"/>
                  </a:lnTo>
                  <a:lnTo>
                    <a:pt x="11341" y="1336378"/>
                  </a:lnTo>
                  <a:lnTo>
                    <a:pt x="11341" y="1336130"/>
                  </a:lnTo>
                  <a:lnTo>
                    <a:pt x="11341" y="1335882"/>
                  </a:lnTo>
                  <a:lnTo>
                    <a:pt x="11341" y="1335635"/>
                  </a:lnTo>
                  <a:lnTo>
                    <a:pt x="11341" y="1335387"/>
                  </a:lnTo>
                  <a:lnTo>
                    <a:pt x="11341" y="1335139"/>
                  </a:lnTo>
                  <a:lnTo>
                    <a:pt x="11341" y="1334891"/>
                  </a:lnTo>
                  <a:lnTo>
                    <a:pt x="11341" y="1334643"/>
                  </a:lnTo>
                  <a:lnTo>
                    <a:pt x="11341" y="1334395"/>
                  </a:lnTo>
                  <a:lnTo>
                    <a:pt x="11341" y="1334147"/>
                  </a:lnTo>
                  <a:lnTo>
                    <a:pt x="11341" y="1333899"/>
                  </a:lnTo>
                  <a:lnTo>
                    <a:pt x="11341" y="1333651"/>
                  </a:lnTo>
                  <a:lnTo>
                    <a:pt x="11341" y="1333403"/>
                  </a:lnTo>
                  <a:lnTo>
                    <a:pt x="11341" y="1333155"/>
                  </a:lnTo>
                  <a:lnTo>
                    <a:pt x="11341" y="1332907"/>
                  </a:lnTo>
                  <a:lnTo>
                    <a:pt x="11341" y="1332659"/>
                  </a:lnTo>
                  <a:lnTo>
                    <a:pt x="11341" y="1332411"/>
                  </a:lnTo>
                  <a:lnTo>
                    <a:pt x="11341" y="1332163"/>
                  </a:lnTo>
                  <a:lnTo>
                    <a:pt x="11341" y="1331915"/>
                  </a:lnTo>
                  <a:lnTo>
                    <a:pt x="11341" y="1331668"/>
                  </a:lnTo>
                  <a:lnTo>
                    <a:pt x="11341" y="1331420"/>
                  </a:lnTo>
                  <a:lnTo>
                    <a:pt x="11341" y="1331172"/>
                  </a:lnTo>
                  <a:lnTo>
                    <a:pt x="11341" y="1330924"/>
                  </a:lnTo>
                  <a:lnTo>
                    <a:pt x="11341" y="1330676"/>
                  </a:lnTo>
                  <a:lnTo>
                    <a:pt x="11341" y="1330428"/>
                  </a:lnTo>
                  <a:lnTo>
                    <a:pt x="11341" y="1330180"/>
                  </a:lnTo>
                  <a:lnTo>
                    <a:pt x="11341" y="1329932"/>
                  </a:lnTo>
                  <a:lnTo>
                    <a:pt x="11341" y="1329684"/>
                  </a:lnTo>
                  <a:lnTo>
                    <a:pt x="11341" y="1329436"/>
                  </a:lnTo>
                  <a:lnTo>
                    <a:pt x="11341" y="1329188"/>
                  </a:lnTo>
                  <a:lnTo>
                    <a:pt x="11341" y="1328940"/>
                  </a:lnTo>
                  <a:lnTo>
                    <a:pt x="11341" y="1328692"/>
                  </a:lnTo>
                  <a:lnTo>
                    <a:pt x="11341" y="1328444"/>
                  </a:lnTo>
                  <a:lnTo>
                    <a:pt x="11341" y="1328196"/>
                  </a:lnTo>
                  <a:lnTo>
                    <a:pt x="11341" y="1327948"/>
                  </a:lnTo>
                  <a:lnTo>
                    <a:pt x="11341" y="1327701"/>
                  </a:lnTo>
                  <a:lnTo>
                    <a:pt x="11341" y="1327453"/>
                  </a:lnTo>
                  <a:lnTo>
                    <a:pt x="11341" y="1327205"/>
                  </a:lnTo>
                  <a:lnTo>
                    <a:pt x="11341" y="1326957"/>
                  </a:lnTo>
                  <a:lnTo>
                    <a:pt x="11341" y="1326709"/>
                  </a:lnTo>
                  <a:lnTo>
                    <a:pt x="11341" y="1326461"/>
                  </a:lnTo>
                  <a:lnTo>
                    <a:pt x="11341" y="1326213"/>
                  </a:lnTo>
                  <a:lnTo>
                    <a:pt x="11341" y="1325965"/>
                  </a:lnTo>
                  <a:lnTo>
                    <a:pt x="11341" y="1325717"/>
                  </a:lnTo>
                  <a:lnTo>
                    <a:pt x="11341" y="1325469"/>
                  </a:lnTo>
                  <a:lnTo>
                    <a:pt x="11341" y="1325221"/>
                  </a:lnTo>
                  <a:lnTo>
                    <a:pt x="11341" y="1324973"/>
                  </a:lnTo>
                  <a:lnTo>
                    <a:pt x="11341" y="1324725"/>
                  </a:lnTo>
                  <a:lnTo>
                    <a:pt x="11341" y="1324477"/>
                  </a:lnTo>
                  <a:lnTo>
                    <a:pt x="11341" y="1324229"/>
                  </a:lnTo>
                  <a:lnTo>
                    <a:pt x="11341" y="1323981"/>
                  </a:lnTo>
                  <a:lnTo>
                    <a:pt x="11341" y="1323734"/>
                  </a:lnTo>
                  <a:lnTo>
                    <a:pt x="11341" y="1323486"/>
                  </a:lnTo>
                  <a:lnTo>
                    <a:pt x="11341" y="1323238"/>
                  </a:lnTo>
                  <a:lnTo>
                    <a:pt x="11341" y="1322990"/>
                  </a:lnTo>
                  <a:lnTo>
                    <a:pt x="11341" y="1322742"/>
                  </a:lnTo>
                  <a:lnTo>
                    <a:pt x="11341" y="1322494"/>
                  </a:lnTo>
                  <a:lnTo>
                    <a:pt x="11341" y="1322246"/>
                  </a:lnTo>
                  <a:lnTo>
                    <a:pt x="11341" y="1321998"/>
                  </a:lnTo>
                  <a:lnTo>
                    <a:pt x="11341" y="1321750"/>
                  </a:lnTo>
                  <a:lnTo>
                    <a:pt x="11341" y="1321502"/>
                  </a:lnTo>
                  <a:lnTo>
                    <a:pt x="11341" y="1321254"/>
                  </a:lnTo>
                  <a:lnTo>
                    <a:pt x="11341" y="1321006"/>
                  </a:lnTo>
                  <a:lnTo>
                    <a:pt x="11341" y="1320758"/>
                  </a:lnTo>
                  <a:lnTo>
                    <a:pt x="11341" y="1320510"/>
                  </a:lnTo>
                  <a:lnTo>
                    <a:pt x="11341" y="1320262"/>
                  </a:lnTo>
                  <a:lnTo>
                    <a:pt x="11341" y="1320014"/>
                  </a:lnTo>
                  <a:lnTo>
                    <a:pt x="11341" y="1319767"/>
                  </a:lnTo>
                  <a:lnTo>
                    <a:pt x="11341" y="1319519"/>
                  </a:lnTo>
                  <a:lnTo>
                    <a:pt x="11341" y="1319271"/>
                  </a:lnTo>
                  <a:lnTo>
                    <a:pt x="11341" y="1319023"/>
                  </a:lnTo>
                  <a:lnTo>
                    <a:pt x="11341" y="1318775"/>
                  </a:lnTo>
                  <a:lnTo>
                    <a:pt x="11341" y="1318527"/>
                  </a:lnTo>
                  <a:lnTo>
                    <a:pt x="11341" y="1318279"/>
                  </a:lnTo>
                  <a:lnTo>
                    <a:pt x="11341" y="1318031"/>
                  </a:lnTo>
                  <a:lnTo>
                    <a:pt x="11341" y="1317783"/>
                  </a:lnTo>
                  <a:lnTo>
                    <a:pt x="11341" y="1317535"/>
                  </a:lnTo>
                  <a:lnTo>
                    <a:pt x="11341" y="1317287"/>
                  </a:lnTo>
                  <a:lnTo>
                    <a:pt x="11341" y="1317039"/>
                  </a:lnTo>
                  <a:lnTo>
                    <a:pt x="11341" y="1316791"/>
                  </a:lnTo>
                  <a:lnTo>
                    <a:pt x="11341" y="1316543"/>
                  </a:lnTo>
                  <a:lnTo>
                    <a:pt x="11341" y="1316295"/>
                  </a:lnTo>
                  <a:lnTo>
                    <a:pt x="11341" y="1316048"/>
                  </a:lnTo>
                  <a:lnTo>
                    <a:pt x="11341" y="1315800"/>
                  </a:lnTo>
                  <a:lnTo>
                    <a:pt x="11341" y="1315552"/>
                  </a:lnTo>
                  <a:lnTo>
                    <a:pt x="11341" y="1315304"/>
                  </a:lnTo>
                  <a:lnTo>
                    <a:pt x="11341" y="1315056"/>
                  </a:lnTo>
                  <a:lnTo>
                    <a:pt x="11341" y="1314808"/>
                  </a:lnTo>
                  <a:lnTo>
                    <a:pt x="11341" y="1314560"/>
                  </a:lnTo>
                  <a:lnTo>
                    <a:pt x="11341" y="1314312"/>
                  </a:lnTo>
                  <a:lnTo>
                    <a:pt x="11341" y="1314064"/>
                  </a:lnTo>
                  <a:lnTo>
                    <a:pt x="11341" y="1313816"/>
                  </a:lnTo>
                  <a:lnTo>
                    <a:pt x="11341" y="1313568"/>
                  </a:lnTo>
                  <a:lnTo>
                    <a:pt x="11341" y="1313320"/>
                  </a:lnTo>
                  <a:lnTo>
                    <a:pt x="11341" y="1313072"/>
                  </a:lnTo>
                  <a:lnTo>
                    <a:pt x="11341" y="1312824"/>
                  </a:lnTo>
                  <a:lnTo>
                    <a:pt x="11341" y="1312576"/>
                  </a:lnTo>
                  <a:lnTo>
                    <a:pt x="11341" y="1312328"/>
                  </a:lnTo>
                  <a:lnTo>
                    <a:pt x="11341" y="1312081"/>
                  </a:lnTo>
                  <a:lnTo>
                    <a:pt x="11341" y="1311833"/>
                  </a:lnTo>
                  <a:lnTo>
                    <a:pt x="11341" y="1311585"/>
                  </a:lnTo>
                  <a:lnTo>
                    <a:pt x="11341" y="1311337"/>
                  </a:lnTo>
                  <a:lnTo>
                    <a:pt x="11341" y="1311089"/>
                  </a:lnTo>
                  <a:lnTo>
                    <a:pt x="11341" y="1310841"/>
                  </a:lnTo>
                  <a:lnTo>
                    <a:pt x="11341" y="1310593"/>
                  </a:lnTo>
                  <a:lnTo>
                    <a:pt x="11341" y="1310345"/>
                  </a:lnTo>
                  <a:lnTo>
                    <a:pt x="11341" y="1310097"/>
                  </a:lnTo>
                  <a:lnTo>
                    <a:pt x="11341" y="1309849"/>
                  </a:lnTo>
                  <a:lnTo>
                    <a:pt x="11341" y="1309601"/>
                  </a:lnTo>
                  <a:lnTo>
                    <a:pt x="11341" y="1309353"/>
                  </a:lnTo>
                  <a:lnTo>
                    <a:pt x="11341" y="1309105"/>
                  </a:lnTo>
                  <a:lnTo>
                    <a:pt x="11341" y="1308857"/>
                  </a:lnTo>
                  <a:lnTo>
                    <a:pt x="11341" y="1308609"/>
                  </a:lnTo>
                  <a:lnTo>
                    <a:pt x="11341" y="1308361"/>
                  </a:lnTo>
                  <a:lnTo>
                    <a:pt x="11341" y="1308114"/>
                  </a:lnTo>
                  <a:lnTo>
                    <a:pt x="11341" y="1307866"/>
                  </a:lnTo>
                  <a:lnTo>
                    <a:pt x="11341" y="1307618"/>
                  </a:lnTo>
                  <a:lnTo>
                    <a:pt x="11341" y="1307370"/>
                  </a:lnTo>
                  <a:lnTo>
                    <a:pt x="11341" y="1307122"/>
                  </a:lnTo>
                  <a:lnTo>
                    <a:pt x="11341" y="1306874"/>
                  </a:lnTo>
                  <a:lnTo>
                    <a:pt x="11341" y="1306626"/>
                  </a:lnTo>
                  <a:lnTo>
                    <a:pt x="11341" y="1306378"/>
                  </a:lnTo>
                  <a:lnTo>
                    <a:pt x="11341" y="1306130"/>
                  </a:lnTo>
                  <a:lnTo>
                    <a:pt x="11341" y="1305882"/>
                  </a:lnTo>
                  <a:lnTo>
                    <a:pt x="11341" y="1305634"/>
                  </a:lnTo>
                  <a:lnTo>
                    <a:pt x="11341" y="1305386"/>
                  </a:lnTo>
                  <a:lnTo>
                    <a:pt x="11341" y="1305138"/>
                  </a:lnTo>
                  <a:lnTo>
                    <a:pt x="11341" y="1304890"/>
                  </a:lnTo>
                  <a:lnTo>
                    <a:pt x="11341" y="1304642"/>
                  </a:lnTo>
                  <a:lnTo>
                    <a:pt x="11341" y="1304394"/>
                  </a:lnTo>
                  <a:lnTo>
                    <a:pt x="11341" y="1304147"/>
                  </a:lnTo>
                  <a:lnTo>
                    <a:pt x="11341" y="1303899"/>
                  </a:lnTo>
                  <a:lnTo>
                    <a:pt x="11341" y="1303651"/>
                  </a:lnTo>
                  <a:lnTo>
                    <a:pt x="11341" y="1303403"/>
                  </a:lnTo>
                  <a:lnTo>
                    <a:pt x="11341" y="1303155"/>
                  </a:lnTo>
                  <a:lnTo>
                    <a:pt x="11341" y="1302907"/>
                  </a:lnTo>
                  <a:lnTo>
                    <a:pt x="11341" y="1302659"/>
                  </a:lnTo>
                  <a:lnTo>
                    <a:pt x="11341" y="1302411"/>
                  </a:lnTo>
                  <a:lnTo>
                    <a:pt x="11341" y="1302163"/>
                  </a:lnTo>
                  <a:lnTo>
                    <a:pt x="11341" y="1301915"/>
                  </a:lnTo>
                  <a:lnTo>
                    <a:pt x="11341" y="1301667"/>
                  </a:lnTo>
                  <a:lnTo>
                    <a:pt x="11341" y="1301419"/>
                  </a:lnTo>
                  <a:lnTo>
                    <a:pt x="11341" y="1301171"/>
                  </a:lnTo>
                  <a:lnTo>
                    <a:pt x="11341" y="1300923"/>
                  </a:lnTo>
                  <a:lnTo>
                    <a:pt x="11341" y="1300675"/>
                  </a:lnTo>
                  <a:lnTo>
                    <a:pt x="11341" y="1300427"/>
                  </a:lnTo>
                  <a:lnTo>
                    <a:pt x="11341" y="1300180"/>
                  </a:lnTo>
                  <a:lnTo>
                    <a:pt x="11341" y="1299932"/>
                  </a:lnTo>
                  <a:lnTo>
                    <a:pt x="11341" y="1299684"/>
                  </a:lnTo>
                  <a:lnTo>
                    <a:pt x="11341" y="1299436"/>
                  </a:lnTo>
                  <a:lnTo>
                    <a:pt x="11341" y="1299188"/>
                  </a:lnTo>
                  <a:lnTo>
                    <a:pt x="11341" y="1298940"/>
                  </a:lnTo>
                  <a:lnTo>
                    <a:pt x="11341" y="1298692"/>
                  </a:lnTo>
                  <a:lnTo>
                    <a:pt x="11341" y="1298444"/>
                  </a:lnTo>
                  <a:lnTo>
                    <a:pt x="11341" y="1298196"/>
                  </a:lnTo>
                  <a:lnTo>
                    <a:pt x="11341" y="1297948"/>
                  </a:lnTo>
                  <a:lnTo>
                    <a:pt x="11341" y="1297700"/>
                  </a:lnTo>
                  <a:lnTo>
                    <a:pt x="11341" y="1297452"/>
                  </a:lnTo>
                  <a:lnTo>
                    <a:pt x="11341" y="1297204"/>
                  </a:lnTo>
                  <a:lnTo>
                    <a:pt x="11341" y="1296956"/>
                  </a:lnTo>
                  <a:lnTo>
                    <a:pt x="11341" y="1296708"/>
                  </a:lnTo>
                  <a:lnTo>
                    <a:pt x="11341" y="1296461"/>
                  </a:lnTo>
                  <a:lnTo>
                    <a:pt x="11341" y="1296213"/>
                  </a:lnTo>
                  <a:lnTo>
                    <a:pt x="11341" y="1295965"/>
                  </a:lnTo>
                  <a:lnTo>
                    <a:pt x="11341" y="1295717"/>
                  </a:lnTo>
                  <a:lnTo>
                    <a:pt x="11341" y="1295469"/>
                  </a:lnTo>
                  <a:lnTo>
                    <a:pt x="11341" y="1295221"/>
                  </a:lnTo>
                  <a:lnTo>
                    <a:pt x="11341" y="1294973"/>
                  </a:lnTo>
                  <a:lnTo>
                    <a:pt x="11341" y="1294725"/>
                  </a:lnTo>
                  <a:lnTo>
                    <a:pt x="11341" y="1294477"/>
                  </a:lnTo>
                  <a:lnTo>
                    <a:pt x="11341" y="1294229"/>
                  </a:lnTo>
                  <a:lnTo>
                    <a:pt x="11341" y="1293981"/>
                  </a:lnTo>
                  <a:lnTo>
                    <a:pt x="11341" y="1293733"/>
                  </a:lnTo>
                  <a:lnTo>
                    <a:pt x="11341" y="1293485"/>
                  </a:lnTo>
                  <a:lnTo>
                    <a:pt x="11341" y="1293237"/>
                  </a:lnTo>
                  <a:lnTo>
                    <a:pt x="11341" y="1292989"/>
                  </a:lnTo>
                  <a:lnTo>
                    <a:pt x="11341" y="1292741"/>
                  </a:lnTo>
                  <a:lnTo>
                    <a:pt x="11341" y="1292494"/>
                  </a:lnTo>
                  <a:lnTo>
                    <a:pt x="11341" y="1292246"/>
                  </a:lnTo>
                  <a:lnTo>
                    <a:pt x="11341" y="1291998"/>
                  </a:lnTo>
                  <a:lnTo>
                    <a:pt x="11341" y="1291750"/>
                  </a:lnTo>
                  <a:lnTo>
                    <a:pt x="11341" y="1291502"/>
                  </a:lnTo>
                  <a:lnTo>
                    <a:pt x="11341" y="1291254"/>
                  </a:lnTo>
                  <a:lnTo>
                    <a:pt x="11341" y="1291006"/>
                  </a:lnTo>
                  <a:lnTo>
                    <a:pt x="11341" y="1290758"/>
                  </a:lnTo>
                  <a:lnTo>
                    <a:pt x="11341" y="1290510"/>
                  </a:lnTo>
                  <a:lnTo>
                    <a:pt x="11341" y="1290262"/>
                  </a:lnTo>
                  <a:lnTo>
                    <a:pt x="11341" y="1290014"/>
                  </a:lnTo>
                  <a:lnTo>
                    <a:pt x="11341" y="1289766"/>
                  </a:lnTo>
                  <a:lnTo>
                    <a:pt x="11341" y="1289518"/>
                  </a:lnTo>
                  <a:lnTo>
                    <a:pt x="11341" y="1289270"/>
                  </a:lnTo>
                  <a:lnTo>
                    <a:pt x="11341" y="1289022"/>
                  </a:lnTo>
                  <a:lnTo>
                    <a:pt x="11341" y="1288774"/>
                  </a:lnTo>
                  <a:lnTo>
                    <a:pt x="11341" y="1288527"/>
                  </a:lnTo>
                  <a:lnTo>
                    <a:pt x="11341" y="1288279"/>
                  </a:lnTo>
                  <a:lnTo>
                    <a:pt x="11341" y="1288031"/>
                  </a:lnTo>
                  <a:lnTo>
                    <a:pt x="11341" y="1287783"/>
                  </a:lnTo>
                  <a:lnTo>
                    <a:pt x="11341" y="1287535"/>
                  </a:lnTo>
                  <a:lnTo>
                    <a:pt x="11341" y="1287287"/>
                  </a:lnTo>
                  <a:lnTo>
                    <a:pt x="11341" y="1287039"/>
                  </a:lnTo>
                  <a:lnTo>
                    <a:pt x="11341" y="1286791"/>
                  </a:lnTo>
                  <a:lnTo>
                    <a:pt x="11341" y="1286543"/>
                  </a:lnTo>
                  <a:lnTo>
                    <a:pt x="11341" y="1286295"/>
                  </a:lnTo>
                  <a:lnTo>
                    <a:pt x="11341" y="1286047"/>
                  </a:lnTo>
                  <a:lnTo>
                    <a:pt x="11341" y="1285799"/>
                  </a:lnTo>
                  <a:lnTo>
                    <a:pt x="11341" y="1285551"/>
                  </a:lnTo>
                  <a:lnTo>
                    <a:pt x="11341" y="1285303"/>
                  </a:lnTo>
                  <a:lnTo>
                    <a:pt x="11341" y="1285055"/>
                  </a:lnTo>
                  <a:lnTo>
                    <a:pt x="11341" y="1284807"/>
                  </a:lnTo>
                  <a:lnTo>
                    <a:pt x="11341" y="1284560"/>
                  </a:lnTo>
                  <a:lnTo>
                    <a:pt x="11341" y="1284312"/>
                  </a:lnTo>
                  <a:lnTo>
                    <a:pt x="11341" y="1284064"/>
                  </a:lnTo>
                  <a:lnTo>
                    <a:pt x="11341" y="1283816"/>
                  </a:lnTo>
                  <a:lnTo>
                    <a:pt x="11341" y="1283568"/>
                  </a:lnTo>
                  <a:lnTo>
                    <a:pt x="11341" y="1283320"/>
                  </a:lnTo>
                  <a:lnTo>
                    <a:pt x="11341" y="1283072"/>
                  </a:lnTo>
                  <a:lnTo>
                    <a:pt x="11341" y="1282824"/>
                  </a:lnTo>
                  <a:lnTo>
                    <a:pt x="11341" y="1282576"/>
                  </a:lnTo>
                  <a:lnTo>
                    <a:pt x="11341" y="1282328"/>
                  </a:lnTo>
                  <a:lnTo>
                    <a:pt x="11341" y="1282080"/>
                  </a:lnTo>
                  <a:lnTo>
                    <a:pt x="11341" y="1281832"/>
                  </a:lnTo>
                  <a:lnTo>
                    <a:pt x="11341" y="1281584"/>
                  </a:lnTo>
                  <a:lnTo>
                    <a:pt x="11341" y="1281336"/>
                  </a:lnTo>
                  <a:lnTo>
                    <a:pt x="11341" y="1281088"/>
                  </a:lnTo>
                  <a:lnTo>
                    <a:pt x="11341" y="1280840"/>
                  </a:lnTo>
                  <a:lnTo>
                    <a:pt x="11341" y="1280593"/>
                  </a:lnTo>
                  <a:lnTo>
                    <a:pt x="11341" y="1280345"/>
                  </a:lnTo>
                  <a:lnTo>
                    <a:pt x="11341" y="1280097"/>
                  </a:lnTo>
                  <a:lnTo>
                    <a:pt x="11341" y="1279849"/>
                  </a:lnTo>
                  <a:lnTo>
                    <a:pt x="11341" y="1279601"/>
                  </a:lnTo>
                  <a:lnTo>
                    <a:pt x="11341" y="1279353"/>
                  </a:lnTo>
                  <a:lnTo>
                    <a:pt x="11341" y="1279105"/>
                  </a:lnTo>
                  <a:lnTo>
                    <a:pt x="11341" y="1278857"/>
                  </a:lnTo>
                  <a:lnTo>
                    <a:pt x="11341" y="1278609"/>
                  </a:lnTo>
                  <a:lnTo>
                    <a:pt x="11341" y="1278361"/>
                  </a:lnTo>
                  <a:lnTo>
                    <a:pt x="11341" y="1278113"/>
                  </a:lnTo>
                  <a:lnTo>
                    <a:pt x="11341" y="1277865"/>
                  </a:lnTo>
                  <a:lnTo>
                    <a:pt x="11341" y="1277617"/>
                  </a:lnTo>
                  <a:lnTo>
                    <a:pt x="11341" y="1277369"/>
                  </a:lnTo>
                  <a:lnTo>
                    <a:pt x="11341" y="1277121"/>
                  </a:lnTo>
                  <a:lnTo>
                    <a:pt x="11341" y="1276874"/>
                  </a:lnTo>
                  <a:lnTo>
                    <a:pt x="11341" y="1276626"/>
                  </a:lnTo>
                  <a:lnTo>
                    <a:pt x="11341" y="1276378"/>
                  </a:lnTo>
                  <a:lnTo>
                    <a:pt x="11341" y="1276130"/>
                  </a:lnTo>
                  <a:lnTo>
                    <a:pt x="11341" y="1275882"/>
                  </a:lnTo>
                  <a:lnTo>
                    <a:pt x="11341" y="1275634"/>
                  </a:lnTo>
                  <a:lnTo>
                    <a:pt x="11341" y="1275386"/>
                  </a:lnTo>
                  <a:lnTo>
                    <a:pt x="11341" y="1275138"/>
                  </a:lnTo>
                  <a:lnTo>
                    <a:pt x="11341" y="1274890"/>
                  </a:lnTo>
                  <a:lnTo>
                    <a:pt x="12050" y="1274890"/>
                  </a:lnTo>
                  <a:lnTo>
                    <a:pt x="12050" y="1274642"/>
                  </a:lnTo>
                  <a:lnTo>
                    <a:pt x="12050" y="1274394"/>
                  </a:lnTo>
                  <a:lnTo>
                    <a:pt x="12050" y="1274146"/>
                  </a:lnTo>
                  <a:lnTo>
                    <a:pt x="12050" y="1273898"/>
                  </a:lnTo>
                  <a:lnTo>
                    <a:pt x="12050" y="1273650"/>
                  </a:lnTo>
                  <a:lnTo>
                    <a:pt x="12050" y="1273402"/>
                  </a:lnTo>
                  <a:lnTo>
                    <a:pt x="12050" y="1273154"/>
                  </a:lnTo>
                  <a:lnTo>
                    <a:pt x="12050" y="1272907"/>
                  </a:lnTo>
                  <a:lnTo>
                    <a:pt x="12050" y="1272659"/>
                  </a:lnTo>
                  <a:lnTo>
                    <a:pt x="12050" y="1272411"/>
                  </a:lnTo>
                  <a:lnTo>
                    <a:pt x="12050" y="1272163"/>
                  </a:lnTo>
                  <a:lnTo>
                    <a:pt x="12050" y="1271915"/>
                  </a:lnTo>
                  <a:lnTo>
                    <a:pt x="12050" y="1271667"/>
                  </a:lnTo>
                  <a:lnTo>
                    <a:pt x="12050" y="1271419"/>
                  </a:lnTo>
                  <a:lnTo>
                    <a:pt x="12050" y="1271171"/>
                  </a:lnTo>
                  <a:lnTo>
                    <a:pt x="12050" y="1270923"/>
                  </a:lnTo>
                  <a:lnTo>
                    <a:pt x="12758" y="1270923"/>
                  </a:lnTo>
                  <a:lnTo>
                    <a:pt x="12758" y="1270675"/>
                  </a:lnTo>
                  <a:lnTo>
                    <a:pt x="12758" y="1270427"/>
                  </a:lnTo>
                  <a:lnTo>
                    <a:pt x="12758" y="1270179"/>
                  </a:lnTo>
                  <a:lnTo>
                    <a:pt x="12758" y="1269931"/>
                  </a:lnTo>
                  <a:lnTo>
                    <a:pt x="12758" y="1269683"/>
                  </a:lnTo>
                  <a:lnTo>
                    <a:pt x="12758" y="1269435"/>
                  </a:lnTo>
                  <a:lnTo>
                    <a:pt x="12758" y="1269187"/>
                  </a:lnTo>
                  <a:lnTo>
                    <a:pt x="12758" y="1268940"/>
                  </a:lnTo>
                  <a:lnTo>
                    <a:pt x="12758" y="1268692"/>
                  </a:lnTo>
                  <a:lnTo>
                    <a:pt x="12758" y="1268444"/>
                  </a:lnTo>
                  <a:lnTo>
                    <a:pt x="12758" y="1268196"/>
                  </a:lnTo>
                  <a:lnTo>
                    <a:pt x="12758" y="1267948"/>
                  </a:lnTo>
                  <a:lnTo>
                    <a:pt x="12758" y="1267700"/>
                  </a:lnTo>
                  <a:lnTo>
                    <a:pt x="12758" y="1267452"/>
                  </a:lnTo>
                  <a:lnTo>
                    <a:pt x="12758" y="1267204"/>
                  </a:lnTo>
                  <a:lnTo>
                    <a:pt x="12758" y="1266956"/>
                  </a:lnTo>
                  <a:lnTo>
                    <a:pt x="12758" y="1266708"/>
                  </a:lnTo>
                  <a:lnTo>
                    <a:pt x="12758" y="1266460"/>
                  </a:lnTo>
                  <a:lnTo>
                    <a:pt x="12758" y="1266212"/>
                  </a:lnTo>
                  <a:lnTo>
                    <a:pt x="12758" y="1265964"/>
                  </a:lnTo>
                  <a:lnTo>
                    <a:pt x="12758" y="1265716"/>
                  </a:lnTo>
                  <a:lnTo>
                    <a:pt x="13467" y="1265716"/>
                  </a:lnTo>
                  <a:lnTo>
                    <a:pt x="13467" y="1265468"/>
                  </a:lnTo>
                  <a:lnTo>
                    <a:pt x="13467" y="1265220"/>
                  </a:lnTo>
                  <a:lnTo>
                    <a:pt x="13467" y="1264973"/>
                  </a:lnTo>
                  <a:lnTo>
                    <a:pt x="13467" y="1264725"/>
                  </a:lnTo>
                  <a:lnTo>
                    <a:pt x="13467" y="1264477"/>
                  </a:lnTo>
                  <a:lnTo>
                    <a:pt x="13467" y="1264229"/>
                  </a:lnTo>
                  <a:lnTo>
                    <a:pt x="13467" y="1263981"/>
                  </a:lnTo>
                  <a:lnTo>
                    <a:pt x="13467" y="1263733"/>
                  </a:lnTo>
                  <a:lnTo>
                    <a:pt x="13467" y="1263485"/>
                  </a:lnTo>
                  <a:lnTo>
                    <a:pt x="13467" y="1263237"/>
                  </a:lnTo>
                  <a:lnTo>
                    <a:pt x="13467" y="1262989"/>
                  </a:lnTo>
                  <a:lnTo>
                    <a:pt x="13467" y="1262741"/>
                  </a:lnTo>
                  <a:lnTo>
                    <a:pt x="13467" y="1262493"/>
                  </a:lnTo>
                  <a:lnTo>
                    <a:pt x="13467" y="1262245"/>
                  </a:lnTo>
                  <a:lnTo>
                    <a:pt x="13467" y="1261997"/>
                  </a:lnTo>
                  <a:lnTo>
                    <a:pt x="13467" y="1261749"/>
                  </a:lnTo>
                  <a:lnTo>
                    <a:pt x="13467" y="1261501"/>
                  </a:lnTo>
                  <a:lnTo>
                    <a:pt x="13467" y="1261253"/>
                  </a:lnTo>
                  <a:lnTo>
                    <a:pt x="13467" y="1261006"/>
                  </a:lnTo>
                  <a:lnTo>
                    <a:pt x="13467" y="1260758"/>
                  </a:lnTo>
                  <a:lnTo>
                    <a:pt x="13467" y="1260510"/>
                  </a:lnTo>
                  <a:lnTo>
                    <a:pt x="13467" y="1260262"/>
                  </a:lnTo>
                  <a:lnTo>
                    <a:pt x="13467" y="1260014"/>
                  </a:lnTo>
                  <a:lnTo>
                    <a:pt x="13467" y="1259766"/>
                  </a:lnTo>
                  <a:lnTo>
                    <a:pt x="13467" y="1259518"/>
                  </a:lnTo>
                  <a:lnTo>
                    <a:pt x="13467" y="1259270"/>
                  </a:lnTo>
                  <a:lnTo>
                    <a:pt x="13467" y="1259022"/>
                  </a:lnTo>
                  <a:lnTo>
                    <a:pt x="13467" y="1258774"/>
                  </a:lnTo>
                  <a:lnTo>
                    <a:pt x="13467" y="1258526"/>
                  </a:lnTo>
                  <a:lnTo>
                    <a:pt x="13467" y="1258278"/>
                  </a:lnTo>
                  <a:lnTo>
                    <a:pt x="13467" y="1258030"/>
                  </a:lnTo>
                  <a:lnTo>
                    <a:pt x="13467" y="1257782"/>
                  </a:lnTo>
                  <a:lnTo>
                    <a:pt x="13467" y="1257534"/>
                  </a:lnTo>
                  <a:lnTo>
                    <a:pt x="13467" y="1257287"/>
                  </a:lnTo>
                  <a:lnTo>
                    <a:pt x="13467" y="1257039"/>
                  </a:lnTo>
                  <a:lnTo>
                    <a:pt x="13467" y="1256791"/>
                  </a:lnTo>
                  <a:lnTo>
                    <a:pt x="13467" y="1256543"/>
                  </a:lnTo>
                  <a:lnTo>
                    <a:pt x="13467" y="1256295"/>
                  </a:lnTo>
                  <a:lnTo>
                    <a:pt x="13467" y="1256047"/>
                  </a:lnTo>
                  <a:lnTo>
                    <a:pt x="13467" y="1255799"/>
                  </a:lnTo>
                  <a:lnTo>
                    <a:pt x="13467" y="1255551"/>
                  </a:lnTo>
                  <a:lnTo>
                    <a:pt x="13467" y="1255303"/>
                  </a:lnTo>
                  <a:lnTo>
                    <a:pt x="13467" y="1255055"/>
                  </a:lnTo>
                  <a:lnTo>
                    <a:pt x="13467" y="1254807"/>
                  </a:lnTo>
                  <a:lnTo>
                    <a:pt x="13467" y="1254559"/>
                  </a:lnTo>
                  <a:lnTo>
                    <a:pt x="13467" y="1254311"/>
                  </a:lnTo>
                  <a:lnTo>
                    <a:pt x="13467" y="1254063"/>
                  </a:lnTo>
                  <a:lnTo>
                    <a:pt x="13467" y="1253815"/>
                  </a:lnTo>
                  <a:lnTo>
                    <a:pt x="13467" y="1253567"/>
                  </a:lnTo>
                  <a:lnTo>
                    <a:pt x="13467" y="1253320"/>
                  </a:lnTo>
                  <a:lnTo>
                    <a:pt x="13467" y="1253072"/>
                  </a:lnTo>
                  <a:lnTo>
                    <a:pt x="13467" y="1252824"/>
                  </a:lnTo>
                  <a:lnTo>
                    <a:pt x="13467" y="1252576"/>
                  </a:lnTo>
                  <a:lnTo>
                    <a:pt x="13467" y="1252328"/>
                  </a:lnTo>
                  <a:lnTo>
                    <a:pt x="13467" y="1252080"/>
                  </a:lnTo>
                  <a:lnTo>
                    <a:pt x="13467" y="1251832"/>
                  </a:lnTo>
                  <a:lnTo>
                    <a:pt x="13467" y="1251584"/>
                  </a:lnTo>
                  <a:lnTo>
                    <a:pt x="13467" y="1251336"/>
                  </a:lnTo>
                  <a:lnTo>
                    <a:pt x="13467" y="1251088"/>
                  </a:lnTo>
                  <a:lnTo>
                    <a:pt x="13467" y="1250840"/>
                  </a:lnTo>
                  <a:lnTo>
                    <a:pt x="13467" y="1250592"/>
                  </a:lnTo>
                  <a:lnTo>
                    <a:pt x="13467" y="1250344"/>
                  </a:lnTo>
                  <a:lnTo>
                    <a:pt x="13467" y="1250096"/>
                  </a:lnTo>
                  <a:lnTo>
                    <a:pt x="13467" y="1249848"/>
                  </a:lnTo>
                  <a:lnTo>
                    <a:pt x="13467" y="1249600"/>
                  </a:lnTo>
                  <a:lnTo>
                    <a:pt x="13467" y="1249353"/>
                  </a:lnTo>
                  <a:lnTo>
                    <a:pt x="13467" y="1249105"/>
                  </a:lnTo>
                  <a:lnTo>
                    <a:pt x="13467" y="1248857"/>
                  </a:lnTo>
                  <a:lnTo>
                    <a:pt x="13467" y="1248609"/>
                  </a:lnTo>
                  <a:lnTo>
                    <a:pt x="13467" y="1248361"/>
                  </a:lnTo>
                  <a:lnTo>
                    <a:pt x="13467" y="1248113"/>
                  </a:lnTo>
                  <a:lnTo>
                    <a:pt x="13467" y="1247865"/>
                  </a:lnTo>
                  <a:lnTo>
                    <a:pt x="13467" y="1247617"/>
                  </a:lnTo>
                  <a:lnTo>
                    <a:pt x="13467" y="1247369"/>
                  </a:lnTo>
                  <a:lnTo>
                    <a:pt x="13467" y="1247121"/>
                  </a:lnTo>
                  <a:lnTo>
                    <a:pt x="13467" y="1246873"/>
                  </a:lnTo>
                  <a:lnTo>
                    <a:pt x="13467" y="1246625"/>
                  </a:lnTo>
                  <a:lnTo>
                    <a:pt x="13467" y="1246377"/>
                  </a:lnTo>
                  <a:lnTo>
                    <a:pt x="13467" y="1246129"/>
                  </a:lnTo>
                  <a:lnTo>
                    <a:pt x="13467" y="1245881"/>
                  </a:lnTo>
                  <a:lnTo>
                    <a:pt x="13467" y="1245633"/>
                  </a:lnTo>
                  <a:lnTo>
                    <a:pt x="13467" y="1245386"/>
                  </a:lnTo>
                  <a:lnTo>
                    <a:pt x="13467" y="1245138"/>
                  </a:lnTo>
                  <a:lnTo>
                    <a:pt x="13467" y="1244890"/>
                  </a:lnTo>
                  <a:lnTo>
                    <a:pt x="13467" y="1244642"/>
                  </a:lnTo>
                  <a:lnTo>
                    <a:pt x="13467" y="1244394"/>
                  </a:lnTo>
                  <a:lnTo>
                    <a:pt x="13467" y="1244146"/>
                  </a:lnTo>
                  <a:lnTo>
                    <a:pt x="13467" y="1243898"/>
                  </a:lnTo>
                  <a:lnTo>
                    <a:pt x="13467" y="1243650"/>
                  </a:lnTo>
                  <a:lnTo>
                    <a:pt x="13467" y="1243402"/>
                  </a:lnTo>
                  <a:lnTo>
                    <a:pt x="13467" y="1243154"/>
                  </a:lnTo>
                  <a:lnTo>
                    <a:pt x="13467" y="1242906"/>
                  </a:lnTo>
                  <a:lnTo>
                    <a:pt x="13467" y="1242658"/>
                  </a:lnTo>
                  <a:lnTo>
                    <a:pt x="13467" y="1242410"/>
                  </a:lnTo>
                  <a:lnTo>
                    <a:pt x="13467" y="1242162"/>
                  </a:lnTo>
                  <a:lnTo>
                    <a:pt x="13467" y="1241914"/>
                  </a:lnTo>
                  <a:lnTo>
                    <a:pt x="13467" y="1241666"/>
                  </a:lnTo>
                  <a:lnTo>
                    <a:pt x="13467" y="1241419"/>
                  </a:lnTo>
                  <a:lnTo>
                    <a:pt x="13467" y="1241171"/>
                  </a:lnTo>
                  <a:lnTo>
                    <a:pt x="13467" y="1240923"/>
                  </a:lnTo>
                  <a:lnTo>
                    <a:pt x="13467" y="1240675"/>
                  </a:lnTo>
                  <a:lnTo>
                    <a:pt x="13467" y="1240427"/>
                  </a:lnTo>
                  <a:lnTo>
                    <a:pt x="13467" y="1240179"/>
                  </a:lnTo>
                  <a:lnTo>
                    <a:pt x="13467" y="1239931"/>
                  </a:lnTo>
                  <a:lnTo>
                    <a:pt x="13467" y="1239683"/>
                  </a:lnTo>
                  <a:lnTo>
                    <a:pt x="13467" y="1239435"/>
                  </a:lnTo>
                  <a:lnTo>
                    <a:pt x="13467" y="1239187"/>
                  </a:lnTo>
                  <a:lnTo>
                    <a:pt x="13467" y="1238939"/>
                  </a:lnTo>
                  <a:lnTo>
                    <a:pt x="13467" y="1238691"/>
                  </a:lnTo>
                  <a:lnTo>
                    <a:pt x="13467" y="1238443"/>
                  </a:lnTo>
                  <a:lnTo>
                    <a:pt x="13467" y="1238195"/>
                  </a:lnTo>
                  <a:lnTo>
                    <a:pt x="13467" y="1237947"/>
                  </a:lnTo>
                  <a:lnTo>
                    <a:pt x="13467" y="1237700"/>
                  </a:lnTo>
                  <a:lnTo>
                    <a:pt x="13467" y="1237452"/>
                  </a:lnTo>
                  <a:lnTo>
                    <a:pt x="13467" y="1237204"/>
                  </a:lnTo>
                  <a:lnTo>
                    <a:pt x="13467" y="1236956"/>
                  </a:lnTo>
                  <a:lnTo>
                    <a:pt x="13467" y="1236708"/>
                  </a:lnTo>
                  <a:lnTo>
                    <a:pt x="13467" y="1236460"/>
                  </a:lnTo>
                  <a:lnTo>
                    <a:pt x="13467" y="1236212"/>
                  </a:lnTo>
                  <a:lnTo>
                    <a:pt x="13467" y="1235964"/>
                  </a:lnTo>
                  <a:lnTo>
                    <a:pt x="13467" y="1235716"/>
                  </a:lnTo>
                  <a:lnTo>
                    <a:pt x="13467" y="1235468"/>
                  </a:lnTo>
                  <a:lnTo>
                    <a:pt x="13467" y="1235220"/>
                  </a:lnTo>
                  <a:lnTo>
                    <a:pt x="13467" y="1234972"/>
                  </a:lnTo>
                  <a:lnTo>
                    <a:pt x="13467" y="1234724"/>
                  </a:lnTo>
                  <a:lnTo>
                    <a:pt x="13467" y="1234476"/>
                  </a:lnTo>
                  <a:lnTo>
                    <a:pt x="13467" y="1234228"/>
                  </a:lnTo>
                  <a:lnTo>
                    <a:pt x="13467" y="1233980"/>
                  </a:lnTo>
                  <a:lnTo>
                    <a:pt x="13467" y="1233733"/>
                  </a:lnTo>
                  <a:lnTo>
                    <a:pt x="13467" y="1233485"/>
                  </a:lnTo>
                  <a:lnTo>
                    <a:pt x="13467" y="1233237"/>
                  </a:lnTo>
                  <a:lnTo>
                    <a:pt x="13467" y="1232989"/>
                  </a:lnTo>
                  <a:lnTo>
                    <a:pt x="13467" y="1232741"/>
                  </a:lnTo>
                  <a:lnTo>
                    <a:pt x="13467" y="1232493"/>
                  </a:lnTo>
                  <a:lnTo>
                    <a:pt x="13467" y="1232245"/>
                  </a:lnTo>
                  <a:lnTo>
                    <a:pt x="13467" y="1231997"/>
                  </a:lnTo>
                  <a:lnTo>
                    <a:pt x="13467" y="1231749"/>
                  </a:lnTo>
                  <a:lnTo>
                    <a:pt x="13467" y="1231501"/>
                  </a:lnTo>
                  <a:lnTo>
                    <a:pt x="13467" y="1231253"/>
                  </a:lnTo>
                  <a:lnTo>
                    <a:pt x="13467" y="1231005"/>
                  </a:lnTo>
                  <a:lnTo>
                    <a:pt x="13467" y="1230757"/>
                  </a:lnTo>
                  <a:lnTo>
                    <a:pt x="13467" y="1230509"/>
                  </a:lnTo>
                  <a:lnTo>
                    <a:pt x="13467" y="1230261"/>
                  </a:lnTo>
                  <a:lnTo>
                    <a:pt x="13467" y="1230013"/>
                  </a:lnTo>
                  <a:lnTo>
                    <a:pt x="13467" y="1229766"/>
                  </a:lnTo>
                  <a:lnTo>
                    <a:pt x="13467" y="1229518"/>
                  </a:lnTo>
                  <a:lnTo>
                    <a:pt x="13467" y="1229270"/>
                  </a:lnTo>
                  <a:lnTo>
                    <a:pt x="13467" y="1229022"/>
                  </a:lnTo>
                  <a:lnTo>
                    <a:pt x="13467" y="1228774"/>
                  </a:lnTo>
                  <a:lnTo>
                    <a:pt x="13467" y="1228526"/>
                  </a:lnTo>
                  <a:lnTo>
                    <a:pt x="13467" y="1228278"/>
                  </a:lnTo>
                  <a:lnTo>
                    <a:pt x="13467" y="1228030"/>
                  </a:lnTo>
                  <a:lnTo>
                    <a:pt x="13467" y="1227782"/>
                  </a:lnTo>
                  <a:lnTo>
                    <a:pt x="13467" y="1227534"/>
                  </a:lnTo>
                  <a:lnTo>
                    <a:pt x="13467" y="1227286"/>
                  </a:lnTo>
                  <a:lnTo>
                    <a:pt x="13467" y="1227038"/>
                  </a:lnTo>
                  <a:lnTo>
                    <a:pt x="13467" y="1226790"/>
                  </a:lnTo>
                  <a:lnTo>
                    <a:pt x="13467" y="1226542"/>
                  </a:lnTo>
                  <a:lnTo>
                    <a:pt x="13467" y="1226294"/>
                  </a:lnTo>
                  <a:lnTo>
                    <a:pt x="13467" y="1226046"/>
                  </a:lnTo>
                  <a:lnTo>
                    <a:pt x="13467" y="1225799"/>
                  </a:lnTo>
                  <a:lnTo>
                    <a:pt x="13467" y="1225551"/>
                  </a:lnTo>
                  <a:lnTo>
                    <a:pt x="13467" y="1225303"/>
                  </a:lnTo>
                  <a:lnTo>
                    <a:pt x="13467" y="1225055"/>
                  </a:lnTo>
                  <a:lnTo>
                    <a:pt x="13467" y="1224807"/>
                  </a:lnTo>
                  <a:lnTo>
                    <a:pt x="13467" y="1224559"/>
                  </a:lnTo>
                  <a:lnTo>
                    <a:pt x="13467" y="1224311"/>
                  </a:lnTo>
                  <a:lnTo>
                    <a:pt x="13467" y="1224063"/>
                  </a:lnTo>
                  <a:lnTo>
                    <a:pt x="13467" y="1223815"/>
                  </a:lnTo>
                  <a:lnTo>
                    <a:pt x="13467" y="1223567"/>
                  </a:lnTo>
                  <a:lnTo>
                    <a:pt x="13467" y="1223319"/>
                  </a:lnTo>
                  <a:lnTo>
                    <a:pt x="13467" y="1223071"/>
                  </a:lnTo>
                  <a:lnTo>
                    <a:pt x="13467" y="1222823"/>
                  </a:lnTo>
                  <a:lnTo>
                    <a:pt x="13467" y="1222575"/>
                  </a:lnTo>
                  <a:lnTo>
                    <a:pt x="13467" y="1222327"/>
                  </a:lnTo>
                  <a:lnTo>
                    <a:pt x="13467" y="1222079"/>
                  </a:lnTo>
                  <a:lnTo>
                    <a:pt x="13467" y="1221832"/>
                  </a:lnTo>
                  <a:lnTo>
                    <a:pt x="13467" y="1221584"/>
                  </a:lnTo>
                  <a:lnTo>
                    <a:pt x="13467" y="1221336"/>
                  </a:lnTo>
                  <a:lnTo>
                    <a:pt x="13467" y="1221088"/>
                  </a:lnTo>
                  <a:lnTo>
                    <a:pt x="13467" y="1220840"/>
                  </a:lnTo>
                  <a:lnTo>
                    <a:pt x="13467" y="1220592"/>
                  </a:lnTo>
                  <a:lnTo>
                    <a:pt x="13467" y="1220344"/>
                  </a:lnTo>
                  <a:lnTo>
                    <a:pt x="13467" y="1220096"/>
                  </a:lnTo>
                  <a:lnTo>
                    <a:pt x="13467" y="1219848"/>
                  </a:lnTo>
                  <a:lnTo>
                    <a:pt x="13467" y="1219600"/>
                  </a:lnTo>
                  <a:lnTo>
                    <a:pt x="13467" y="1219352"/>
                  </a:lnTo>
                  <a:lnTo>
                    <a:pt x="13467" y="1219104"/>
                  </a:lnTo>
                  <a:lnTo>
                    <a:pt x="13467" y="1218856"/>
                  </a:lnTo>
                  <a:lnTo>
                    <a:pt x="13467" y="1218608"/>
                  </a:lnTo>
                  <a:lnTo>
                    <a:pt x="13467" y="1218360"/>
                  </a:lnTo>
                  <a:lnTo>
                    <a:pt x="13467" y="1218113"/>
                  </a:lnTo>
                  <a:lnTo>
                    <a:pt x="13467" y="1217865"/>
                  </a:lnTo>
                  <a:lnTo>
                    <a:pt x="13467" y="1217617"/>
                  </a:lnTo>
                  <a:lnTo>
                    <a:pt x="13467" y="1217369"/>
                  </a:lnTo>
                  <a:lnTo>
                    <a:pt x="13467" y="1217121"/>
                  </a:lnTo>
                  <a:lnTo>
                    <a:pt x="13467" y="1216873"/>
                  </a:lnTo>
                  <a:lnTo>
                    <a:pt x="13467" y="1216625"/>
                  </a:lnTo>
                  <a:lnTo>
                    <a:pt x="13467" y="1216377"/>
                  </a:lnTo>
                  <a:lnTo>
                    <a:pt x="13467" y="1216129"/>
                  </a:lnTo>
                  <a:lnTo>
                    <a:pt x="13467" y="1215881"/>
                  </a:lnTo>
                  <a:lnTo>
                    <a:pt x="13467" y="1215633"/>
                  </a:lnTo>
                  <a:lnTo>
                    <a:pt x="13467" y="1215385"/>
                  </a:lnTo>
                  <a:lnTo>
                    <a:pt x="13467" y="1215137"/>
                  </a:lnTo>
                  <a:lnTo>
                    <a:pt x="13467" y="1214889"/>
                  </a:lnTo>
                  <a:lnTo>
                    <a:pt x="13467" y="1214641"/>
                  </a:lnTo>
                  <a:lnTo>
                    <a:pt x="13467" y="1214393"/>
                  </a:lnTo>
                  <a:lnTo>
                    <a:pt x="13467" y="1214146"/>
                  </a:lnTo>
                  <a:lnTo>
                    <a:pt x="13467" y="1213898"/>
                  </a:lnTo>
                  <a:lnTo>
                    <a:pt x="13467" y="1213650"/>
                  </a:lnTo>
                  <a:lnTo>
                    <a:pt x="13467" y="1213402"/>
                  </a:lnTo>
                  <a:lnTo>
                    <a:pt x="13467" y="1213154"/>
                  </a:lnTo>
                  <a:lnTo>
                    <a:pt x="13467" y="1212906"/>
                  </a:lnTo>
                  <a:lnTo>
                    <a:pt x="13467" y="1212658"/>
                  </a:lnTo>
                  <a:lnTo>
                    <a:pt x="13467" y="1212410"/>
                  </a:lnTo>
                  <a:lnTo>
                    <a:pt x="13467" y="1212162"/>
                  </a:lnTo>
                  <a:lnTo>
                    <a:pt x="13467" y="1211914"/>
                  </a:lnTo>
                  <a:lnTo>
                    <a:pt x="13467" y="1211666"/>
                  </a:lnTo>
                  <a:lnTo>
                    <a:pt x="13467" y="1211418"/>
                  </a:lnTo>
                  <a:lnTo>
                    <a:pt x="13467" y="1211170"/>
                  </a:lnTo>
                  <a:lnTo>
                    <a:pt x="13467" y="1210922"/>
                  </a:lnTo>
                  <a:lnTo>
                    <a:pt x="13467" y="1210674"/>
                  </a:lnTo>
                  <a:lnTo>
                    <a:pt x="13467" y="1210426"/>
                  </a:lnTo>
                  <a:lnTo>
                    <a:pt x="14176" y="1210426"/>
                  </a:lnTo>
                  <a:lnTo>
                    <a:pt x="14176" y="1210179"/>
                  </a:lnTo>
                  <a:lnTo>
                    <a:pt x="14176" y="1209931"/>
                  </a:lnTo>
                  <a:lnTo>
                    <a:pt x="14176" y="1209683"/>
                  </a:lnTo>
                  <a:lnTo>
                    <a:pt x="14176" y="1209435"/>
                  </a:lnTo>
                  <a:lnTo>
                    <a:pt x="14176" y="1209187"/>
                  </a:lnTo>
                  <a:lnTo>
                    <a:pt x="14176" y="1208939"/>
                  </a:lnTo>
                  <a:lnTo>
                    <a:pt x="14176" y="1208691"/>
                  </a:lnTo>
                  <a:lnTo>
                    <a:pt x="14176" y="1208443"/>
                  </a:lnTo>
                  <a:lnTo>
                    <a:pt x="14176" y="1208195"/>
                  </a:lnTo>
                  <a:lnTo>
                    <a:pt x="14176" y="1207947"/>
                  </a:lnTo>
                  <a:lnTo>
                    <a:pt x="14176" y="1207699"/>
                  </a:lnTo>
                  <a:lnTo>
                    <a:pt x="14176" y="1207451"/>
                  </a:lnTo>
                  <a:lnTo>
                    <a:pt x="14176" y="1207203"/>
                  </a:lnTo>
                  <a:lnTo>
                    <a:pt x="14176" y="1206955"/>
                  </a:lnTo>
                  <a:lnTo>
                    <a:pt x="14176" y="1206707"/>
                  </a:lnTo>
                  <a:lnTo>
                    <a:pt x="14176" y="1206459"/>
                  </a:lnTo>
                  <a:lnTo>
                    <a:pt x="14176" y="1206212"/>
                  </a:lnTo>
                  <a:lnTo>
                    <a:pt x="14176" y="1205964"/>
                  </a:lnTo>
                  <a:lnTo>
                    <a:pt x="14176" y="1205716"/>
                  </a:lnTo>
                  <a:lnTo>
                    <a:pt x="14176" y="1205468"/>
                  </a:lnTo>
                  <a:lnTo>
                    <a:pt x="14176" y="1205220"/>
                  </a:lnTo>
                  <a:lnTo>
                    <a:pt x="14176" y="1204972"/>
                  </a:lnTo>
                  <a:lnTo>
                    <a:pt x="14176" y="1204724"/>
                  </a:lnTo>
                  <a:lnTo>
                    <a:pt x="14176" y="1204476"/>
                  </a:lnTo>
                  <a:lnTo>
                    <a:pt x="14176" y="1204228"/>
                  </a:lnTo>
                  <a:lnTo>
                    <a:pt x="14176" y="1203980"/>
                  </a:lnTo>
                  <a:lnTo>
                    <a:pt x="14176" y="1203732"/>
                  </a:lnTo>
                  <a:lnTo>
                    <a:pt x="14176" y="1203484"/>
                  </a:lnTo>
                  <a:lnTo>
                    <a:pt x="14176" y="1203236"/>
                  </a:lnTo>
                  <a:lnTo>
                    <a:pt x="14176" y="1202988"/>
                  </a:lnTo>
                  <a:lnTo>
                    <a:pt x="14176" y="1202740"/>
                  </a:lnTo>
                  <a:lnTo>
                    <a:pt x="14176" y="1202492"/>
                  </a:lnTo>
                  <a:lnTo>
                    <a:pt x="14176" y="1202245"/>
                  </a:lnTo>
                  <a:lnTo>
                    <a:pt x="14176" y="1201997"/>
                  </a:lnTo>
                  <a:lnTo>
                    <a:pt x="14885" y="1201997"/>
                  </a:lnTo>
                  <a:lnTo>
                    <a:pt x="14885" y="1201749"/>
                  </a:lnTo>
                  <a:lnTo>
                    <a:pt x="14885" y="1201501"/>
                  </a:lnTo>
                  <a:lnTo>
                    <a:pt x="14885" y="1201253"/>
                  </a:lnTo>
                  <a:lnTo>
                    <a:pt x="14885" y="1201005"/>
                  </a:lnTo>
                  <a:lnTo>
                    <a:pt x="14885" y="1200757"/>
                  </a:lnTo>
                  <a:lnTo>
                    <a:pt x="14885" y="1200509"/>
                  </a:lnTo>
                  <a:lnTo>
                    <a:pt x="14885" y="1200261"/>
                  </a:lnTo>
                  <a:lnTo>
                    <a:pt x="14885" y="1200013"/>
                  </a:lnTo>
                  <a:lnTo>
                    <a:pt x="14885" y="1199765"/>
                  </a:lnTo>
                  <a:lnTo>
                    <a:pt x="14885" y="1199517"/>
                  </a:lnTo>
                  <a:lnTo>
                    <a:pt x="14885" y="1199269"/>
                  </a:lnTo>
                  <a:lnTo>
                    <a:pt x="14885" y="1199021"/>
                  </a:lnTo>
                  <a:lnTo>
                    <a:pt x="14885" y="1198773"/>
                  </a:lnTo>
                  <a:lnTo>
                    <a:pt x="14885" y="1198526"/>
                  </a:lnTo>
                  <a:lnTo>
                    <a:pt x="14885" y="1198278"/>
                  </a:lnTo>
                  <a:lnTo>
                    <a:pt x="14885" y="1198030"/>
                  </a:lnTo>
                  <a:lnTo>
                    <a:pt x="14885" y="1197782"/>
                  </a:lnTo>
                  <a:lnTo>
                    <a:pt x="14885" y="1197534"/>
                  </a:lnTo>
                  <a:lnTo>
                    <a:pt x="14885" y="1197286"/>
                  </a:lnTo>
                  <a:lnTo>
                    <a:pt x="14885" y="1197038"/>
                  </a:lnTo>
                  <a:lnTo>
                    <a:pt x="14885" y="1196790"/>
                  </a:lnTo>
                  <a:lnTo>
                    <a:pt x="14885" y="1196542"/>
                  </a:lnTo>
                  <a:lnTo>
                    <a:pt x="14885" y="1196294"/>
                  </a:lnTo>
                  <a:lnTo>
                    <a:pt x="14885" y="1196046"/>
                  </a:lnTo>
                  <a:lnTo>
                    <a:pt x="14885" y="1195798"/>
                  </a:lnTo>
                  <a:lnTo>
                    <a:pt x="14885" y="1195550"/>
                  </a:lnTo>
                  <a:lnTo>
                    <a:pt x="14885" y="1195302"/>
                  </a:lnTo>
                  <a:lnTo>
                    <a:pt x="14885" y="1195054"/>
                  </a:lnTo>
                  <a:lnTo>
                    <a:pt x="14885" y="1194806"/>
                  </a:lnTo>
                  <a:lnTo>
                    <a:pt x="14885" y="1194559"/>
                  </a:lnTo>
                  <a:lnTo>
                    <a:pt x="14885" y="1194311"/>
                  </a:lnTo>
                  <a:lnTo>
                    <a:pt x="14885" y="1194063"/>
                  </a:lnTo>
                  <a:lnTo>
                    <a:pt x="14885" y="1193815"/>
                  </a:lnTo>
                  <a:lnTo>
                    <a:pt x="14885" y="1193567"/>
                  </a:lnTo>
                  <a:lnTo>
                    <a:pt x="14885" y="1193319"/>
                  </a:lnTo>
                  <a:lnTo>
                    <a:pt x="14885" y="1193071"/>
                  </a:lnTo>
                  <a:lnTo>
                    <a:pt x="14885" y="1192823"/>
                  </a:lnTo>
                  <a:lnTo>
                    <a:pt x="14885" y="1192575"/>
                  </a:lnTo>
                  <a:lnTo>
                    <a:pt x="14885" y="1192327"/>
                  </a:lnTo>
                  <a:lnTo>
                    <a:pt x="14885" y="1192079"/>
                  </a:lnTo>
                  <a:lnTo>
                    <a:pt x="14885" y="1191831"/>
                  </a:lnTo>
                  <a:lnTo>
                    <a:pt x="14885" y="1191583"/>
                  </a:lnTo>
                  <a:lnTo>
                    <a:pt x="14885" y="1191335"/>
                  </a:lnTo>
                  <a:lnTo>
                    <a:pt x="14885" y="1191087"/>
                  </a:lnTo>
                  <a:lnTo>
                    <a:pt x="14885" y="1190839"/>
                  </a:lnTo>
                  <a:lnTo>
                    <a:pt x="14885" y="1190592"/>
                  </a:lnTo>
                  <a:lnTo>
                    <a:pt x="14885" y="1190344"/>
                  </a:lnTo>
                  <a:lnTo>
                    <a:pt x="14885" y="1190096"/>
                  </a:lnTo>
                  <a:lnTo>
                    <a:pt x="14885" y="1189848"/>
                  </a:lnTo>
                  <a:lnTo>
                    <a:pt x="14885" y="1189600"/>
                  </a:lnTo>
                  <a:lnTo>
                    <a:pt x="14885" y="1189352"/>
                  </a:lnTo>
                  <a:lnTo>
                    <a:pt x="14885" y="1189104"/>
                  </a:lnTo>
                  <a:lnTo>
                    <a:pt x="14885" y="1188856"/>
                  </a:lnTo>
                  <a:lnTo>
                    <a:pt x="14885" y="1188608"/>
                  </a:lnTo>
                  <a:lnTo>
                    <a:pt x="14885" y="1188360"/>
                  </a:lnTo>
                  <a:lnTo>
                    <a:pt x="14885" y="1188112"/>
                  </a:lnTo>
                  <a:lnTo>
                    <a:pt x="14885" y="1187864"/>
                  </a:lnTo>
                  <a:lnTo>
                    <a:pt x="14885" y="1187616"/>
                  </a:lnTo>
                  <a:lnTo>
                    <a:pt x="14885" y="1187368"/>
                  </a:lnTo>
                  <a:lnTo>
                    <a:pt x="14885" y="1187120"/>
                  </a:lnTo>
                  <a:lnTo>
                    <a:pt x="14885" y="1186872"/>
                  </a:lnTo>
                  <a:lnTo>
                    <a:pt x="14885" y="1186625"/>
                  </a:lnTo>
                  <a:lnTo>
                    <a:pt x="14885" y="1186377"/>
                  </a:lnTo>
                  <a:lnTo>
                    <a:pt x="14885" y="1186129"/>
                  </a:lnTo>
                  <a:lnTo>
                    <a:pt x="14885" y="1185881"/>
                  </a:lnTo>
                  <a:lnTo>
                    <a:pt x="14885" y="1185633"/>
                  </a:lnTo>
                  <a:lnTo>
                    <a:pt x="14885" y="1185385"/>
                  </a:lnTo>
                  <a:lnTo>
                    <a:pt x="14885" y="1185137"/>
                  </a:lnTo>
                  <a:lnTo>
                    <a:pt x="14885" y="1184889"/>
                  </a:lnTo>
                  <a:lnTo>
                    <a:pt x="14885" y="1184641"/>
                  </a:lnTo>
                  <a:lnTo>
                    <a:pt x="14885" y="1184393"/>
                  </a:lnTo>
                  <a:lnTo>
                    <a:pt x="14885" y="1184145"/>
                  </a:lnTo>
                  <a:lnTo>
                    <a:pt x="14885" y="1183897"/>
                  </a:lnTo>
                  <a:lnTo>
                    <a:pt x="14885" y="1183649"/>
                  </a:lnTo>
                  <a:lnTo>
                    <a:pt x="14885" y="1183401"/>
                  </a:lnTo>
                  <a:lnTo>
                    <a:pt x="14885" y="1183153"/>
                  </a:lnTo>
                  <a:lnTo>
                    <a:pt x="14885" y="1182905"/>
                  </a:lnTo>
                  <a:lnTo>
                    <a:pt x="14885" y="1182658"/>
                  </a:lnTo>
                  <a:lnTo>
                    <a:pt x="14885" y="1182410"/>
                  </a:lnTo>
                  <a:lnTo>
                    <a:pt x="14885" y="1182162"/>
                  </a:lnTo>
                  <a:lnTo>
                    <a:pt x="14885" y="1181914"/>
                  </a:lnTo>
                  <a:lnTo>
                    <a:pt x="14885" y="1181666"/>
                  </a:lnTo>
                  <a:lnTo>
                    <a:pt x="14885" y="1181418"/>
                  </a:lnTo>
                  <a:lnTo>
                    <a:pt x="14885" y="1181170"/>
                  </a:lnTo>
                  <a:lnTo>
                    <a:pt x="14885" y="1180922"/>
                  </a:lnTo>
                  <a:lnTo>
                    <a:pt x="14885" y="1180674"/>
                  </a:lnTo>
                  <a:lnTo>
                    <a:pt x="14885" y="1180426"/>
                  </a:lnTo>
                  <a:lnTo>
                    <a:pt x="14885" y="1180178"/>
                  </a:lnTo>
                  <a:lnTo>
                    <a:pt x="14885" y="1179930"/>
                  </a:lnTo>
                  <a:lnTo>
                    <a:pt x="14885" y="1179682"/>
                  </a:lnTo>
                  <a:lnTo>
                    <a:pt x="14885" y="1179434"/>
                  </a:lnTo>
                  <a:lnTo>
                    <a:pt x="14885" y="1179186"/>
                  </a:lnTo>
                  <a:lnTo>
                    <a:pt x="14885" y="1178939"/>
                  </a:lnTo>
                  <a:lnTo>
                    <a:pt x="14885" y="1178691"/>
                  </a:lnTo>
                  <a:lnTo>
                    <a:pt x="14885" y="1178443"/>
                  </a:lnTo>
                  <a:lnTo>
                    <a:pt x="14885" y="1178195"/>
                  </a:lnTo>
                  <a:lnTo>
                    <a:pt x="14885" y="1177947"/>
                  </a:lnTo>
                  <a:lnTo>
                    <a:pt x="14885" y="1177699"/>
                  </a:lnTo>
                  <a:lnTo>
                    <a:pt x="14885" y="1177451"/>
                  </a:lnTo>
                  <a:lnTo>
                    <a:pt x="14885" y="1177203"/>
                  </a:lnTo>
                  <a:lnTo>
                    <a:pt x="14885" y="1176955"/>
                  </a:lnTo>
                  <a:lnTo>
                    <a:pt x="14885" y="1176707"/>
                  </a:lnTo>
                  <a:lnTo>
                    <a:pt x="14885" y="1176459"/>
                  </a:lnTo>
                  <a:lnTo>
                    <a:pt x="14885" y="1176211"/>
                  </a:lnTo>
                  <a:lnTo>
                    <a:pt x="14885" y="1175963"/>
                  </a:lnTo>
                  <a:lnTo>
                    <a:pt x="14885" y="1175715"/>
                  </a:lnTo>
                  <a:lnTo>
                    <a:pt x="14885" y="1175467"/>
                  </a:lnTo>
                  <a:lnTo>
                    <a:pt x="14885" y="1175219"/>
                  </a:lnTo>
                  <a:lnTo>
                    <a:pt x="14885" y="1174972"/>
                  </a:lnTo>
                  <a:lnTo>
                    <a:pt x="14885" y="1174724"/>
                  </a:lnTo>
                  <a:lnTo>
                    <a:pt x="14885" y="1174476"/>
                  </a:lnTo>
                  <a:lnTo>
                    <a:pt x="14885" y="1174228"/>
                  </a:lnTo>
                  <a:lnTo>
                    <a:pt x="14885" y="1173980"/>
                  </a:lnTo>
                  <a:lnTo>
                    <a:pt x="14885" y="1173732"/>
                  </a:lnTo>
                  <a:lnTo>
                    <a:pt x="14885" y="1173484"/>
                  </a:lnTo>
                  <a:lnTo>
                    <a:pt x="14885" y="1173236"/>
                  </a:lnTo>
                  <a:lnTo>
                    <a:pt x="14885" y="1172988"/>
                  </a:lnTo>
                  <a:lnTo>
                    <a:pt x="14885" y="1172740"/>
                  </a:lnTo>
                  <a:lnTo>
                    <a:pt x="14885" y="1172492"/>
                  </a:lnTo>
                  <a:lnTo>
                    <a:pt x="14885" y="1172244"/>
                  </a:lnTo>
                  <a:lnTo>
                    <a:pt x="14885" y="1171996"/>
                  </a:lnTo>
                  <a:lnTo>
                    <a:pt x="14885" y="1171748"/>
                  </a:lnTo>
                  <a:lnTo>
                    <a:pt x="14885" y="1171500"/>
                  </a:lnTo>
                  <a:lnTo>
                    <a:pt x="14885" y="1171252"/>
                  </a:lnTo>
                  <a:lnTo>
                    <a:pt x="14885" y="1171005"/>
                  </a:lnTo>
                  <a:lnTo>
                    <a:pt x="14885" y="1170757"/>
                  </a:lnTo>
                  <a:lnTo>
                    <a:pt x="14885" y="1170509"/>
                  </a:lnTo>
                  <a:lnTo>
                    <a:pt x="14885" y="1170261"/>
                  </a:lnTo>
                  <a:lnTo>
                    <a:pt x="14885" y="1170013"/>
                  </a:lnTo>
                  <a:lnTo>
                    <a:pt x="14885" y="1169765"/>
                  </a:lnTo>
                  <a:lnTo>
                    <a:pt x="14885" y="1169517"/>
                  </a:lnTo>
                  <a:lnTo>
                    <a:pt x="14885" y="1169269"/>
                  </a:lnTo>
                  <a:lnTo>
                    <a:pt x="14885" y="1169021"/>
                  </a:lnTo>
                  <a:lnTo>
                    <a:pt x="14885" y="1168773"/>
                  </a:lnTo>
                  <a:lnTo>
                    <a:pt x="14885" y="1168525"/>
                  </a:lnTo>
                  <a:lnTo>
                    <a:pt x="14885" y="1168277"/>
                  </a:lnTo>
                  <a:lnTo>
                    <a:pt x="14885" y="1168029"/>
                  </a:lnTo>
                  <a:lnTo>
                    <a:pt x="14885" y="1167781"/>
                  </a:lnTo>
                  <a:lnTo>
                    <a:pt x="14885" y="1167533"/>
                  </a:lnTo>
                  <a:lnTo>
                    <a:pt x="14885" y="1167285"/>
                  </a:lnTo>
                  <a:lnTo>
                    <a:pt x="14885" y="1167038"/>
                  </a:lnTo>
                  <a:lnTo>
                    <a:pt x="14885" y="1166790"/>
                  </a:lnTo>
                  <a:lnTo>
                    <a:pt x="14885" y="1166542"/>
                  </a:lnTo>
                  <a:lnTo>
                    <a:pt x="14885" y="1166294"/>
                  </a:lnTo>
                  <a:lnTo>
                    <a:pt x="14885" y="1166046"/>
                  </a:lnTo>
                  <a:lnTo>
                    <a:pt x="14885" y="1165798"/>
                  </a:lnTo>
                  <a:lnTo>
                    <a:pt x="14885" y="1165550"/>
                  </a:lnTo>
                  <a:lnTo>
                    <a:pt x="14885" y="1165302"/>
                  </a:lnTo>
                  <a:lnTo>
                    <a:pt x="15594" y="1165302"/>
                  </a:lnTo>
                  <a:lnTo>
                    <a:pt x="15594" y="1165054"/>
                  </a:lnTo>
                  <a:lnTo>
                    <a:pt x="16303" y="1165054"/>
                  </a:lnTo>
                  <a:lnTo>
                    <a:pt x="16303" y="1164806"/>
                  </a:lnTo>
                  <a:lnTo>
                    <a:pt x="16303" y="1164558"/>
                  </a:lnTo>
                  <a:lnTo>
                    <a:pt x="16303" y="1164310"/>
                  </a:lnTo>
                  <a:lnTo>
                    <a:pt x="16303" y="1164062"/>
                  </a:lnTo>
                  <a:lnTo>
                    <a:pt x="16303" y="1163814"/>
                  </a:lnTo>
                  <a:lnTo>
                    <a:pt x="16303" y="1163566"/>
                  </a:lnTo>
                  <a:lnTo>
                    <a:pt x="17011" y="1163566"/>
                  </a:lnTo>
                  <a:lnTo>
                    <a:pt x="17011" y="1163318"/>
                  </a:lnTo>
                  <a:lnTo>
                    <a:pt x="17011" y="1163071"/>
                  </a:lnTo>
                  <a:lnTo>
                    <a:pt x="17011" y="1162823"/>
                  </a:lnTo>
                  <a:lnTo>
                    <a:pt x="17011" y="1162575"/>
                  </a:lnTo>
                  <a:lnTo>
                    <a:pt x="17011" y="1162327"/>
                  </a:lnTo>
                  <a:lnTo>
                    <a:pt x="17011" y="1162079"/>
                  </a:lnTo>
                  <a:lnTo>
                    <a:pt x="17011" y="1161831"/>
                  </a:lnTo>
                  <a:lnTo>
                    <a:pt x="17011" y="1161583"/>
                  </a:lnTo>
                  <a:lnTo>
                    <a:pt x="17011" y="1161335"/>
                  </a:lnTo>
                  <a:lnTo>
                    <a:pt x="17011" y="1161087"/>
                  </a:lnTo>
                  <a:lnTo>
                    <a:pt x="17011" y="1160839"/>
                  </a:lnTo>
                  <a:lnTo>
                    <a:pt x="17011" y="1160591"/>
                  </a:lnTo>
                  <a:lnTo>
                    <a:pt x="17011" y="1160343"/>
                  </a:lnTo>
                  <a:lnTo>
                    <a:pt x="17011" y="1160095"/>
                  </a:lnTo>
                  <a:lnTo>
                    <a:pt x="17011" y="1159847"/>
                  </a:lnTo>
                  <a:lnTo>
                    <a:pt x="17011" y="1159599"/>
                  </a:lnTo>
                  <a:lnTo>
                    <a:pt x="17011" y="1159352"/>
                  </a:lnTo>
                  <a:lnTo>
                    <a:pt x="17011" y="1159104"/>
                  </a:lnTo>
                  <a:lnTo>
                    <a:pt x="17011" y="1158856"/>
                  </a:lnTo>
                  <a:lnTo>
                    <a:pt x="17011" y="1158608"/>
                  </a:lnTo>
                  <a:lnTo>
                    <a:pt x="17011" y="1158360"/>
                  </a:lnTo>
                  <a:lnTo>
                    <a:pt x="17011" y="1158112"/>
                  </a:lnTo>
                  <a:lnTo>
                    <a:pt x="17011" y="1157864"/>
                  </a:lnTo>
                  <a:lnTo>
                    <a:pt x="17011" y="1157616"/>
                  </a:lnTo>
                  <a:lnTo>
                    <a:pt x="17011" y="1157368"/>
                  </a:lnTo>
                  <a:lnTo>
                    <a:pt x="17011" y="1157120"/>
                  </a:lnTo>
                  <a:lnTo>
                    <a:pt x="17011" y="1156872"/>
                  </a:lnTo>
                  <a:lnTo>
                    <a:pt x="17011" y="1156624"/>
                  </a:lnTo>
                  <a:lnTo>
                    <a:pt x="17011" y="1156376"/>
                  </a:lnTo>
                  <a:lnTo>
                    <a:pt x="17011" y="1156128"/>
                  </a:lnTo>
                  <a:lnTo>
                    <a:pt x="17011" y="1155880"/>
                  </a:lnTo>
                  <a:lnTo>
                    <a:pt x="17011" y="1155632"/>
                  </a:lnTo>
                  <a:lnTo>
                    <a:pt x="17011" y="1155385"/>
                  </a:lnTo>
                  <a:lnTo>
                    <a:pt x="17011" y="1155137"/>
                  </a:lnTo>
                  <a:lnTo>
                    <a:pt x="17011" y="1154889"/>
                  </a:lnTo>
                  <a:lnTo>
                    <a:pt x="17011" y="1154641"/>
                  </a:lnTo>
                  <a:lnTo>
                    <a:pt x="17011" y="1154393"/>
                  </a:lnTo>
                  <a:lnTo>
                    <a:pt x="17011" y="1154145"/>
                  </a:lnTo>
                  <a:lnTo>
                    <a:pt x="17011" y="1153897"/>
                  </a:lnTo>
                  <a:lnTo>
                    <a:pt x="17011" y="1153649"/>
                  </a:lnTo>
                  <a:lnTo>
                    <a:pt x="17011" y="1153401"/>
                  </a:lnTo>
                  <a:lnTo>
                    <a:pt x="17011" y="1153153"/>
                  </a:lnTo>
                  <a:lnTo>
                    <a:pt x="17011" y="1152905"/>
                  </a:lnTo>
                  <a:lnTo>
                    <a:pt x="17011" y="1152657"/>
                  </a:lnTo>
                  <a:lnTo>
                    <a:pt x="17011" y="1152409"/>
                  </a:lnTo>
                  <a:lnTo>
                    <a:pt x="17011" y="1152161"/>
                  </a:lnTo>
                  <a:lnTo>
                    <a:pt x="17011" y="1151913"/>
                  </a:lnTo>
                  <a:lnTo>
                    <a:pt x="17011" y="1151665"/>
                  </a:lnTo>
                  <a:lnTo>
                    <a:pt x="17011" y="1151418"/>
                  </a:lnTo>
                  <a:lnTo>
                    <a:pt x="17011" y="1151170"/>
                  </a:lnTo>
                  <a:lnTo>
                    <a:pt x="17011" y="1150922"/>
                  </a:lnTo>
                  <a:lnTo>
                    <a:pt x="17011" y="1150674"/>
                  </a:lnTo>
                  <a:lnTo>
                    <a:pt x="17011" y="1150426"/>
                  </a:lnTo>
                  <a:lnTo>
                    <a:pt x="17011" y="1150178"/>
                  </a:lnTo>
                  <a:lnTo>
                    <a:pt x="17011" y="1149930"/>
                  </a:lnTo>
                  <a:lnTo>
                    <a:pt x="17011" y="1149682"/>
                  </a:lnTo>
                  <a:lnTo>
                    <a:pt x="17011" y="1149434"/>
                  </a:lnTo>
                  <a:lnTo>
                    <a:pt x="17011" y="1149186"/>
                  </a:lnTo>
                  <a:lnTo>
                    <a:pt x="17720" y="1149186"/>
                  </a:lnTo>
                  <a:lnTo>
                    <a:pt x="17720" y="1148938"/>
                  </a:lnTo>
                  <a:lnTo>
                    <a:pt x="17720" y="1148690"/>
                  </a:lnTo>
                  <a:lnTo>
                    <a:pt x="17720" y="1148442"/>
                  </a:lnTo>
                  <a:lnTo>
                    <a:pt x="17720" y="1148194"/>
                  </a:lnTo>
                  <a:lnTo>
                    <a:pt x="17720" y="1147946"/>
                  </a:lnTo>
                  <a:lnTo>
                    <a:pt x="17720" y="1147698"/>
                  </a:lnTo>
                  <a:lnTo>
                    <a:pt x="17720" y="1147451"/>
                  </a:lnTo>
                  <a:lnTo>
                    <a:pt x="17720" y="1147203"/>
                  </a:lnTo>
                  <a:lnTo>
                    <a:pt x="17720" y="1146955"/>
                  </a:lnTo>
                  <a:lnTo>
                    <a:pt x="17720" y="1146707"/>
                  </a:lnTo>
                  <a:lnTo>
                    <a:pt x="17720" y="1146459"/>
                  </a:lnTo>
                  <a:lnTo>
                    <a:pt x="17720" y="1146211"/>
                  </a:lnTo>
                  <a:lnTo>
                    <a:pt x="17720" y="1145963"/>
                  </a:lnTo>
                  <a:lnTo>
                    <a:pt x="17720" y="1145715"/>
                  </a:lnTo>
                  <a:lnTo>
                    <a:pt x="17720" y="1145467"/>
                  </a:lnTo>
                  <a:lnTo>
                    <a:pt x="17720" y="1145219"/>
                  </a:lnTo>
                  <a:lnTo>
                    <a:pt x="17720" y="1144971"/>
                  </a:lnTo>
                  <a:lnTo>
                    <a:pt x="17720" y="1144723"/>
                  </a:lnTo>
                  <a:lnTo>
                    <a:pt x="17720" y="1144475"/>
                  </a:lnTo>
                  <a:lnTo>
                    <a:pt x="17720" y="1144227"/>
                  </a:lnTo>
                  <a:lnTo>
                    <a:pt x="18429" y="1144227"/>
                  </a:lnTo>
                  <a:lnTo>
                    <a:pt x="19138" y="1144227"/>
                  </a:lnTo>
                  <a:lnTo>
                    <a:pt x="19138" y="1143979"/>
                  </a:lnTo>
                  <a:lnTo>
                    <a:pt x="19138" y="1143731"/>
                  </a:lnTo>
                  <a:lnTo>
                    <a:pt x="19847" y="1143731"/>
                  </a:lnTo>
                  <a:lnTo>
                    <a:pt x="19847" y="1143484"/>
                  </a:lnTo>
                  <a:lnTo>
                    <a:pt x="19847" y="1143236"/>
                  </a:lnTo>
                  <a:lnTo>
                    <a:pt x="19847" y="1142988"/>
                  </a:lnTo>
                  <a:lnTo>
                    <a:pt x="19847" y="1142740"/>
                  </a:lnTo>
                  <a:lnTo>
                    <a:pt x="19847" y="1142492"/>
                  </a:lnTo>
                  <a:lnTo>
                    <a:pt x="19847" y="1142244"/>
                  </a:lnTo>
                  <a:lnTo>
                    <a:pt x="19847" y="1141996"/>
                  </a:lnTo>
                  <a:lnTo>
                    <a:pt x="19847" y="1141748"/>
                  </a:lnTo>
                  <a:lnTo>
                    <a:pt x="19847" y="1141500"/>
                  </a:lnTo>
                  <a:lnTo>
                    <a:pt x="19847" y="1141252"/>
                  </a:lnTo>
                  <a:lnTo>
                    <a:pt x="19847" y="1141004"/>
                  </a:lnTo>
                  <a:lnTo>
                    <a:pt x="19847" y="1140756"/>
                  </a:lnTo>
                  <a:lnTo>
                    <a:pt x="19847" y="1140508"/>
                  </a:lnTo>
                  <a:lnTo>
                    <a:pt x="19847" y="1140260"/>
                  </a:lnTo>
                  <a:lnTo>
                    <a:pt x="19847" y="1140012"/>
                  </a:lnTo>
                  <a:lnTo>
                    <a:pt x="19847" y="1139765"/>
                  </a:lnTo>
                  <a:lnTo>
                    <a:pt x="19847" y="1139517"/>
                  </a:lnTo>
                  <a:lnTo>
                    <a:pt x="19847" y="1139269"/>
                  </a:lnTo>
                  <a:lnTo>
                    <a:pt x="19847" y="1139021"/>
                  </a:lnTo>
                  <a:lnTo>
                    <a:pt x="19847" y="1138773"/>
                  </a:lnTo>
                  <a:lnTo>
                    <a:pt x="19847" y="1138525"/>
                  </a:lnTo>
                  <a:lnTo>
                    <a:pt x="19847" y="1138277"/>
                  </a:lnTo>
                  <a:lnTo>
                    <a:pt x="19847" y="1138029"/>
                  </a:lnTo>
                  <a:lnTo>
                    <a:pt x="19847" y="1137781"/>
                  </a:lnTo>
                  <a:lnTo>
                    <a:pt x="19847" y="1137533"/>
                  </a:lnTo>
                  <a:lnTo>
                    <a:pt x="19847" y="1137285"/>
                  </a:lnTo>
                  <a:lnTo>
                    <a:pt x="19847" y="1137037"/>
                  </a:lnTo>
                  <a:lnTo>
                    <a:pt x="19847" y="1136789"/>
                  </a:lnTo>
                  <a:lnTo>
                    <a:pt x="19847" y="1136541"/>
                  </a:lnTo>
                  <a:lnTo>
                    <a:pt x="19847" y="1136293"/>
                  </a:lnTo>
                  <a:lnTo>
                    <a:pt x="19847" y="1136045"/>
                  </a:lnTo>
                  <a:lnTo>
                    <a:pt x="19847" y="1135798"/>
                  </a:lnTo>
                  <a:lnTo>
                    <a:pt x="19847" y="1135550"/>
                  </a:lnTo>
                  <a:lnTo>
                    <a:pt x="19847" y="1135302"/>
                  </a:lnTo>
                  <a:lnTo>
                    <a:pt x="19847" y="1135054"/>
                  </a:lnTo>
                  <a:lnTo>
                    <a:pt x="19847" y="1134806"/>
                  </a:lnTo>
                  <a:lnTo>
                    <a:pt x="19847" y="1134558"/>
                  </a:lnTo>
                  <a:lnTo>
                    <a:pt x="19847" y="1134310"/>
                  </a:lnTo>
                  <a:lnTo>
                    <a:pt x="19847" y="1134062"/>
                  </a:lnTo>
                  <a:lnTo>
                    <a:pt x="19847" y="1133814"/>
                  </a:lnTo>
                  <a:lnTo>
                    <a:pt x="19847" y="1133566"/>
                  </a:lnTo>
                  <a:lnTo>
                    <a:pt x="19847" y="1133318"/>
                  </a:lnTo>
                  <a:lnTo>
                    <a:pt x="19847" y="1133070"/>
                  </a:lnTo>
                  <a:lnTo>
                    <a:pt x="19847" y="1132822"/>
                  </a:lnTo>
                  <a:lnTo>
                    <a:pt x="19847" y="1132574"/>
                  </a:lnTo>
                  <a:lnTo>
                    <a:pt x="19847" y="1132326"/>
                  </a:lnTo>
                  <a:lnTo>
                    <a:pt x="19847" y="1132078"/>
                  </a:lnTo>
                  <a:lnTo>
                    <a:pt x="19847" y="1131831"/>
                  </a:lnTo>
                  <a:lnTo>
                    <a:pt x="19847" y="1131583"/>
                  </a:lnTo>
                  <a:lnTo>
                    <a:pt x="19847" y="1131335"/>
                  </a:lnTo>
                  <a:lnTo>
                    <a:pt x="19847" y="1131087"/>
                  </a:lnTo>
                  <a:lnTo>
                    <a:pt x="19847" y="1130839"/>
                  </a:lnTo>
                  <a:lnTo>
                    <a:pt x="19847" y="1130591"/>
                  </a:lnTo>
                  <a:lnTo>
                    <a:pt x="19847" y="1130343"/>
                  </a:lnTo>
                  <a:lnTo>
                    <a:pt x="19847" y="1130095"/>
                  </a:lnTo>
                  <a:lnTo>
                    <a:pt x="19847" y="1129847"/>
                  </a:lnTo>
                  <a:lnTo>
                    <a:pt x="19847" y="1129599"/>
                  </a:lnTo>
                  <a:lnTo>
                    <a:pt x="19847" y="1129351"/>
                  </a:lnTo>
                  <a:lnTo>
                    <a:pt x="19847" y="1129103"/>
                  </a:lnTo>
                  <a:lnTo>
                    <a:pt x="19847" y="1128855"/>
                  </a:lnTo>
                  <a:lnTo>
                    <a:pt x="19847" y="1128607"/>
                  </a:lnTo>
                  <a:lnTo>
                    <a:pt x="19847" y="1128359"/>
                  </a:lnTo>
                  <a:lnTo>
                    <a:pt x="19847" y="1128111"/>
                  </a:lnTo>
                  <a:lnTo>
                    <a:pt x="19847" y="1127864"/>
                  </a:lnTo>
                  <a:lnTo>
                    <a:pt x="19847" y="1127616"/>
                  </a:lnTo>
                  <a:lnTo>
                    <a:pt x="19847" y="1127368"/>
                  </a:lnTo>
                  <a:lnTo>
                    <a:pt x="19847" y="1127120"/>
                  </a:lnTo>
                  <a:lnTo>
                    <a:pt x="19847" y="1126872"/>
                  </a:lnTo>
                  <a:lnTo>
                    <a:pt x="19847" y="1126624"/>
                  </a:lnTo>
                  <a:lnTo>
                    <a:pt x="19847" y="1126376"/>
                  </a:lnTo>
                  <a:lnTo>
                    <a:pt x="19847" y="1126128"/>
                  </a:lnTo>
                  <a:lnTo>
                    <a:pt x="19847" y="1125880"/>
                  </a:lnTo>
                  <a:lnTo>
                    <a:pt x="19847" y="1125632"/>
                  </a:lnTo>
                  <a:lnTo>
                    <a:pt x="19847" y="1125384"/>
                  </a:lnTo>
                  <a:lnTo>
                    <a:pt x="19847" y="1125136"/>
                  </a:lnTo>
                  <a:lnTo>
                    <a:pt x="19847" y="1124888"/>
                  </a:lnTo>
                  <a:lnTo>
                    <a:pt x="19847" y="1124640"/>
                  </a:lnTo>
                  <a:lnTo>
                    <a:pt x="19847" y="1124392"/>
                  </a:lnTo>
                  <a:lnTo>
                    <a:pt x="19847" y="1124144"/>
                  </a:lnTo>
                  <a:lnTo>
                    <a:pt x="19847" y="1123897"/>
                  </a:lnTo>
                  <a:lnTo>
                    <a:pt x="19847" y="1123649"/>
                  </a:lnTo>
                  <a:lnTo>
                    <a:pt x="19847" y="1123401"/>
                  </a:lnTo>
                  <a:lnTo>
                    <a:pt x="19847" y="1123153"/>
                  </a:lnTo>
                  <a:lnTo>
                    <a:pt x="19847" y="1122905"/>
                  </a:lnTo>
                  <a:lnTo>
                    <a:pt x="19847" y="1122657"/>
                  </a:lnTo>
                  <a:lnTo>
                    <a:pt x="19847" y="1122409"/>
                  </a:lnTo>
                  <a:lnTo>
                    <a:pt x="19847" y="1122161"/>
                  </a:lnTo>
                  <a:lnTo>
                    <a:pt x="19847" y="1121913"/>
                  </a:lnTo>
                  <a:lnTo>
                    <a:pt x="19847" y="1121665"/>
                  </a:lnTo>
                  <a:lnTo>
                    <a:pt x="19847" y="1121417"/>
                  </a:lnTo>
                  <a:lnTo>
                    <a:pt x="19847" y="1121169"/>
                  </a:lnTo>
                  <a:lnTo>
                    <a:pt x="19847" y="1120921"/>
                  </a:lnTo>
                  <a:lnTo>
                    <a:pt x="19847" y="1120673"/>
                  </a:lnTo>
                  <a:lnTo>
                    <a:pt x="19847" y="1120425"/>
                  </a:lnTo>
                  <a:lnTo>
                    <a:pt x="19847" y="1120178"/>
                  </a:lnTo>
                  <a:lnTo>
                    <a:pt x="19847" y="1119930"/>
                  </a:lnTo>
                  <a:lnTo>
                    <a:pt x="19847" y="1119682"/>
                  </a:lnTo>
                  <a:lnTo>
                    <a:pt x="19847" y="1119434"/>
                  </a:lnTo>
                  <a:lnTo>
                    <a:pt x="19847" y="1119186"/>
                  </a:lnTo>
                  <a:lnTo>
                    <a:pt x="19847" y="1118938"/>
                  </a:lnTo>
                  <a:lnTo>
                    <a:pt x="19847" y="1118690"/>
                  </a:lnTo>
                  <a:lnTo>
                    <a:pt x="19847" y="1118442"/>
                  </a:lnTo>
                  <a:lnTo>
                    <a:pt x="19847" y="1118194"/>
                  </a:lnTo>
                  <a:lnTo>
                    <a:pt x="19847" y="1117946"/>
                  </a:lnTo>
                  <a:lnTo>
                    <a:pt x="19847" y="1117698"/>
                  </a:lnTo>
                  <a:lnTo>
                    <a:pt x="19847" y="1117450"/>
                  </a:lnTo>
                  <a:lnTo>
                    <a:pt x="19847" y="1117202"/>
                  </a:lnTo>
                  <a:lnTo>
                    <a:pt x="19847" y="1116954"/>
                  </a:lnTo>
                  <a:lnTo>
                    <a:pt x="19847" y="1116706"/>
                  </a:lnTo>
                  <a:lnTo>
                    <a:pt x="19847" y="1116458"/>
                  </a:lnTo>
                  <a:lnTo>
                    <a:pt x="19847" y="1116211"/>
                  </a:lnTo>
                  <a:lnTo>
                    <a:pt x="19847" y="1115963"/>
                  </a:lnTo>
                  <a:lnTo>
                    <a:pt x="19847" y="1115715"/>
                  </a:lnTo>
                  <a:lnTo>
                    <a:pt x="19847" y="1115467"/>
                  </a:lnTo>
                  <a:lnTo>
                    <a:pt x="19847" y="1115219"/>
                  </a:lnTo>
                  <a:lnTo>
                    <a:pt x="19847" y="1114971"/>
                  </a:lnTo>
                  <a:lnTo>
                    <a:pt x="19847" y="1114723"/>
                  </a:lnTo>
                  <a:lnTo>
                    <a:pt x="19847" y="1114475"/>
                  </a:lnTo>
                  <a:lnTo>
                    <a:pt x="19847" y="1114227"/>
                  </a:lnTo>
                  <a:lnTo>
                    <a:pt x="19847" y="1113979"/>
                  </a:lnTo>
                  <a:lnTo>
                    <a:pt x="19847" y="1113731"/>
                  </a:lnTo>
                  <a:lnTo>
                    <a:pt x="19847" y="1113483"/>
                  </a:lnTo>
                  <a:lnTo>
                    <a:pt x="19847" y="1113235"/>
                  </a:lnTo>
                  <a:lnTo>
                    <a:pt x="19847" y="1112987"/>
                  </a:lnTo>
                  <a:lnTo>
                    <a:pt x="19847" y="1112739"/>
                  </a:lnTo>
                  <a:lnTo>
                    <a:pt x="19847" y="1112491"/>
                  </a:lnTo>
                  <a:lnTo>
                    <a:pt x="19847" y="1112244"/>
                  </a:lnTo>
                  <a:lnTo>
                    <a:pt x="19847" y="1111996"/>
                  </a:lnTo>
                  <a:lnTo>
                    <a:pt x="19847" y="1111748"/>
                  </a:lnTo>
                  <a:lnTo>
                    <a:pt x="19847" y="1111500"/>
                  </a:lnTo>
                  <a:lnTo>
                    <a:pt x="19847" y="1111252"/>
                  </a:lnTo>
                  <a:lnTo>
                    <a:pt x="19847" y="1111004"/>
                  </a:lnTo>
                  <a:lnTo>
                    <a:pt x="19847" y="1110756"/>
                  </a:lnTo>
                  <a:lnTo>
                    <a:pt x="19847" y="1110508"/>
                  </a:lnTo>
                  <a:lnTo>
                    <a:pt x="19847" y="1110260"/>
                  </a:lnTo>
                  <a:lnTo>
                    <a:pt x="19847" y="1110012"/>
                  </a:lnTo>
                  <a:lnTo>
                    <a:pt x="19847" y="1109764"/>
                  </a:lnTo>
                  <a:lnTo>
                    <a:pt x="19847" y="1109516"/>
                  </a:lnTo>
                  <a:lnTo>
                    <a:pt x="19847" y="1109268"/>
                  </a:lnTo>
                  <a:lnTo>
                    <a:pt x="19847" y="1109020"/>
                  </a:lnTo>
                  <a:lnTo>
                    <a:pt x="19847" y="1108772"/>
                  </a:lnTo>
                  <a:lnTo>
                    <a:pt x="19847" y="1108524"/>
                  </a:lnTo>
                  <a:lnTo>
                    <a:pt x="19847" y="1108277"/>
                  </a:lnTo>
                  <a:lnTo>
                    <a:pt x="19847" y="1108029"/>
                  </a:lnTo>
                  <a:lnTo>
                    <a:pt x="19847" y="1107781"/>
                  </a:lnTo>
                  <a:lnTo>
                    <a:pt x="19847" y="1107533"/>
                  </a:lnTo>
                  <a:lnTo>
                    <a:pt x="19847" y="1107285"/>
                  </a:lnTo>
                  <a:lnTo>
                    <a:pt x="19847" y="1107037"/>
                  </a:lnTo>
                  <a:lnTo>
                    <a:pt x="19847" y="1106789"/>
                  </a:lnTo>
                  <a:lnTo>
                    <a:pt x="19847" y="1106541"/>
                  </a:lnTo>
                  <a:lnTo>
                    <a:pt x="19847" y="1106293"/>
                  </a:lnTo>
                  <a:lnTo>
                    <a:pt x="19847" y="1106045"/>
                  </a:lnTo>
                  <a:lnTo>
                    <a:pt x="19847" y="1105797"/>
                  </a:lnTo>
                  <a:lnTo>
                    <a:pt x="19847" y="1105549"/>
                  </a:lnTo>
                  <a:lnTo>
                    <a:pt x="19847" y="1105301"/>
                  </a:lnTo>
                  <a:lnTo>
                    <a:pt x="19847" y="1105053"/>
                  </a:lnTo>
                  <a:lnTo>
                    <a:pt x="20556" y="1105053"/>
                  </a:lnTo>
                  <a:lnTo>
                    <a:pt x="20556" y="1104805"/>
                  </a:lnTo>
                  <a:lnTo>
                    <a:pt x="21264" y="1104805"/>
                  </a:lnTo>
                  <a:lnTo>
                    <a:pt x="21264" y="1104557"/>
                  </a:lnTo>
                  <a:lnTo>
                    <a:pt x="21264" y="1104310"/>
                  </a:lnTo>
                  <a:lnTo>
                    <a:pt x="21264" y="1104062"/>
                  </a:lnTo>
                  <a:lnTo>
                    <a:pt x="21264" y="1103814"/>
                  </a:lnTo>
                  <a:lnTo>
                    <a:pt x="21264" y="1103566"/>
                  </a:lnTo>
                  <a:lnTo>
                    <a:pt x="21264" y="1103318"/>
                  </a:lnTo>
                  <a:lnTo>
                    <a:pt x="21264" y="1103070"/>
                  </a:lnTo>
                  <a:lnTo>
                    <a:pt x="21264" y="1102822"/>
                  </a:lnTo>
                  <a:lnTo>
                    <a:pt x="21264" y="1102574"/>
                  </a:lnTo>
                  <a:lnTo>
                    <a:pt x="21264" y="1102326"/>
                  </a:lnTo>
                  <a:lnTo>
                    <a:pt x="21264" y="1102078"/>
                  </a:lnTo>
                  <a:lnTo>
                    <a:pt x="21264" y="1101830"/>
                  </a:lnTo>
                  <a:lnTo>
                    <a:pt x="21264" y="1101582"/>
                  </a:lnTo>
                  <a:lnTo>
                    <a:pt x="21264" y="1101334"/>
                  </a:lnTo>
                  <a:lnTo>
                    <a:pt x="21264" y="1101086"/>
                  </a:lnTo>
                  <a:lnTo>
                    <a:pt x="21264" y="1100838"/>
                  </a:lnTo>
                  <a:lnTo>
                    <a:pt x="21264" y="1100591"/>
                  </a:lnTo>
                  <a:lnTo>
                    <a:pt x="21264" y="1100343"/>
                  </a:lnTo>
                  <a:lnTo>
                    <a:pt x="21264" y="1100095"/>
                  </a:lnTo>
                  <a:lnTo>
                    <a:pt x="21264" y="1099847"/>
                  </a:lnTo>
                  <a:lnTo>
                    <a:pt x="21264" y="1099599"/>
                  </a:lnTo>
                  <a:lnTo>
                    <a:pt x="21264" y="1099351"/>
                  </a:lnTo>
                  <a:lnTo>
                    <a:pt x="21264" y="1099103"/>
                  </a:lnTo>
                  <a:lnTo>
                    <a:pt x="21264" y="1098855"/>
                  </a:lnTo>
                  <a:lnTo>
                    <a:pt x="21264" y="1098607"/>
                  </a:lnTo>
                  <a:lnTo>
                    <a:pt x="21264" y="1098359"/>
                  </a:lnTo>
                  <a:lnTo>
                    <a:pt x="21264" y="1098111"/>
                  </a:lnTo>
                  <a:lnTo>
                    <a:pt x="21264" y="1097863"/>
                  </a:lnTo>
                  <a:lnTo>
                    <a:pt x="21264" y="1097615"/>
                  </a:lnTo>
                  <a:lnTo>
                    <a:pt x="21264" y="1097367"/>
                  </a:lnTo>
                  <a:lnTo>
                    <a:pt x="21264" y="1097119"/>
                  </a:lnTo>
                  <a:lnTo>
                    <a:pt x="21264" y="1096871"/>
                  </a:lnTo>
                  <a:lnTo>
                    <a:pt x="21264" y="1096624"/>
                  </a:lnTo>
                  <a:lnTo>
                    <a:pt x="21264" y="1096376"/>
                  </a:lnTo>
                  <a:lnTo>
                    <a:pt x="21264" y="1096128"/>
                  </a:lnTo>
                  <a:lnTo>
                    <a:pt x="21264" y="1095880"/>
                  </a:lnTo>
                  <a:lnTo>
                    <a:pt x="21264" y="1095632"/>
                  </a:lnTo>
                  <a:lnTo>
                    <a:pt x="21264" y="1095384"/>
                  </a:lnTo>
                  <a:lnTo>
                    <a:pt x="21264" y="1095136"/>
                  </a:lnTo>
                  <a:lnTo>
                    <a:pt x="21264" y="1094888"/>
                  </a:lnTo>
                  <a:lnTo>
                    <a:pt x="21264" y="1094640"/>
                  </a:lnTo>
                  <a:lnTo>
                    <a:pt x="21264" y="1094392"/>
                  </a:lnTo>
                  <a:lnTo>
                    <a:pt x="21264" y="1094144"/>
                  </a:lnTo>
                  <a:lnTo>
                    <a:pt x="21264" y="1093896"/>
                  </a:lnTo>
                  <a:lnTo>
                    <a:pt x="21264" y="1093648"/>
                  </a:lnTo>
                  <a:lnTo>
                    <a:pt x="21264" y="1093400"/>
                  </a:lnTo>
                  <a:lnTo>
                    <a:pt x="21264" y="1093152"/>
                  </a:lnTo>
                  <a:lnTo>
                    <a:pt x="21264" y="1092904"/>
                  </a:lnTo>
                  <a:lnTo>
                    <a:pt x="21264" y="1092657"/>
                  </a:lnTo>
                  <a:lnTo>
                    <a:pt x="21264" y="1092409"/>
                  </a:lnTo>
                  <a:lnTo>
                    <a:pt x="21264" y="1092161"/>
                  </a:lnTo>
                  <a:lnTo>
                    <a:pt x="21264" y="1091913"/>
                  </a:lnTo>
                  <a:lnTo>
                    <a:pt x="21264" y="1091665"/>
                  </a:lnTo>
                  <a:lnTo>
                    <a:pt x="21264" y="1091417"/>
                  </a:lnTo>
                  <a:lnTo>
                    <a:pt x="21264" y="1091169"/>
                  </a:lnTo>
                  <a:lnTo>
                    <a:pt x="21264" y="1090921"/>
                  </a:lnTo>
                  <a:lnTo>
                    <a:pt x="21264" y="1090673"/>
                  </a:lnTo>
                  <a:lnTo>
                    <a:pt x="21264" y="1090425"/>
                  </a:lnTo>
                  <a:lnTo>
                    <a:pt x="21264" y="1090177"/>
                  </a:lnTo>
                  <a:lnTo>
                    <a:pt x="21264" y="1089929"/>
                  </a:lnTo>
                  <a:lnTo>
                    <a:pt x="21264" y="1089681"/>
                  </a:lnTo>
                  <a:lnTo>
                    <a:pt x="21264" y="1089433"/>
                  </a:lnTo>
                  <a:lnTo>
                    <a:pt x="21264" y="1089185"/>
                  </a:lnTo>
                  <a:lnTo>
                    <a:pt x="21264" y="1088937"/>
                  </a:lnTo>
                  <a:lnTo>
                    <a:pt x="21264" y="1088690"/>
                  </a:lnTo>
                  <a:lnTo>
                    <a:pt x="21264" y="1088442"/>
                  </a:lnTo>
                  <a:lnTo>
                    <a:pt x="21264" y="1088194"/>
                  </a:lnTo>
                  <a:lnTo>
                    <a:pt x="21264" y="1087946"/>
                  </a:lnTo>
                  <a:lnTo>
                    <a:pt x="21264" y="1087698"/>
                  </a:lnTo>
                  <a:lnTo>
                    <a:pt x="21264" y="1087450"/>
                  </a:lnTo>
                  <a:lnTo>
                    <a:pt x="21264" y="1087202"/>
                  </a:lnTo>
                  <a:lnTo>
                    <a:pt x="21264" y="1086954"/>
                  </a:lnTo>
                  <a:lnTo>
                    <a:pt x="21264" y="1086706"/>
                  </a:lnTo>
                  <a:lnTo>
                    <a:pt x="21264" y="1086458"/>
                  </a:lnTo>
                  <a:lnTo>
                    <a:pt x="21264" y="1086210"/>
                  </a:lnTo>
                  <a:lnTo>
                    <a:pt x="21264" y="1085962"/>
                  </a:lnTo>
                  <a:lnTo>
                    <a:pt x="21264" y="1085714"/>
                  </a:lnTo>
                  <a:lnTo>
                    <a:pt x="21264" y="1085466"/>
                  </a:lnTo>
                  <a:lnTo>
                    <a:pt x="21264" y="1085218"/>
                  </a:lnTo>
                  <a:lnTo>
                    <a:pt x="21264" y="1084970"/>
                  </a:lnTo>
                  <a:lnTo>
                    <a:pt x="21264" y="1084723"/>
                  </a:lnTo>
                  <a:lnTo>
                    <a:pt x="21264" y="1084475"/>
                  </a:lnTo>
                  <a:lnTo>
                    <a:pt x="21264" y="1084227"/>
                  </a:lnTo>
                  <a:lnTo>
                    <a:pt x="21264" y="1083979"/>
                  </a:lnTo>
                  <a:lnTo>
                    <a:pt x="21264" y="1083731"/>
                  </a:lnTo>
                  <a:lnTo>
                    <a:pt x="21264" y="1083483"/>
                  </a:lnTo>
                  <a:lnTo>
                    <a:pt x="21264" y="1083235"/>
                  </a:lnTo>
                  <a:lnTo>
                    <a:pt x="21264" y="1082987"/>
                  </a:lnTo>
                  <a:lnTo>
                    <a:pt x="21264" y="1082739"/>
                  </a:lnTo>
                  <a:lnTo>
                    <a:pt x="21264" y="1082491"/>
                  </a:lnTo>
                  <a:lnTo>
                    <a:pt x="21264" y="1082243"/>
                  </a:lnTo>
                  <a:lnTo>
                    <a:pt x="21264" y="1081995"/>
                  </a:lnTo>
                  <a:lnTo>
                    <a:pt x="21264" y="1081747"/>
                  </a:lnTo>
                  <a:lnTo>
                    <a:pt x="21264" y="1081499"/>
                  </a:lnTo>
                  <a:lnTo>
                    <a:pt x="21264" y="1081251"/>
                  </a:lnTo>
                  <a:lnTo>
                    <a:pt x="21264" y="1081004"/>
                  </a:lnTo>
                  <a:lnTo>
                    <a:pt x="21264" y="1080756"/>
                  </a:lnTo>
                  <a:lnTo>
                    <a:pt x="21264" y="1080508"/>
                  </a:lnTo>
                  <a:lnTo>
                    <a:pt x="21264" y="1080260"/>
                  </a:lnTo>
                  <a:lnTo>
                    <a:pt x="21264" y="1080012"/>
                  </a:lnTo>
                  <a:lnTo>
                    <a:pt x="21264" y="1079764"/>
                  </a:lnTo>
                  <a:lnTo>
                    <a:pt x="21264" y="1079516"/>
                  </a:lnTo>
                  <a:lnTo>
                    <a:pt x="21264" y="1079268"/>
                  </a:lnTo>
                  <a:lnTo>
                    <a:pt x="21264" y="1079020"/>
                  </a:lnTo>
                  <a:lnTo>
                    <a:pt x="21264" y="1078772"/>
                  </a:lnTo>
                  <a:lnTo>
                    <a:pt x="21264" y="1078524"/>
                  </a:lnTo>
                  <a:lnTo>
                    <a:pt x="21264" y="1078276"/>
                  </a:lnTo>
                  <a:lnTo>
                    <a:pt x="21264" y="1078028"/>
                  </a:lnTo>
                  <a:lnTo>
                    <a:pt x="21264" y="1077780"/>
                  </a:lnTo>
                  <a:lnTo>
                    <a:pt x="21264" y="1077532"/>
                  </a:lnTo>
                  <a:lnTo>
                    <a:pt x="21264" y="1077284"/>
                  </a:lnTo>
                  <a:lnTo>
                    <a:pt x="21264" y="1077037"/>
                  </a:lnTo>
                  <a:lnTo>
                    <a:pt x="21264" y="1076789"/>
                  </a:lnTo>
                  <a:lnTo>
                    <a:pt x="21264" y="1076541"/>
                  </a:lnTo>
                  <a:lnTo>
                    <a:pt x="21264" y="1076293"/>
                  </a:lnTo>
                  <a:lnTo>
                    <a:pt x="21264" y="1076045"/>
                  </a:lnTo>
                  <a:lnTo>
                    <a:pt x="21264" y="1075797"/>
                  </a:lnTo>
                  <a:lnTo>
                    <a:pt x="21264" y="1075549"/>
                  </a:lnTo>
                  <a:lnTo>
                    <a:pt x="21264" y="1075301"/>
                  </a:lnTo>
                  <a:lnTo>
                    <a:pt x="21264" y="1075053"/>
                  </a:lnTo>
                  <a:lnTo>
                    <a:pt x="21264" y="1074805"/>
                  </a:lnTo>
                  <a:lnTo>
                    <a:pt x="21264" y="1074557"/>
                  </a:lnTo>
                  <a:lnTo>
                    <a:pt x="21264" y="1074309"/>
                  </a:lnTo>
                  <a:lnTo>
                    <a:pt x="21264" y="1074061"/>
                  </a:lnTo>
                  <a:lnTo>
                    <a:pt x="21264" y="1073813"/>
                  </a:lnTo>
                  <a:lnTo>
                    <a:pt x="21264" y="1073565"/>
                  </a:lnTo>
                  <a:lnTo>
                    <a:pt x="21264" y="1073317"/>
                  </a:lnTo>
                  <a:lnTo>
                    <a:pt x="21264" y="1073070"/>
                  </a:lnTo>
                  <a:lnTo>
                    <a:pt x="21264" y="1072822"/>
                  </a:lnTo>
                  <a:lnTo>
                    <a:pt x="21264" y="1072574"/>
                  </a:lnTo>
                  <a:lnTo>
                    <a:pt x="21264" y="1072326"/>
                  </a:lnTo>
                  <a:lnTo>
                    <a:pt x="21264" y="1072078"/>
                  </a:lnTo>
                  <a:lnTo>
                    <a:pt x="21264" y="1071830"/>
                  </a:lnTo>
                  <a:lnTo>
                    <a:pt x="21264" y="1071582"/>
                  </a:lnTo>
                  <a:lnTo>
                    <a:pt x="21264" y="1071334"/>
                  </a:lnTo>
                  <a:lnTo>
                    <a:pt x="21264" y="1071086"/>
                  </a:lnTo>
                  <a:lnTo>
                    <a:pt x="21264" y="1070838"/>
                  </a:lnTo>
                  <a:lnTo>
                    <a:pt x="21264" y="1070590"/>
                  </a:lnTo>
                  <a:lnTo>
                    <a:pt x="21264" y="1070342"/>
                  </a:lnTo>
                  <a:lnTo>
                    <a:pt x="21264" y="1070094"/>
                  </a:lnTo>
                  <a:lnTo>
                    <a:pt x="21264" y="1069846"/>
                  </a:lnTo>
                  <a:lnTo>
                    <a:pt x="21264" y="1069598"/>
                  </a:lnTo>
                  <a:lnTo>
                    <a:pt x="21264" y="1069350"/>
                  </a:lnTo>
                  <a:lnTo>
                    <a:pt x="21264" y="1069103"/>
                  </a:lnTo>
                  <a:lnTo>
                    <a:pt x="21264" y="1068855"/>
                  </a:lnTo>
                  <a:lnTo>
                    <a:pt x="21264" y="1068607"/>
                  </a:lnTo>
                  <a:lnTo>
                    <a:pt x="21264" y="1068359"/>
                  </a:lnTo>
                  <a:lnTo>
                    <a:pt x="21973" y="1068359"/>
                  </a:lnTo>
                  <a:lnTo>
                    <a:pt x="21973" y="1068111"/>
                  </a:lnTo>
                  <a:lnTo>
                    <a:pt x="21973" y="1067863"/>
                  </a:lnTo>
                  <a:lnTo>
                    <a:pt x="21973" y="1067615"/>
                  </a:lnTo>
                  <a:lnTo>
                    <a:pt x="21973" y="1067367"/>
                  </a:lnTo>
                  <a:lnTo>
                    <a:pt x="21973" y="1067119"/>
                  </a:lnTo>
                  <a:lnTo>
                    <a:pt x="21973" y="1066871"/>
                  </a:lnTo>
                  <a:lnTo>
                    <a:pt x="21973" y="1066623"/>
                  </a:lnTo>
                  <a:lnTo>
                    <a:pt x="21973" y="1066375"/>
                  </a:lnTo>
                  <a:lnTo>
                    <a:pt x="21973" y="1066127"/>
                  </a:lnTo>
                  <a:lnTo>
                    <a:pt x="21973" y="1065879"/>
                  </a:lnTo>
                  <a:lnTo>
                    <a:pt x="21973" y="1065631"/>
                  </a:lnTo>
                  <a:lnTo>
                    <a:pt x="21973" y="1065383"/>
                  </a:lnTo>
                  <a:lnTo>
                    <a:pt x="21973" y="1065136"/>
                  </a:lnTo>
                  <a:lnTo>
                    <a:pt x="21973" y="1064888"/>
                  </a:lnTo>
                  <a:lnTo>
                    <a:pt x="21973" y="1064640"/>
                  </a:lnTo>
                  <a:lnTo>
                    <a:pt x="21973" y="1064392"/>
                  </a:lnTo>
                  <a:lnTo>
                    <a:pt x="21973" y="1064144"/>
                  </a:lnTo>
                  <a:lnTo>
                    <a:pt x="21973" y="1063896"/>
                  </a:lnTo>
                  <a:lnTo>
                    <a:pt x="21973" y="1063648"/>
                  </a:lnTo>
                  <a:lnTo>
                    <a:pt x="21973" y="1063400"/>
                  </a:lnTo>
                  <a:lnTo>
                    <a:pt x="21973" y="1063152"/>
                  </a:lnTo>
                  <a:lnTo>
                    <a:pt x="21973" y="1062904"/>
                  </a:lnTo>
                  <a:lnTo>
                    <a:pt x="21973" y="1062656"/>
                  </a:lnTo>
                  <a:lnTo>
                    <a:pt x="21973" y="1062408"/>
                  </a:lnTo>
                  <a:lnTo>
                    <a:pt x="21973" y="1062160"/>
                  </a:lnTo>
                  <a:lnTo>
                    <a:pt x="21973" y="1061912"/>
                  </a:lnTo>
                  <a:lnTo>
                    <a:pt x="21973" y="1061664"/>
                  </a:lnTo>
                  <a:lnTo>
                    <a:pt x="21973" y="1061417"/>
                  </a:lnTo>
                  <a:lnTo>
                    <a:pt x="21973" y="1061169"/>
                  </a:lnTo>
                  <a:lnTo>
                    <a:pt x="21973" y="1060921"/>
                  </a:lnTo>
                  <a:lnTo>
                    <a:pt x="21973" y="1060673"/>
                  </a:lnTo>
                  <a:lnTo>
                    <a:pt x="21973" y="1060425"/>
                  </a:lnTo>
                  <a:lnTo>
                    <a:pt x="21973" y="1060177"/>
                  </a:lnTo>
                  <a:lnTo>
                    <a:pt x="21973" y="1059929"/>
                  </a:lnTo>
                  <a:lnTo>
                    <a:pt x="21973" y="1059681"/>
                  </a:lnTo>
                  <a:lnTo>
                    <a:pt x="21973" y="1059433"/>
                  </a:lnTo>
                  <a:lnTo>
                    <a:pt x="21973" y="1059185"/>
                  </a:lnTo>
                  <a:lnTo>
                    <a:pt x="21973" y="1058937"/>
                  </a:lnTo>
                  <a:lnTo>
                    <a:pt x="21973" y="1058689"/>
                  </a:lnTo>
                  <a:lnTo>
                    <a:pt x="22682" y="1058689"/>
                  </a:lnTo>
                  <a:lnTo>
                    <a:pt x="22682" y="1058441"/>
                  </a:lnTo>
                  <a:lnTo>
                    <a:pt x="22682" y="1058193"/>
                  </a:lnTo>
                  <a:lnTo>
                    <a:pt x="22682" y="1057945"/>
                  </a:lnTo>
                  <a:lnTo>
                    <a:pt x="22682" y="1057697"/>
                  </a:lnTo>
                  <a:lnTo>
                    <a:pt x="22682" y="1057450"/>
                  </a:lnTo>
                  <a:lnTo>
                    <a:pt x="22682" y="1057202"/>
                  </a:lnTo>
                  <a:lnTo>
                    <a:pt x="22682" y="1056954"/>
                  </a:lnTo>
                  <a:lnTo>
                    <a:pt x="22682" y="1056706"/>
                  </a:lnTo>
                  <a:lnTo>
                    <a:pt x="22682" y="1056458"/>
                  </a:lnTo>
                  <a:lnTo>
                    <a:pt x="22682" y="1056210"/>
                  </a:lnTo>
                  <a:lnTo>
                    <a:pt x="22682" y="1055962"/>
                  </a:lnTo>
                  <a:lnTo>
                    <a:pt x="22682" y="1055714"/>
                  </a:lnTo>
                  <a:lnTo>
                    <a:pt x="22682" y="1055466"/>
                  </a:lnTo>
                  <a:lnTo>
                    <a:pt x="22682" y="1055218"/>
                  </a:lnTo>
                  <a:lnTo>
                    <a:pt x="22682" y="1054970"/>
                  </a:lnTo>
                  <a:lnTo>
                    <a:pt x="22682" y="1054722"/>
                  </a:lnTo>
                  <a:lnTo>
                    <a:pt x="22682" y="1054474"/>
                  </a:lnTo>
                  <a:lnTo>
                    <a:pt x="23391" y="1054474"/>
                  </a:lnTo>
                  <a:lnTo>
                    <a:pt x="23391" y="1054226"/>
                  </a:lnTo>
                  <a:lnTo>
                    <a:pt x="23391" y="1053978"/>
                  </a:lnTo>
                  <a:lnTo>
                    <a:pt x="23391" y="1053730"/>
                  </a:lnTo>
                  <a:lnTo>
                    <a:pt x="23391" y="1053483"/>
                  </a:lnTo>
                  <a:lnTo>
                    <a:pt x="23391" y="1053235"/>
                  </a:lnTo>
                  <a:lnTo>
                    <a:pt x="23391" y="1052987"/>
                  </a:lnTo>
                  <a:lnTo>
                    <a:pt x="23391" y="1052739"/>
                  </a:lnTo>
                  <a:lnTo>
                    <a:pt x="23391" y="1052491"/>
                  </a:lnTo>
                  <a:lnTo>
                    <a:pt x="23391" y="1052243"/>
                  </a:lnTo>
                  <a:lnTo>
                    <a:pt x="23391" y="1051995"/>
                  </a:lnTo>
                  <a:lnTo>
                    <a:pt x="23391" y="1051747"/>
                  </a:lnTo>
                  <a:lnTo>
                    <a:pt x="23391" y="1051499"/>
                  </a:lnTo>
                  <a:lnTo>
                    <a:pt x="23391" y="1051251"/>
                  </a:lnTo>
                  <a:lnTo>
                    <a:pt x="23391" y="1051003"/>
                  </a:lnTo>
                  <a:lnTo>
                    <a:pt x="23391" y="1050755"/>
                  </a:lnTo>
                  <a:lnTo>
                    <a:pt x="23391" y="1050507"/>
                  </a:lnTo>
                  <a:lnTo>
                    <a:pt x="23391" y="1050259"/>
                  </a:lnTo>
                  <a:lnTo>
                    <a:pt x="23391" y="1050011"/>
                  </a:lnTo>
                  <a:lnTo>
                    <a:pt x="23391" y="1049763"/>
                  </a:lnTo>
                  <a:lnTo>
                    <a:pt x="23391" y="1049516"/>
                  </a:lnTo>
                  <a:lnTo>
                    <a:pt x="23391" y="1049268"/>
                  </a:lnTo>
                  <a:lnTo>
                    <a:pt x="23391" y="1049020"/>
                  </a:lnTo>
                  <a:lnTo>
                    <a:pt x="23391" y="1048772"/>
                  </a:lnTo>
                  <a:lnTo>
                    <a:pt x="23391" y="1048524"/>
                  </a:lnTo>
                  <a:lnTo>
                    <a:pt x="23391" y="1048276"/>
                  </a:lnTo>
                  <a:lnTo>
                    <a:pt x="23391" y="1048028"/>
                  </a:lnTo>
                  <a:lnTo>
                    <a:pt x="23391" y="1047780"/>
                  </a:lnTo>
                  <a:lnTo>
                    <a:pt x="23391" y="1047532"/>
                  </a:lnTo>
                  <a:lnTo>
                    <a:pt x="23391" y="1047284"/>
                  </a:lnTo>
                  <a:lnTo>
                    <a:pt x="23391" y="1047036"/>
                  </a:lnTo>
                  <a:lnTo>
                    <a:pt x="23391" y="1046788"/>
                  </a:lnTo>
                  <a:lnTo>
                    <a:pt x="23391" y="1046540"/>
                  </a:lnTo>
                  <a:lnTo>
                    <a:pt x="23391" y="1046292"/>
                  </a:lnTo>
                  <a:lnTo>
                    <a:pt x="23391" y="1046044"/>
                  </a:lnTo>
                  <a:lnTo>
                    <a:pt x="23391" y="1045796"/>
                  </a:lnTo>
                  <a:lnTo>
                    <a:pt x="23391" y="1045549"/>
                  </a:lnTo>
                  <a:lnTo>
                    <a:pt x="23391" y="1045301"/>
                  </a:lnTo>
                  <a:lnTo>
                    <a:pt x="23391" y="1045053"/>
                  </a:lnTo>
                  <a:lnTo>
                    <a:pt x="23391" y="1044805"/>
                  </a:lnTo>
                  <a:lnTo>
                    <a:pt x="23391" y="1044557"/>
                  </a:lnTo>
                  <a:lnTo>
                    <a:pt x="23391" y="1044309"/>
                  </a:lnTo>
                  <a:lnTo>
                    <a:pt x="23391" y="1044061"/>
                  </a:lnTo>
                  <a:lnTo>
                    <a:pt x="23391" y="1043813"/>
                  </a:lnTo>
                  <a:lnTo>
                    <a:pt x="23391" y="1043565"/>
                  </a:lnTo>
                  <a:lnTo>
                    <a:pt x="23391" y="1043317"/>
                  </a:lnTo>
                  <a:lnTo>
                    <a:pt x="23391" y="1043069"/>
                  </a:lnTo>
                  <a:lnTo>
                    <a:pt x="23391" y="1042821"/>
                  </a:lnTo>
                  <a:lnTo>
                    <a:pt x="23391" y="1042573"/>
                  </a:lnTo>
                  <a:lnTo>
                    <a:pt x="23391" y="1042325"/>
                  </a:lnTo>
                  <a:lnTo>
                    <a:pt x="23391" y="1042077"/>
                  </a:lnTo>
                  <a:lnTo>
                    <a:pt x="23391" y="1041830"/>
                  </a:lnTo>
                  <a:lnTo>
                    <a:pt x="23391" y="1041582"/>
                  </a:lnTo>
                  <a:lnTo>
                    <a:pt x="23391" y="1041334"/>
                  </a:lnTo>
                  <a:lnTo>
                    <a:pt x="23391" y="1041086"/>
                  </a:lnTo>
                  <a:lnTo>
                    <a:pt x="23391" y="1040838"/>
                  </a:lnTo>
                  <a:lnTo>
                    <a:pt x="23391" y="1040590"/>
                  </a:lnTo>
                  <a:lnTo>
                    <a:pt x="23391" y="1040342"/>
                  </a:lnTo>
                  <a:lnTo>
                    <a:pt x="23391" y="1040094"/>
                  </a:lnTo>
                  <a:lnTo>
                    <a:pt x="23391" y="1039846"/>
                  </a:lnTo>
                  <a:lnTo>
                    <a:pt x="23391" y="1039598"/>
                  </a:lnTo>
                  <a:lnTo>
                    <a:pt x="23391" y="1039350"/>
                  </a:lnTo>
                  <a:lnTo>
                    <a:pt x="23391" y="1039102"/>
                  </a:lnTo>
                  <a:lnTo>
                    <a:pt x="23391" y="1038854"/>
                  </a:lnTo>
                  <a:lnTo>
                    <a:pt x="23391" y="1038606"/>
                  </a:lnTo>
                  <a:lnTo>
                    <a:pt x="23391" y="1038358"/>
                  </a:lnTo>
                  <a:lnTo>
                    <a:pt x="23391" y="1038110"/>
                  </a:lnTo>
                  <a:lnTo>
                    <a:pt x="23391" y="1037863"/>
                  </a:lnTo>
                  <a:lnTo>
                    <a:pt x="23391" y="1037615"/>
                  </a:lnTo>
                  <a:lnTo>
                    <a:pt x="23391" y="1037367"/>
                  </a:lnTo>
                  <a:lnTo>
                    <a:pt x="23391" y="1037119"/>
                  </a:lnTo>
                  <a:lnTo>
                    <a:pt x="23391" y="1036871"/>
                  </a:lnTo>
                  <a:lnTo>
                    <a:pt x="23391" y="1036623"/>
                  </a:lnTo>
                  <a:lnTo>
                    <a:pt x="23391" y="1036375"/>
                  </a:lnTo>
                  <a:lnTo>
                    <a:pt x="23391" y="1036127"/>
                  </a:lnTo>
                  <a:lnTo>
                    <a:pt x="24100" y="1036127"/>
                  </a:lnTo>
                  <a:lnTo>
                    <a:pt x="24100" y="1035879"/>
                  </a:lnTo>
                  <a:lnTo>
                    <a:pt x="24100" y="1035631"/>
                  </a:lnTo>
                  <a:lnTo>
                    <a:pt x="24100" y="1035383"/>
                  </a:lnTo>
                  <a:lnTo>
                    <a:pt x="24100" y="1035135"/>
                  </a:lnTo>
                  <a:lnTo>
                    <a:pt x="24100" y="1034887"/>
                  </a:lnTo>
                  <a:lnTo>
                    <a:pt x="24100" y="1034639"/>
                  </a:lnTo>
                  <a:lnTo>
                    <a:pt x="24100" y="1034391"/>
                  </a:lnTo>
                  <a:lnTo>
                    <a:pt x="24100" y="1034143"/>
                  </a:lnTo>
                  <a:lnTo>
                    <a:pt x="24100" y="1033896"/>
                  </a:lnTo>
                  <a:lnTo>
                    <a:pt x="24100" y="1033648"/>
                  </a:lnTo>
                  <a:lnTo>
                    <a:pt x="24100" y="1033400"/>
                  </a:lnTo>
                  <a:lnTo>
                    <a:pt x="24100" y="1033152"/>
                  </a:lnTo>
                  <a:lnTo>
                    <a:pt x="24100" y="1032904"/>
                  </a:lnTo>
                  <a:lnTo>
                    <a:pt x="24100" y="1032656"/>
                  </a:lnTo>
                  <a:lnTo>
                    <a:pt x="24100" y="1032408"/>
                  </a:lnTo>
                  <a:lnTo>
                    <a:pt x="24100" y="1032160"/>
                  </a:lnTo>
                  <a:lnTo>
                    <a:pt x="24100" y="1031912"/>
                  </a:lnTo>
                  <a:lnTo>
                    <a:pt x="24100" y="1031664"/>
                  </a:lnTo>
                  <a:lnTo>
                    <a:pt x="24100" y="1031416"/>
                  </a:lnTo>
                  <a:lnTo>
                    <a:pt x="24100" y="1031168"/>
                  </a:lnTo>
                  <a:lnTo>
                    <a:pt x="24100" y="1030920"/>
                  </a:lnTo>
                  <a:lnTo>
                    <a:pt x="24100" y="1030672"/>
                  </a:lnTo>
                  <a:lnTo>
                    <a:pt x="24100" y="1030424"/>
                  </a:lnTo>
                  <a:lnTo>
                    <a:pt x="24100" y="1030176"/>
                  </a:lnTo>
                  <a:lnTo>
                    <a:pt x="24100" y="1029929"/>
                  </a:lnTo>
                  <a:lnTo>
                    <a:pt x="24100" y="1029681"/>
                  </a:lnTo>
                  <a:lnTo>
                    <a:pt x="24100" y="1029433"/>
                  </a:lnTo>
                  <a:lnTo>
                    <a:pt x="24100" y="1029185"/>
                  </a:lnTo>
                  <a:lnTo>
                    <a:pt x="24100" y="1028937"/>
                  </a:lnTo>
                  <a:lnTo>
                    <a:pt x="24100" y="1028689"/>
                  </a:lnTo>
                  <a:lnTo>
                    <a:pt x="24100" y="1028441"/>
                  </a:lnTo>
                  <a:lnTo>
                    <a:pt x="24100" y="1028193"/>
                  </a:lnTo>
                  <a:lnTo>
                    <a:pt x="24100" y="1027945"/>
                  </a:lnTo>
                  <a:lnTo>
                    <a:pt x="24100" y="1027697"/>
                  </a:lnTo>
                  <a:lnTo>
                    <a:pt x="24100" y="1027449"/>
                  </a:lnTo>
                  <a:lnTo>
                    <a:pt x="24100" y="1027201"/>
                  </a:lnTo>
                  <a:lnTo>
                    <a:pt x="24100" y="1026953"/>
                  </a:lnTo>
                  <a:lnTo>
                    <a:pt x="24100" y="1026705"/>
                  </a:lnTo>
                  <a:lnTo>
                    <a:pt x="24100" y="1026457"/>
                  </a:lnTo>
                  <a:lnTo>
                    <a:pt x="24100" y="1026210"/>
                  </a:lnTo>
                  <a:lnTo>
                    <a:pt x="24100" y="1025962"/>
                  </a:lnTo>
                  <a:lnTo>
                    <a:pt x="24100" y="1025714"/>
                  </a:lnTo>
                  <a:lnTo>
                    <a:pt x="24100" y="1025466"/>
                  </a:lnTo>
                  <a:lnTo>
                    <a:pt x="24100" y="1025218"/>
                  </a:lnTo>
                  <a:lnTo>
                    <a:pt x="24100" y="1024970"/>
                  </a:lnTo>
                  <a:lnTo>
                    <a:pt x="24100" y="1024722"/>
                  </a:lnTo>
                  <a:lnTo>
                    <a:pt x="24100" y="1024474"/>
                  </a:lnTo>
                  <a:lnTo>
                    <a:pt x="24100" y="1024226"/>
                  </a:lnTo>
                  <a:lnTo>
                    <a:pt x="24100" y="1023978"/>
                  </a:lnTo>
                  <a:lnTo>
                    <a:pt x="24100" y="1023730"/>
                  </a:lnTo>
                  <a:lnTo>
                    <a:pt x="24100" y="1023482"/>
                  </a:lnTo>
                  <a:lnTo>
                    <a:pt x="24100" y="1023234"/>
                  </a:lnTo>
                  <a:lnTo>
                    <a:pt x="24100" y="1022986"/>
                  </a:lnTo>
                  <a:lnTo>
                    <a:pt x="24100" y="1022738"/>
                  </a:lnTo>
                  <a:lnTo>
                    <a:pt x="24100" y="1022490"/>
                  </a:lnTo>
                  <a:lnTo>
                    <a:pt x="24100" y="1022243"/>
                  </a:lnTo>
                  <a:lnTo>
                    <a:pt x="24100" y="1021995"/>
                  </a:lnTo>
                  <a:lnTo>
                    <a:pt x="24100" y="1021747"/>
                  </a:lnTo>
                  <a:lnTo>
                    <a:pt x="24100" y="1021499"/>
                  </a:lnTo>
                  <a:lnTo>
                    <a:pt x="24100" y="1021251"/>
                  </a:lnTo>
                  <a:lnTo>
                    <a:pt x="24100" y="1021003"/>
                  </a:lnTo>
                  <a:lnTo>
                    <a:pt x="24100" y="1020755"/>
                  </a:lnTo>
                  <a:lnTo>
                    <a:pt x="24100" y="1020507"/>
                  </a:lnTo>
                  <a:lnTo>
                    <a:pt x="24100" y="1020259"/>
                  </a:lnTo>
                  <a:lnTo>
                    <a:pt x="24100" y="1020011"/>
                  </a:lnTo>
                  <a:lnTo>
                    <a:pt x="24100" y="1019763"/>
                  </a:lnTo>
                  <a:lnTo>
                    <a:pt x="24100" y="1019515"/>
                  </a:lnTo>
                  <a:lnTo>
                    <a:pt x="24100" y="1019267"/>
                  </a:lnTo>
                  <a:lnTo>
                    <a:pt x="24100" y="1019019"/>
                  </a:lnTo>
                  <a:lnTo>
                    <a:pt x="24100" y="1018771"/>
                  </a:lnTo>
                  <a:lnTo>
                    <a:pt x="24100" y="1018523"/>
                  </a:lnTo>
                  <a:lnTo>
                    <a:pt x="24100" y="1018276"/>
                  </a:lnTo>
                  <a:lnTo>
                    <a:pt x="24100" y="1018028"/>
                  </a:lnTo>
                  <a:lnTo>
                    <a:pt x="24100" y="1017780"/>
                  </a:lnTo>
                  <a:lnTo>
                    <a:pt x="24100" y="1017532"/>
                  </a:lnTo>
                  <a:lnTo>
                    <a:pt x="24100" y="1017284"/>
                  </a:lnTo>
                  <a:lnTo>
                    <a:pt x="24100" y="1017036"/>
                  </a:lnTo>
                  <a:lnTo>
                    <a:pt x="24100" y="1016788"/>
                  </a:lnTo>
                  <a:lnTo>
                    <a:pt x="24100" y="1016540"/>
                  </a:lnTo>
                  <a:lnTo>
                    <a:pt x="24100" y="1016292"/>
                  </a:lnTo>
                  <a:lnTo>
                    <a:pt x="24100" y="1016044"/>
                  </a:lnTo>
                  <a:lnTo>
                    <a:pt x="24809" y="1016044"/>
                  </a:lnTo>
                  <a:lnTo>
                    <a:pt x="24809" y="1015796"/>
                  </a:lnTo>
                  <a:lnTo>
                    <a:pt x="24809" y="1015548"/>
                  </a:lnTo>
                  <a:lnTo>
                    <a:pt x="24809" y="1015300"/>
                  </a:lnTo>
                  <a:lnTo>
                    <a:pt x="24809" y="1015052"/>
                  </a:lnTo>
                  <a:lnTo>
                    <a:pt x="24809" y="1014804"/>
                  </a:lnTo>
                  <a:lnTo>
                    <a:pt x="24809" y="1014556"/>
                  </a:lnTo>
                  <a:lnTo>
                    <a:pt x="24809" y="1014309"/>
                  </a:lnTo>
                  <a:lnTo>
                    <a:pt x="24809" y="1014061"/>
                  </a:lnTo>
                  <a:lnTo>
                    <a:pt x="25517" y="1014061"/>
                  </a:lnTo>
                  <a:lnTo>
                    <a:pt x="25517" y="1013813"/>
                  </a:lnTo>
                  <a:lnTo>
                    <a:pt x="25517" y="1013565"/>
                  </a:lnTo>
                  <a:lnTo>
                    <a:pt x="25517" y="1013317"/>
                  </a:lnTo>
                  <a:lnTo>
                    <a:pt x="25517" y="1013069"/>
                  </a:lnTo>
                  <a:lnTo>
                    <a:pt x="25517" y="1012821"/>
                  </a:lnTo>
                  <a:lnTo>
                    <a:pt x="25517" y="1012573"/>
                  </a:lnTo>
                  <a:lnTo>
                    <a:pt x="25517" y="1012325"/>
                  </a:lnTo>
                  <a:lnTo>
                    <a:pt x="25517" y="1012077"/>
                  </a:lnTo>
                  <a:lnTo>
                    <a:pt x="25517" y="1011829"/>
                  </a:lnTo>
                  <a:lnTo>
                    <a:pt x="25517" y="1011581"/>
                  </a:lnTo>
                  <a:lnTo>
                    <a:pt x="25517" y="1011333"/>
                  </a:lnTo>
                  <a:lnTo>
                    <a:pt x="25517" y="1011085"/>
                  </a:lnTo>
                  <a:lnTo>
                    <a:pt x="25517" y="1010837"/>
                  </a:lnTo>
                  <a:lnTo>
                    <a:pt x="25517" y="1010589"/>
                  </a:lnTo>
                  <a:lnTo>
                    <a:pt x="25517" y="1010342"/>
                  </a:lnTo>
                  <a:lnTo>
                    <a:pt x="25517" y="1010094"/>
                  </a:lnTo>
                  <a:lnTo>
                    <a:pt x="25517" y="1009846"/>
                  </a:lnTo>
                  <a:lnTo>
                    <a:pt x="25517" y="1009598"/>
                  </a:lnTo>
                  <a:lnTo>
                    <a:pt x="25517" y="1009350"/>
                  </a:lnTo>
                  <a:lnTo>
                    <a:pt x="25517" y="1009102"/>
                  </a:lnTo>
                  <a:lnTo>
                    <a:pt x="25517" y="1008854"/>
                  </a:lnTo>
                  <a:lnTo>
                    <a:pt x="25517" y="1008606"/>
                  </a:lnTo>
                  <a:lnTo>
                    <a:pt x="25517" y="1008358"/>
                  </a:lnTo>
                  <a:lnTo>
                    <a:pt x="25517" y="1008110"/>
                  </a:lnTo>
                  <a:lnTo>
                    <a:pt x="25517" y="1007862"/>
                  </a:lnTo>
                  <a:lnTo>
                    <a:pt x="25517" y="1007614"/>
                  </a:lnTo>
                  <a:lnTo>
                    <a:pt x="25517" y="1007366"/>
                  </a:lnTo>
                  <a:lnTo>
                    <a:pt x="25517" y="1007118"/>
                  </a:lnTo>
                  <a:lnTo>
                    <a:pt x="25517" y="1006870"/>
                  </a:lnTo>
                  <a:lnTo>
                    <a:pt x="25517" y="1006623"/>
                  </a:lnTo>
                  <a:lnTo>
                    <a:pt x="25517" y="1006375"/>
                  </a:lnTo>
                  <a:lnTo>
                    <a:pt x="25517" y="1006127"/>
                  </a:lnTo>
                  <a:lnTo>
                    <a:pt x="25517" y="1005879"/>
                  </a:lnTo>
                  <a:lnTo>
                    <a:pt x="25517" y="1005631"/>
                  </a:lnTo>
                  <a:lnTo>
                    <a:pt x="25517" y="1005383"/>
                  </a:lnTo>
                  <a:lnTo>
                    <a:pt x="25517" y="1005135"/>
                  </a:lnTo>
                  <a:lnTo>
                    <a:pt x="25517" y="1004887"/>
                  </a:lnTo>
                  <a:lnTo>
                    <a:pt x="25517" y="1004639"/>
                  </a:lnTo>
                  <a:lnTo>
                    <a:pt x="25517" y="1004391"/>
                  </a:lnTo>
                  <a:lnTo>
                    <a:pt x="25517" y="1004143"/>
                  </a:lnTo>
                  <a:lnTo>
                    <a:pt x="25517" y="1003895"/>
                  </a:lnTo>
                  <a:lnTo>
                    <a:pt x="25517" y="1003647"/>
                  </a:lnTo>
                  <a:lnTo>
                    <a:pt x="25517" y="1003399"/>
                  </a:lnTo>
                  <a:lnTo>
                    <a:pt x="25517" y="1003151"/>
                  </a:lnTo>
                  <a:lnTo>
                    <a:pt x="25517" y="1002903"/>
                  </a:lnTo>
                  <a:lnTo>
                    <a:pt x="25517" y="1002656"/>
                  </a:lnTo>
                  <a:lnTo>
                    <a:pt x="25517" y="1002408"/>
                  </a:lnTo>
                  <a:lnTo>
                    <a:pt x="25517" y="1002160"/>
                  </a:lnTo>
                  <a:lnTo>
                    <a:pt x="25517" y="1001912"/>
                  </a:lnTo>
                  <a:lnTo>
                    <a:pt x="25517" y="1001664"/>
                  </a:lnTo>
                  <a:lnTo>
                    <a:pt x="25517" y="1001416"/>
                  </a:lnTo>
                  <a:lnTo>
                    <a:pt x="25517" y="1001168"/>
                  </a:lnTo>
                  <a:lnTo>
                    <a:pt x="25517" y="1000920"/>
                  </a:lnTo>
                  <a:lnTo>
                    <a:pt x="25517" y="1000672"/>
                  </a:lnTo>
                  <a:lnTo>
                    <a:pt x="25517" y="1000424"/>
                  </a:lnTo>
                  <a:lnTo>
                    <a:pt x="25517" y="1000176"/>
                  </a:lnTo>
                  <a:lnTo>
                    <a:pt x="25517" y="999928"/>
                  </a:lnTo>
                  <a:lnTo>
                    <a:pt x="25517" y="999680"/>
                  </a:lnTo>
                  <a:lnTo>
                    <a:pt x="25517" y="999432"/>
                  </a:lnTo>
                  <a:lnTo>
                    <a:pt x="25517" y="999184"/>
                  </a:lnTo>
                  <a:lnTo>
                    <a:pt x="25517" y="998936"/>
                  </a:lnTo>
                  <a:lnTo>
                    <a:pt x="26226" y="998936"/>
                  </a:lnTo>
                  <a:lnTo>
                    <a:pt x="26226" y="998689"/>
                  </a:lnTo>
                  <a:lnTo>
                    <a:pt x="26226" y="998441"/>
                  </a:lnTo>
                  <a:lnTo>
                    <a:pt x="26226" y="998193"/>
                  </a:lnTo>
                  <a:lnTo>
                    <a:pt x="26226" y="997945"/>
                  </a:lnTo>
                  <a:lnTo>
                    <a:pt x="26226" y="997697"/>
                  </a:lnTo>
                  <a:lnTo>
                    <a:pt x="26226" y="997449"/>
                  </a:lnTo>
                  <a:lnTo>
                    <a:pt x="26226" y="997201"/>
                  </a:lnTo>
                  <a:lnTo>
                    <a:pt x="26226" y="996953"/>
                  </a:lnTo>
                  <a:lnTo>
                    <a:pt x="26226" y="996705"/>
                  </a:lnTo>
                  <a:lnTo>
                    <a:pt x="26226" y="996457"/>
                  </a:lnTo>
                  <a:lnTo>
                    <a:pt x="26226" y="996209"/>
                  </a:lnTo>
                  <a:lnTo>
                    <a:pt x="26226" y="995961"/>
                  </a:lnTo>
                  <a:lnTo>
                    <a:pt x="26226" y="995713"/>
                  </a:lnTo>
                  <a:lnTo>
                    <a:pt x="26226" y="995465"/>
                  </a:lnTo>
                  <a:lnTo>
                    <a:pt x="26226" y="995217"/>
                  </a:lnTo>
                  <a:lnTo>
                    <a:pt x="26226" y="994969"/>
                  </a:lnTo>
                  <a:lnTo>
                    <a:pt x="26226" y="994722"/>
                  </a:lnTo>
                  <a:lnTo>
                    <a:pt x="26226" y="994474"/>
                  </a:lnTo>
                  <a:lnTo>
                    <a:pt x="26226" y="994226"/>
                  </a:lnTo>
                  <a:lnTo>
                    <a:pt x="26226" y="993978"/>
                  </a:lnTo>
                  <a:lnTo>
                    <a:pt x="26226" y="993730"/>
                  </a:lnTo>
                  <a:lnTo>
                    <a:pt x="26226" y="993482"/>
                  </a:lnTo>
                  <a:lnTo>
                    <a:pt x="26226" y="993234"/>
                  </a:lnTo>
                  <a:lnTo>
                    <a:pt x="26226" y="992986"/>
                  </a:lnTo>
                  <a:lnTo>
                    <a:pt x="26226" y="992738"/>
                  </a:lnTo>
                  <a:lnTo>
                    <a:pt x="26226" y="992490"/>
                  </a:lnTo>
                  <a:lnTo>
                    <a:pt x="26226" y="992242"/>
                  </a:lnTo>
                  <a:lnTo>
                    <a:pt x="26226" y="991994"/>
                  </a:lnTo>
                  <a:lnTo>
                    <a:pt x="26226" y="991746"/>
                  </a:lnTo>
                  <a:lnTo>
                    <a:pt x="26226" y="991498"/>
                  </a:lnTo>
                  <a:lnTo>
                    <a:pt x="26226" y="991250"/>
                  </a:lnTo>
                  <a:lnTo>
                    <a:pt x="26226" y="991002"/>
                  </a:lnTo>
                  <a:lnTo>
                    <a:pt x="26226" y="990755"/>
                  </a:lnTo>
                  <a:lnTo>
                    <a:pt x="26226" y="990507"/>
                  </a:lnTo>
                  <a:lnTo>
                    <a:pt x="26226" y="990259"/>
                  </a:lnTo>
                  <a:lnTo>
                    <a:pt x="26226" y="990011"/>
                  </a:lnTo>
                  <a:lnTo>
                    <a:pt x="26226" y="989763"/>
                  </a:lnTo>
                  <a:lnTo>
                    <a:pt x="26226" y="989515"/>
                  </a:lnTo>
                  <a:lnTo>
                    <a:pt x="26226" y="989267"/>
                  </a:lnTo>
                  <a:lnTo>
                    <a:pt x="26226" y="989019"/>
                  </a:lnTo>
                  <a:lnTo>
                    <a:pt x="26226" y="988771"/>
                  </a:lnTo>
                  <a:lnTo>
                    <a:pt x="26226" y="988523"/>
                  </a:lnTo>
                  <a:lnTo>
                    <a:pt x="26226" y="988275"/>
                  </a:lnTo>
                  <a:lnTo>
                    <a:pt x="26226" y="988027"/>
                  </a:lnTo>
                  <a:lnTo>
                    <a:pt x="26226" y="987779"/>
                  </a:lnTo>
                  <a:lnTo>
                    <a:pt x="26226" y="987531"/>
                  </a:lnTo>
                  <a:lnTo>
                    <a:pt x="26226" y="987283"/>
                  </a:lnTo>
                  <a:lnTo>
                    <a:pt x="26226" y="987036"/>
                  </a:lnTo>
                  <a:lnTo>
                    <a:pt x="26226" y="986788"/>
                  </a:lnTo>
                  <a:lnTo>
                    <a:pt x="26226" y="986540"/>
                  </a:lnTo>
                  <a:lnTo>
                    <a:pt x="26226" y="986292"/>
                  </a:lnTo>
                  <a:lnTo>
                    <a:pt x="26226" y="986044"/>
                  </a:lnTo>
                  <a:lnTo>
                    <a:pt x="26226" y="985796"/>
                  </a:lnTo>
                  <a:lnTo>
                    <a:pt x="26226" y="985548"/>
                  </a:lnTo>
                  <a:lnTo>
                    <a:pt x="26226" y="985300"/>
                  </a:lnTo>
                  <a:lnTo>
                    <a:pt x="26226" y="985052"/>
                  </a:lnTo>
                  <a:lnTo>
                    <a:pt x="26226" y="984804"/>
                  </a:lnTo>
                  <a:lnTo>
                    <a:pt x="26226" y="984556"/>
                  </a:lnTo>
                  <a:lnTo>
                    <a:pt x="26226" y="984308"/>
                  </a:lnTo>
                  <a:lnTo>
                    <a:pt x="26226" y="984060"/>
                  </a:lnTo>
                  <a:lnTo>
                    <a:pt x="26226" y="983812"/>
                  </a:lnTo>
                  <a:lnTo>
                    <a:pt x="26226" y="983564"/>
                  </a:lnTo>
                  <a:lnTo>
                    <a:pt x="26226" y="983316"/>
                  </a:lnTo>
                  <a:lnTo>
                    <a:pt x="26226" y="983069"/>
                  </a:lnTo>
                  <a:lnTo>
                    <a:pt x="26226" y="982821"/>
                  </a:lnTo>
                  <a:lnTo>
                    <a:pt x="26226" y="982573"/>
                  </a:lnTo>
                  <a:lnTo>
                    <a:pt x="26226" y="982325"/>
                  </a:lnTo>
                  <a:lnTo>
                    <a:pt x="26226" y="982077"/>
                  </a:lnTo>
                  <a:lnTo>
                    <a:pt x="26226" y="981829"/>
                  </a:lnTo>
                  <a:lnTo>
                    <a:pt x="26226" y="981581"/>
                  </a:lnTo>
                  <a:lnTo>
                    <a:pt x="26226" y="981333"/>
                  </a:lnTo>
                  <a:lnTo>
                    <a:pt x="26226" y="981085"/>
                  </a:lnTo>
                  <a:lnTo>
                    <a:pt x="26226" y="980837"/>
                  </a:lnTo>
                  <a:lnTo>
                    <a:pt x="26226" y="980589"/>
                  </a:lnTo>
                  <a:lnTo>
                    <a:pt x="26226" y="980341"/>
                  </a:lnTo>
                  <a:lnTo>
                    <a:pt x="26226" y="980093"/>
                  </a:lnTo>
                  <a:lnTo>
                    <a:pt x="26226" y="979845"/>
                  </a:lnTo>
                  <a:lnTo>
                    <a:pt x="26226" y="979597"/>
                  </a:lnTo>
                  <a:lnTo>
                    <a:pt x="26226" y="979349"/>
                  </a:lnTo>
                  <a:lnTo>
                    <a:pt x="26226" y="979102"/>
                  </a:lnTo>
                  <a:lnTo>
                    <a:pt x="26226" y="978854"/>
                  </a:lnTo>
                  <a:lnTo>
                    <a:pt x="26226" y="978606"/>
                  </a:lnTo>
                  <a:lnTo>
                    <a:pt x="26226" y="978358"/>
                  </a:lnTo>
                  <a:lnTo>
                    <a:pt x="26226" y="978110"/>
                  </a:lnTo>
                  <a:lnTo>
                    <a:pt x="26226" y="977862"/>
                  </a:lnTo>
                  <a:lnTo>
                    <a:pt x="26226" y="977614"/>
                  </a:lnTo>
                  <a:lnTo>
                    <a:pt x="26226" y="977366"/>
                  </a:lnTo>
                  <a:lnTo>
                    <a:pt x="26226" y="977118"/>
                  </a:lnTo>
                  <a:lnTo>
                    <a:pt x="26226" y="976870"/>
                  </a:lnTo>
                  <a:lnTo>
                    <a:pt x="26226" y="976622"/>
                  </a:lnTo>
                  <a:lnTo>
                    <a:pt x="26226" y="976374"/>
                  </a:lnTo>
                  <a:lnTo>
                    <a:pt x="26226" y="976126"/>
                  </a:lnTo>
                  <a:lnTo>
                    <a:pt x="26226" y="975878"/>
                  </a:lnTo>
                  <a:lnTo>
                    <a:pt x="26226" y="975630"/>
                  </a:lnTo>
                  <a:lnTo>
                    <a:pt x="26226" y="975382"/>
                  </a:lnTo>
                  <a:lnTo>
                    <a:pt x="26226" y="975135"/>
                  </a:lnTo>
                  <a:lnTo>
                    <a:pt x="26226" y="974887"/>
                  </a:lnTo>
                  <a:lnTo>
                    <a:pt x="26226" y="974639"/>
                  </a:lnTo>
                  <a:lnTo>
                    <a:pt x="26226" y="974391"/>
                  </a:lnTo>
                  <a:lnTo>
                    <a:pt x="26226" y="974143"/>
                  </a:lnTo>
                  <a:lnTo>
                    <a:pt x="26226" y="973895"/>
                  </a:lnTo>
                  <a:lnTo>
                    <a:pt x="26226" y="973647"/>
                  </a:lnTo>
                  <a:lnTo>
                    <a:pt x="26226" y="973399"/>
                  </a:lnTo>
                  <a:lnTo>
                    <a:pt x="26226" y="973151"/>
                  </a:lnTo>
                  <a:lnTo>
                    <a:pt x="26226" y="972903"/>
                  </a:lnTo>
                  <a:lnTo>
                    <a:pt x="26226" y="972655"/>
                  </a:lnTo>
                  <a:lnTo>
                    <a:pt x="26226" y="972407"/>
                  </a:lnTo>
                  <a:lnTo>
                    <a:pt x="26226" y="972159"/>
                  </a:lnTo>
                  <a:lnTo>
                    <a:pt x="26226" y="971911"/>
                  </a:lnTo>
                  <a:lnTo>
                    <a:pt x="26226" y="971663"/>
                  </a:lnTo>
                  <a:lnTo>
                    <a:pt x="26226" y="971415"/>
                  </a:lnTo>
                  <a:lnTo>
                    <a:pt x="26226" y="971168"/>
                  </a:lnTo>
                  <a:lnTo>
                    <a:pt x="26226" y="970920"/>
                  </a:lnTo>
                  <a:lnTo>
                    <a:pt x="26226" y="970672"/>
                  </a:lnTo>
                  <a:lnTo>
                    <a:pt x="26226" y="970424"/>
                  </a:lnTo>
                  <a:lnTo>
                    <a:pt x="26226" y="970176"/>
                  </a:lnTo>
                  <a:lnTo>
                    <a:pt x="26226" y="969928"/>
                  </a:lnTo>
                  <a:lnTo>
                    <a:pt x="26226" y="969680"/>
                  </a:lnTo>
                  <a:lnTo>
                    <a:pt x="26226" y="969432"/>
                  </a:lnTo>
                  <a:lnTo>
                    <a:pt x="26226" y="969184"/>
                  </a:lnTo>
                  <a:lnTo>
                    <a:pt x="26226" y="968936"/>
                  </a:lnTo>
                  <a:lnTo>
                    <a:pt x="26226" y="968688"/>
                  </a:lnTo>
                  <a:lnTo>
                    <a:pt x="26226" y="968440"/>
                  </a:lnTo>
                  <a:lnTo>
                    <a:pt x="26226" y="968192"/>
                  </a:lnTo>
                  <a:lnTo>
                    <a:pt x="26226" y="967944"/>
                  </a:lnTo>
                  <a:lnTo>
                    <a:pt x="26226" y="967696"/>
                  </a:lnTo>
                  <a:lnTo>
                    <a:pt x="26226" y="967449"/>
                  </a:lnTo>
                  <a:lnTo>
                    <a:pt x="26226" y="967201"/>
                  </a:lnTo>
                  <a:lnTo>
                    <a:pt x="26226" y="966953"/>
                  </a:lnTo>
                  <a:lnTo>
                    <a:pt x="26226" y="966705"/>
                  </a:lnTo>
                  <a:lnTo>
                    <a:pt x="26935" y="966705"/>
                  </a:lnTo>
                  <a:lnTo>
                    <a:pt x="26935" y="966457"/>
                  </a:lnTo>
                  <a:lnTo>
                    <a:pt x="26935" y="966209"/>
                  </a:lnTo>
                  <a:lnTo>
                    <a:pt x="26935" y="965961"/>
                  </a:lnTo>
                  <a:lnTo>
                    <a:pt x="26935" y="965713"/>
                  </a:lnTo>
                  <a:lnTo>
                    <a:pt x="27644" y="965713"/>
                  </a:lnTo>
                  <a:lnTo>
                    <a:pt x="27644" y="965465"/>
                  </a:lnTo>
                  <a:lnTo>
                    <a:pt x="27644" y="965217"/>
                  </a:lnTo>
                  <a:lnTo>
                    <a:pt x="27644" y="964969"/>
                  </a:lnTo>
                  <a:lnTo>
                    <a:pt x="27644" y="964721"/>
                  </a:lnTo>
                  <a:lnTo>
                    <a:pt x="28353" y="964721"/>
                  </a:lnTo>
                  <a:lnTo>
                    <a:pt x="28353" y="964473"/>
                  </a:lnTo>
                  <a:lnTo>
                    <a:pt x="28353" y="964225"/>
                  </a:lnTo>
                  <a:lnTo>
                    <a:pt x="28353" y="963977"/>
                  </a:lnTo>
                  <a:lnTo>
                    <a:pt x="28353" y="963729"/>
                  </a:lnTo>
                  <a:lnTo>
                    <a:pt x="28353" y="963482"/>
                  </a:lnTo>
                  <a:lnTo>
                    <a:pt x="28353" y="963234"/>
                  </a:lnTo>
                  <a:lnTo>
                    <a:pt x="29061" y="963234"/>
                  </a:lnTo>
                  <a:lnTo>
                    <a:pt x="29061" y="962986"/>
                  </a:lnTo>
                  <a:lnTo>
                    <a:pt x="29061" y="962738"/>
                  </a:lnTo>
                  <a:lnTo>
                    <a:pt x="29061" y="962490"/>
                  </a:lnTo>
                  <a:lnTo>
                    <a:pt x="29061" y="962242"/>
                  </a:lnTo>
                  <a:lnTo>
                    <a:pt x="29061" y="961994"/>
                  </a:lnTo>
                  <a:lnTo>
                    <a:pt x="29061" y="961746"/>
                  </a:lnTo>
                  <a:lnTo>
                    <a:pt x="29061" y="961498"/>
                  </a:lnTo>
                  <a:lnTo>
                    <a:pt x="29061" y="961250"/>
                  </a:lnTo>
                  <a:lnTo>
                    <a:pt x="29061" y="961002"/>
                  </a:lnTo>
                  <a:lnTo>
                    <a:pt x="29061" y="960754"/>
                  </a:lnTo>
                  <a:lnTo>
                    <a:pt x="29061" y="960506"/>
                  </a:lnTo>
                  <a:lnTo>
                    <a:pt x="29061" y="960258"/>
                  </a:lnTo>
                  <a:lnTo>
                    <a:pt x="29061" y="960010"/>
                  </a:lnTo>
                  <a:lnTo>
                    <a:pt x="29061" y="959762"/>
                  </a:lnTo>
                  <a:lnTo>
                    <a:pt x="29061" y="959515"/>
                  </a:lnTo>
                  <a:lnTo>
                    <a:pt x="29061" y="959267"/>
                  </a:lnTo>
                  <a:lnTo>
                    <a:pt x="29061" y="959019"/>
                  </a:lnTo>
                  <a:lnTo>
                    <a:pt x="29061" y="958771"/>
                  </a:lnTo>
                  <a:lnTo>
                    <a:pt x="29061" y="958523"/>
                  </a:lnTo>
                  <a:lnTo>
                    <a:pt x="29061" y="958275"/>
                  </a:lnTo>
                  <a:lnTo>
                    <a:pt x="29061" y="958027"/>
                  </a:lnTo>
                  <a:lnTo>
                    <a:pt x="29061" y="957779"/>
                  </a:lnTo>
                  <a:lnTo>
                    <a:pt x="29061" y="957531"/>
                  </a:lnTo>
                  <a:lnTo>
                    <a:pt x="29061" y="957283"/>
                  </a:lnTo>
                  <a:lnTo>
                    <a:pt x="29061" y="957035"/>
                  </a:lnTo>
                  <a:lnTo>
                    <a:pt x="29061" y="956787"/>
                  </a:lnTo>
                  <a:lnTo>
                    <a:pt x="29061" y="956539"/>
                  </a:lnTo>
                  <a:lnTo>
                    <a:pt x="29061" y="956291"/>
                  </a:lnTo>
                  <a:lnTo>
                    <a:pt x="29061" y="956043"/>
                  </a:lnTo>
                  <a:lnTo>
                    <a:pt x="29061" y="955795"/>
                  </a:lnTo>
                  <a:lnTo>
                    <a:pt x="29061" y="955548"/>
                  </a:lnTo>
                  <a:lnTo>
                    <a:pt x="29061" y="955300"/>
                  </a:lnTo>
                  <a:lnTo>
                    <a:pt x="29061" y="955052"/>
                  </a:lnTo>
                  <a:lnTo>
                    <a:pt x="29061" y="954804"/>
                  </a:lnTo>
                  <a:lnTo>
                    <a:pt x="29061" y="954556"/>
                  </a:lnTo>
                  <a:lnTo>
                    <a:pt x="29061" y="954308"/>
                  </a:lnTo>
                  <a:lnTo>
                    <a:pt x="29061" y="954060"/>
                  </a:lnTo>
                  <a:lnTo>
                    <a:pt x="29061" y="953812"/>
                  </a:lnTo>
                  <a:lnTo>
                    <a:pt x="29061" y="953564"/>
                  </a:lnTo>
                  <a:lnTo>
                    <a:pt x="29061" y="953316"/>
                  </a:lnTo>
                  <a:lnTo>
                    <a:pt x="29061" y="953068"/>
                  </a:lnTo>
                  <a:lnTo>
                    <a:pt x="29061" y="952820"/>
                  </a:lnTo>
                  <a:lnTo>
                    <a:pt x="29061" y="952572"/>
                  </a:lnTo>
                  <a:lnTo>
                    <a:pt x="29061" y="952324"/>
                  </a:lnTo>
                  <a:lnTo>
                    <a:pt x="29061" y="952076"/>
                  </a:lnTo>
                  <a:lnTo>
                    <a:pt x="29061" y="951828"/>
                  </a:lnTo>
                  <a:lnTo>
                    <a:pt x="29061" y="951581"/>
                  </a:lnTo>
                  <a:lnTo>
                    <a:pt x="29061" y="951333"/>
                  </a:lnTo>
                  <a:lnTo>
                    <a:pt x="29061" y="951085"/>
                  </a:lnTo>
                  <a:lnTo>
                    <a:pt x="29061" y="950837"/>
                  </a:lnTo>
                  <a:lnTo>
                    <a:pt x="29061" y="950589"/>
                  </a:lnTo>
                  <a:lnTo>
                    <a:pt x="29061" y="950341"/>
                  </a:lnTo>
                  <a:lnTo>
                    <a:pt x="29061" y="950093"/>
                  </a:lnTo>
                  <a:lnTo>
                    <a:pt x="29061" y="949845"/>
                  </a:lnTo>
                  <a:lnTo>
                    <a:pt x="29061" y="949597"/>
                  </a:lnTo>
                  <a:lnTo>
                    <a:pt x="29061" y="949349"/>
                  </a:lnTo>
                  <a:lnTo>
                    <a:pt x="29061" y="949101"/>
                  </a:lnTo>
                  <a:lnTo>
                    <a:pt x="29061" y="948853"/>
                  </a:lnTo>
                  <a:lnTo>
                    <a:pt x="29061" y="948605"/>
                  </a:lnTo>
                  <a:lnTo>
                    <a:pt x="29061" y="948357"/>
                  </a:lnTo>
                  <a:lnTo>
                    <a:pt x="29061" y="948109"/>
                  </a:lnTo>
                  <a:lnTo>
                    <a:pt x="29061" y="947862"/>
                  </a:lnTo>
                  <a:lnTo>
                    <a:pt x="29061" y="947614"/>
                  </a:lnTo>
                  <a:lnTo>
                    <a:pt x="29061" y="947366"/>
                  </a:lnTo>
                  <a:lnTo>
                    <a:pt x="29061" y="947118"/>
                  </a:lnTo>
                  <a:lnTo>
                    <a:pt x="29061" y="946870"/>
                  </a:lnTo>
                  <a:lnTo>
                    <a:pt x="29061" y="946622"/>
                  </a:lnTo>
                  <a:lnTo>
                    <a:pt x="29061" y="946374"/>
                  </a:lnTo>
                  <a:lnTo>
                    <a:pt x="29061" y="946126"/>
                  </a:lnTo>
                  <a:lnTo>
                    <a:pt x="29061" y="945878"/>
                  </a:lnTo>
                  <a:lnTo>
                    <a:pt x="29061" y="945630"/>
                  </a:lnTo>
                  <a:lnTo>
                    <a:pt x="29061" y="945382"/>
                  </a:lnTo>
                  <a:lnTo>
                    <a:pt x="29061" y="945134"/>
                  </a:lnTo>
                  <a:lnTo>
                    <a:pt x="29061" y="944886"/>
                  </a:lnTo>
                  <a:lnTo>
                    <a:pt x="29061" y="944638"/>
                  </a:lnTo>
                  <a:lnTo>
                    <a:pt x="29061" y="944390"/>
                  </a:lnTo>
                  <a:lnTo>
                    <a:pt x="29061" y="944142"/>
                  </a:lnTo>
                  <a:lnTo>
                    <a:pt x="29061" y="943895"/>
                  </a:lnTo>
                  <a:lnTo>
                    <a:pt x="29061" y="943647"/>
                  </a:lnTo>
                  <a:lnTo>
                    <a:pt x="29061" y="943399"/>
                  </a:lnTo>
                  <a:lnTo>
                    <a:pt x="29061" y="943151"/>
                  </a:lnTo>
                  <a:lnTo>
                    <a:pt x="29061" y="942903"/>
                  </a:lnTo>
                  <a:lnTo>
                    <a:pt x="29061" y="942655"/>
                  </a:lnTo>
                  <a:lnTo>
                    <a:pt x="29061" y="942407"/>
                  </a:lnTo>
                  <a:lnTo>
                    <a:pt x="29061" y="942159"/>
                  </a:lnTo>
                  <a:lnTo>
                    <a:pt x="29061" y="941911"/>
                  </a:lnTo>
                  <a:lnTo>
                    <a:pt x="29061" y="941663"/>
                  </a:lnTo>
                  <a:lnTo>
                    <a:pt x="29061" y="941415"/>
                  </a:lnTo>
                  <a:lnTo>
                    <a:pt x="29061" y="941167"/>
                  </a:lnTo>
                  <a:lnTo>
                    <a:pt x="29061" y="940919"/>
                  </a:lnTo>
                  <a:lnTo>
                    <a:pt x="29061" y="940671"/>
                  </a:lnTo>
                  <a:lnTo>
                    <a:pt x="29061" y="940423"/>
                  </a:lnTo>
                  <a:lnTo>
                    <a:pt x="29061" y="940175"/>
                  </a:lnTo>
                  <a:lnTo>
                    <a:pt x="29061" y="939928"/>
                  </a:lnTo>
                  <a:lnTo>
                    <a:pt x="29061" y="939680"/>
                  </a:lnTo>
                  <a:lnTo>
                    <a:pt x="29061" y="939432"/>
                  </a:lnTo>
                  <a:lnTo>
                    <a:pt x="29061" y="939184"/>
                  </a:lnTo>
                  <a:lnTo>
                    <a:pt x="29061" y="938936"/>
                  </a:lnTo>
                  <a:lnTo>
                    <a:pt x="29061" y="938688"/>
                  </a:lnTo>
                  <a:lnTo>
                    <a:pt x="29061" y="938440"/>
                  </a:lnTo>
                  <a:lnTo>
                    <a:pt x="29061" y="938192"/>
                  </a:lnTo>
                  <a:lnTo>
                    <a:pt x="29061" y="937944"/>
                  </a:lnTo>
                  <a:lnTo>
                    <a:pt x="29061" y="937696"/>
                  </a:lnTo>
                  <a:lnTo>
                    <a:pt x="29061" y="937448"/>
                  </a:lnTo>
                  <a:lnTo>
                    <a:pt x="29061" y="937200"/>
                  </a:lnTo>
                  <a:lnTo>
                    <a:pt x="29061" y="936952"/>
                  </a:lnTo>
                  <a:lnTo>
                    <a:pt x="29061" y="936704"/>
                  </a:lnTo>
                  <a:lnTo>
                    <a:pt x="29061" y="936456"/>
                  </a:lnTo>
                  <a:lnTo>
                    <a:pt x="29061" y="936208"/>
                  </a:lnTo>
                  <a:lnTo>
                    <a:pt x="29061" y="935961"/>
                  </a:lnTo>
                  <a:lnTo>
                    <a:pt x="29061" y="935713"/>
                  </a:lnTo>
                  <a:lnTo>
                    <a:pt x="29061" y="935465"/>
                  </a:lnTo>
                  <a:lnTo>
                    <a:pt x="29061" y="935217"/>
                  </a:lnTo>
                  <a:lnTo>
                    <a:pt x="29061" y="934969"/>
                  </a:lnTo>
                  <a:lnTo>
                    <a:pt x="29061" y="934721"/>
                  </a:lnTo>
                  <a:lnTo>
                    <a:pt x="29061" y="934473"/>
                  </a:lnTo>
                  <a:lnTo>
                    <a:pt x="29061" y="934225"/>
                  </a:lnTo>
                  <a:lnTo>
                    <a:pt x="29061" y="933977"/>
                  </a:lnTo>
                  <a:lnTo>
                    <a:pt x="29061" y="933729"/>
                  </a:lnTo>
                  <a:lnTo>
                    <a:pt x="29061" y="933481"/>
                  </a:lnTo>
                  <a:lnTo>
                    <a:pt x="29061" y="933233"/>
                  </a:lnTo>
                  <a:lnTo>
                    <a:pt x="29061" y="932985"/>
                  </a:lnTo>
                  <a:lnTo>
                    <a:pt x="29061" y="932737"/>
                  </a:lnTo>
                  <a:lnTo>
                    <a:pt x="29061" y="932489"/>
                  </a:lnTo>
                  <a:lnTo>
                    <a:pt x="29061" y="932241"/>
                  </a:lnTo>
                  <a:lnTo>
                    <a:pt x="29061" y="931994"/>
                  </a:lnTo>
                  <a:lnTo>
                    <a:pt x="29061" y="931746"/>
                  </a:lnTo>
                  <a:lnTo>
                    <a:pt x="29061" y="931498"/>
                  </a:lnTo>
                  <a:lnTo>
                    <a:pt x="29061" y="931250"/>
                  </a:lnTo>
                  <a:lnTo>
                    <a:pt x="29061" y="931002"/>
                  </a:lnTo>
                  <a:lnTo>
                    <a:pt x="29061" y="930754"/>
                  </a:lnTo>
                  <a:lnTo>
                    <a:pt x="29061" y="930506"/>
                  </a:lnTo>
                  <a:lnTo>
                    <a:pt x="29061" y="930258"/>
                  </a:lnTo>
                  <a:lnTo>
                    <a:pt x="29061" y="930010"/>
                  </a:lnTo>
                  <a:lnTo>
                    <a:pt x="29061" y="929762"/>
                  </a:lnTo>
                  <a:lnTo>
                    <a:pt x="29061" y="929514"/>
                  </a:lnTo>
                  <a:lnTo>
                    <a:pt x="29061" y="929266"/>
                  </a:lnTo>
                  <a:lnTo>
                    <a:pt x="29061" y="929018"/>
                  </a:lnTo>
                  <a:lnTo>
                    <a:pt x="29061" y="928770"/>
                  </a:lnTo>
                  <a:lnTo>
                    <a:pt x="29061" y="928522"/>
                  </a:lnTo>
                  <a:lnTo>
                    <a:pt x="29061" y="928275"/>
                  </a:lnTo>
                  <a:lnTo>
                    <a:pt x="29061" y="928027"/>
                  </a:lnTo>
                  <a:lnTo>
                    <a:pt x="29061" y="927779"/>
                  </a:lnTo>
                  <a:lnTo>
                    <a:pt x="29770" y="927779"/>
                  </a:lnTo>
                  <a:lnTo>
                    <a:pt x="29770" y="927531"/>
                  </a:lnTo>
                  <a:lnTo>
                    <a:pt x="29770" y="927283"/>
                  </a:lnTo>
                  <a:lnTo>
                    <a:pt x="29770" y="927035"/>
                  </a:lnTo>
                  <a:lnTo>
                    <a:pt x="29770" y="926787"/>
                  </a:lnTo>
                  <a:lnTo>
                    <a:pt x="29770" y="926539"/>
                  </a:lnTo>
                  <a:lnTo>
                    <a:pt x="29770" y="926291"/>
                  </a:lnTo>
                  <a:lnTo>
                    <a:pt x="29770" y="926043"/>
                  </a:lnTo>
                  <a:lnTo>
                    <a:pt x="29770" y="925795"/>
                  </a:lnTo>
                  <a:lnTo>
                    <a:pt x="29770" y="925547"/>
                  </a:lnTo>
                  <a:lnTo>
                    <a:pt x="29770" y="925299"/>
                  </a:lnTo>
                  <a:lnTo>
                    <a:pt x="29770" y="925051"/>
                  </a:lnTo>
                  <a:lnTo>
                    <a:pt x="29770" y="924803"/>
                  </a:lnTo>
                  <a:lnTo>
                    <a:pt x="29770" y="924555"/>
                  </a:lnTo>
                  <a:lnTo>
                    <a:pt x="29770" y="924308"/>
                  </a:lnTo>
                  <a:lnTo>
                    <a:pt x="29770" y="924060"/>
                  </a:lnTo>
                  <a:lnTo>
                    <a:pt x="29770" y="923812"/>
                  </a:lnTo>
                  <a:lnTo>
                    <a:pt x="29770" y="923564"/>
                  </a:lnTo>
                  <a:lnTo>
                    <a:pt x="29770" y="923316"/>
                  </a:lnTo>
                  <a:lnTo>
                    <a:pt x="29770" y="923068"/>
                  </a:lnTo>
                  <a:lnTo>
                    <a:pt x="29770" y="922820"/>
                  </a:lnTo>
                  <a:lnTo>
                    <a:pt x="29770" y="922572"/>
                  </a:lnTo>
                  <a:lnTo>
                    <a:pt x="29770" y="922324"/>
                  </a:lnTo>
                  <a:lnTo>
                    <a:pt x="29770" y="922076"/>
                  </a:lnTo>
                  <a:lnTo>
                    <a:pt x="30479" y="922076"/>
                  </a:lnTo>
                  <a:lnTo>
                    <a:pt x="30479" y="921828"/>
                  </a:lnTo>
                  <a:lnTo>
                    <a:pt x="30479" y="921580"/>
                  </a:lnTo>
                  <a:lnTo>
                    <a:pt x="30479" y="921332"/>
                  </a:lnTo>
                  <a:lnTo>
                    <a:pt x="30479" y="921084"/>
                  </a:lnTo>
                  <a:lnTo>
                    <a:pt x="30479" y="920836"/>
                  </a:lnTo>
                  <a:lnTo>
                    <a:pt x="30479" y="920588"/>
                  </a:lnTo>
                  <a:lnTo>
                    <a:pt x="30479" y="920341"/>
                  </a:lnTo>
                  <a:lnTo>
                    <a:pt x="30479" y="920093"/>
                  </a:lnTo>
                  <a:lnTo>
                    <a:pt x="30479" y="919845"/>
                  </a:lnTo>
                  <a:lnTo>
                    <a:pt x="30479" y="919597"/>
                  </a:lnTo>
                  <a:lnTo>
                    <a:pt x="30479" y="919349"/>
                  </a:lnTo>
                  <a:lnTo>
                    <a:pt x="30479" y="919101"/>
                  </a:lnTo>
                  <a:lnTo>
                    <a:pt x="30479" y="918853"/>
                  </a:lnTo>
                  <a:lnTo>
                    <a:pt x="30479" y="918605"/>
                  </a:lnTo>
                  <a:lnTo>
                    <a:pt x="30479" y="918357"/>
                  </a:lnTo>
                  <a:lnTo>
                    <a:pt x="30479" y="918109"/>
                  </a:lnTo>
                  <a:lnTo>
                    <a:pt x="30479" y="917861"/>
                  </a:lnTo>
                  <a:lnTo>
                    <a:pt x="30479" y="917613"/>
                  </a:lnTo>
                  <a:lnTo>
                    <a:pt x="30479" y="917365"/>
                  </a:lnTo>
                  <a:lnTo>
                    <a:pt x="30479" y="917117"/>
                  </a:lnTo>
                  <a:lnTo>
                    <a:pt x="31188" y="917117"/>
                  </a:lnTo>
                  <a:lnTo>
                    <a:pt x="31188" y="916869"/>
                  </a:lnTo>
                  <a:lnTo>
                    <a:pt x="31188" y="916621"/>
                  </a:lnTo>
                  <a:lnTo>
                    <a:pt x="31188" y="916374"/>
                  </a:lnTo>
                  <a:lnTo>
                    <a:pt x="31188" y="916126"/>
                  </a:lnTo>
                  <a:lnTo>
                    <a:pt x="31188" y="915878"/>
                  </a:lnTo>
                  <a:lnTo>
                    <a:pt x="31188" y="915630"/>
                  </a:lnTo>
                  <a:lnTo>
                    <a:pt x="31188" y="915382"/>
                  </a:lnTo>
                  <a:lnTo>
                    <a:pt x="31188" y="915134"/>
                  </a:lnTo>
                  <a:lnTo>
                    <a:pt x="31188" y="914886"/>
                  </a:lnTo>
                  <a:lnTo>
                    <a:pt x="31188" y="914638"/>
                  </a:lnTo>
                  <a:lnTo>
                    <a:pt x="31188" y="914390"/>
                  </a:lnTo>
                  <a:lnTo>
                    <a:pt x="31188" y="914142"/>
                  </a:lnTo>
                  <a:lnTo>
                    <a:pt x="31188" y="913894"/>
                  </a:lnTo>
                  <a:lnTo>
                    <a:pt x="31188" y="913646"/>
                  </a:lnTo>
                  <a:lnTo>
                    <a:pt x="31188" y="913398"/>
                  </a:lnTo>
                  <a:lnTo>
                    <a:pt x="31188" y="913150"/>
                  </a:lnTo>
                  <a:lnTo>
                    <a:pt x="31188" y="912902"/>
                  </a:lnTo>
                  <a:lnTo>
                    <a:pt x="31188" y="912654"/>
                  </a:lnTo>
                  <a:lnTo>
                    <a:pt x="31188" y="912407"/>
                  </a:lnTo>
                  <a:lnTo>
                    <a:pt x="31897" y="912407"/>
                  </a:lnTo>
                  <a:lnTo>
                    <a:pt x="31897" y="912159"/>
                  </a:lnTo>
                  <a:lnTo>
                    <a:pt x="31897" y="911911"/>
                  </a:lnTo>
                  <a:lnTo>
                    <a:pt x="31897" y="911663"/>
                  </a:lnTo>
                  <a:lnTo>
                    <a:pt x="31897" y="911415"/>
                  </a:lnTo>
                  <a:lnTo>
                    <a:pt x="31897" y="911167"/>
                  </a:lnTo>
                  <a:lnTo>
                    <a:pt x="31897" y="910919"/>
                  </a:lnTo>
                  <a:lnTo>
                    <a:pt x="31897" y="910671"/>
                  </a:lnTo>
                  <a:lnTo>
                    <a:pt x="31897" y="910423"/>
                  </a:lnTo>
                  <a:lnTo>
                    <a:pt x="31897" y="910175"/>
                  </a:lnTo>
                  <a:lnTo>
                    <a:pt x="31897" y="909927"/>
                  </a:lnTo>
                  <a:lnTo>
                    <a:pt x="31897" y="909679"/>
                  </a:lnTo>
                  <a:lnTo>
                    <a:pt x="31897" y="909431"/>
                  </a:lnTo>
                  <a:lnTo>
                    <a:pt x="31897" y="909183"/>
                  </a:lnTo>
                  <a:lnTo>
                    <a:pt x="31897" y="908935"/>
                  </a:lnTo>
                  <a:lnTo>
                    <a:pt x="31897" y="908688"/>
                  </a:lnTo>
                  <a:lnTo>
                    <a:pt x="31897" y="908440"/>
                  </a:lnTo>
                  <a:lnTo>
                    <a:pt x="31897" y="908192"/>
                  </a:lnTo>
                  <a:lnTo>
                    <a:pt x="31897" y="907944"/>
                  </a:lnTo>
                  <a:lnTo>
                    <a:pt x="31897" y="907696"/>
                  </a:lnTo>
                  <a:lnTo>
                    <a:pt x="31897" y="907448"/>
                  </a:lnTo>
                  <a:lnTo>
                    <a:pt x="31897" y="907200"/>
                  </a:lnTo>
                  <a:lnTo>
                    <a:pt x="31897" y="906952"/>
                  </a:lnTo>
                  <a:lnTo>
                    <a:pt x="31897" y="906704"/>
                  </a:lnTo>
                  <a:lnTo>
                    <a:pt x="31897" y="906456"/>
                  </a:lnTo>
                  <a:lnTo>
                    <a:pt x="31897" y="906208"/>
                  </a:lnTo>
                  <a:lnTo>
                    <a:pt x="31897" y="905960"/>
                  </a:lnTo>
                  <a:lnTo>
                    <a:pt x="31897" y="905712"/>
                  </a:lnTo>
                  <a:lnTo>
                    <a:pt x="31897" y="905464"/>
                  </a:lnTo>
                  <a:lnTo>
                    <a:pt x="31897" y="905216"/>
                  </a:lnTo>
                  <a:lnTo>
                    <a:pt x="31897" y="904968"/>
                  </a:lnTo>
                  <a:lnTo>
                    <a:pt x="31897" y="904721"/>
                  </a:lnTo>
                  <a:lnTo>
                    <a:pt x="31897" y="904473"/>
                  </a:lnTo>
                  <a:lnTo>
                    <a:pt x="31897" y="904225"/>
                  </a:lnTo>
                  <a:lnTo>
                    <a:pt x="31897" y="903977"/>
                  </a:lnTo>
                  <a:lnTo>
                    <a:pt x="31897" y="903729"/>
                  </a:lnTo>
                  <a:lnTo>
                    <a:pt x="31897" y="903481"/>
                  </a:lnTo>
                  <a:lnTo>
                    <a:pt x="31897" y="903233"/>
                  </a:lnTo>
                  <a:lnTo>
                    <a:pt x="31897" y="902985"/>
                  </a:lnTo>
                  <a:lnTo>
                    <a:pt x="31897" y="902737"/>
                  </a:lnTo>
                  <a:lnTo>
                    <a:pt x="31897" y="902489"/>
                  </a:lnTo>
                  <a:lnTo>
                    <a:pt x="31897" y="902241"/>
                  </a:lnTo>
                  <a:lnTo>
                    <a:pt x="31897" y="901993"/>
                  </a:lnTo>
                  <a:lnTo>
                    <a:pt x="31897" y="901745"/>
                  </a:lnTo>
                  <a:lnTo>
                    <a:pt x="31897" y="901497"/>
                  </a:lnTo>
                  <a:lnTo>
                    <a:pt x="31897" y="901249"/>
                  </a:lnTo>
                  <a:lnTo>
                    <a:pt x="31897" y="901001"/>
                  </a:lnTo>
                  <a:lnTo>
                    <a:pt x="31897" y="900754"/>
                  </a:lnTo>
                  <a:lnTo>
                    <a:pt x="31897" y="900506"/>
                  </a:lnTo>
                  <a:lnTo>
                    <a:pt x="32606" y="900506"/>
                  </a:lnTo>
                  <a:lnTo>
                    <a:pt x="32606" y="900258"/>
                  </a:lnTo>
                  <a:lnTo>
                    <a:pt x="32606" y="900010"/>
                  </a:lnTo>
                  <a:lnTo>
                    <a:pt x="32606" y="899762"/>
                  </a:lnTo>
                  <a:lnTo>
                    <a:pt x="32606" y="899514"/>
                  </a:lnTo>
                  <a:lnTo>
                    <a:pt x="32606" y="899266"/>
                  </a:lnTo>
                  <a:lnTo>
                    <a:pt x="32606" y="899018"/>
                  </a:lnTo>
                  <a:lnTo>
                    <a:pt x="32606" y="898770"/>
                  </a:lnTo>
                  <a:lnTo>
                    <a:pt x="32606" y="898522"/>
                  </a:lnTo>
                  <a:lnTo>
                    <a:pt x="32606" y="898274"/>
                  </a:lnTo>
                  <a:lnTo>
                    <a:pt x="32606" y="898026"/>
                  </a:lnTo>
                  <a:lnTo>
                    <a:pt x="32606" y="897778"/>
                  </a:lnTo>
                  <a:lnTo>
                    <a:pt x="32606" y="897530"/>
                  </a:lnTo>
                  <a:lnTo>
                    <a:pt x="32606" y="897282"/>
                  </a:lnTo>
                  <a:lnTo>
                    <a:pt x="32606" y="897034"/>
                  </a:lnTo>
                  <a:lnTo>
                    <a:pt x="32606" y="896787"/>
                  </a:lnTo>
                  <a:lnTo>
                    <a:pt x="32606" y="896539"/>
                  </a:lnTo>
                  <a:lnTo>
                    <a:pt x="32606" y="896291"/>
                  </a:lnTo>
                  <a:lnTo>
                    <a:pt x="32606" y="896043"/>
                  </a:lnTo>
                  <a:lnTo>
                    <a:pt x="32606" y="895795"/>
                  </a:lnTo>
                  <a:lnTo>
                    <a:pt x="32606" y="895547"/>
                  </a:lnTo>
                  <a:lnTo>
                    <a:pt x="32606" y="895299"/>
                  </a:lnTo>
                  <a:lnTo>
                    <a:pt x="32606" y="895051"/>
                  </a:lnTo>
                  <a:lnTo>
                    <a:pt x="32606" y="894803"/>
                  </a:lnTo>
                  <a:lnTo>
                    <a:pt x="32606" y="894555"/>
                  </a:lnTo>
                  <a:lnTo>
                    <a:pt x="32606" y="894307"/>
                  </a:lnTo>
                  <a:lnTo>
                    <a:pt x="32606" y="894059"/>
                  </a:lnTo>
                  <a:lnTo>
                    <a:pt x="32606" y="893811"/>
                  </a:lnTo>
                  <a:lnTo>
                    <a:pt x="32606" y="893563"/>
                  </a:lnTo>
                  <a:lnTo>
                    <a:pt x="32606" y="893315"/>
                  </a:lnTo>
                  <a:lnTo>
                    <a:pt x="32606" y="893067"/>
                  </a:lnTo>
                  <a:lnTo>
                    <a:pt x="32606" y="892820"/>
                  </a:lnTo>
                  <a:lnTo>
                    <a:pt x="32606" y="892572"/>
                  </a:lnTo>
                  <a:lnTo>
                    <a:pt x="32606" y="892324"/>
                  </a:lnTo>
                  <a:lnTo>
                    <a:pt x="32606" y="892076"/>
                  </a:lnTo>
                  <a:lnTo>
                    <a:pt x="32606" y="891828"/>
                  </a:lnTo>
                  <a:lnTo>
                    <a:pt x="32606" y="891580"/>
                  </a:lnTo>
                  <a:lnTo>
                    <a:pt x="32606" y="891332"/>
                  </a:lnTo>
                  <a:lnTo>
                    <a:pt x="32606" y="891084"/>
                  </a:lnTo>
                  <a:lnTo>
                    <a:pt x="32606" y="890836"/>
                  </a:lnTo>
                  <a:lnTo>
                    <a:pt x="32606" y="890588"/>
                  </a:lnTo>
                  <a:lnTo>
                    <a:pt x="32606" y="890340"/>
                  </a:lnTo>
                  <a:lnTo>
                    <a:pt x="32606" y="890092"/>
                  </a:lnTo>
                  <a:lnTo>
                    <a:pt x="32606" y="889844"/>
                  </a:lnTo>
                  <a:lnTo>
                    <a:pt x="32606" y="889596"/>
                  </a:lnTo>
                  <a:lnTo>
                    <a:pt x="32606" y="889348"/>
                  </a:lnTo>
                  <a:lnTo>
                    <a:pt x="32606" y="889101"/>
                  </a:lnTo>
                  <a:lnTo>
                    <a:pt x="32606" y="888853"/>
                  </a:lnTo>
                  <a:lnTo>
                    <a:pt x="32606" y="888605"/>
                  </a:lnTo>
                  <a:lnTo>
                    <a:pt x="32606" y="888357"/>
                  </a:lnTo>
                  <a:lnTo>
                    <a:pt x="32606" y="888109"/>
                  </a:lnTo>
                  <a:lnTo>
                    <a:pt x="32606" y="887861"/>
                  </a:lnTo>
                  <a:lnTo>
                    <a:pt x="32606" y="887613"/>
                  </a:lnTo>
                  <a:lnTo>
                    <a:pt x="32606" y="887365"/>
                  </a:lnTo>
                  <a:lnTo>
                    <a:pt x="32606" y="887117"/>
                  </a:lnTo>
                  <a:lnTo>
                    <a:pt x="32606" y="886869"/>
                  </a:lnTo>
                  <a:lnTo>
                    <a:pt x="32606" y="886621"/>
                  </a:lnTo>
                  <a:lnTo>
                    <a:pt x="32606" y="886373"/>
                  </a:lnTo>
                  <a:lnTo>
                    <a:pt x="32606" y="886125"/>
                  </a:lnTo>
                  <a:lnTo>
                    <a:pt x="32606" y="885877"/>
                  </a:lnTo>
                  <a:lnTo>
                    <a:pt x="32606" y="885629"/>
                  </a:lnTo>
                  <a:lnTo>
                    <a:pt x="32606" y="885381"/>
                  </a:lnTo>
                  <a:lnTo>
                    <a:pt x="32606" y="885134"/>
                  </a:lnTo>
                  <a:lnTo>
                    <a:pt x="32606" y="884886"/>
                  </a:lnTo>
                  <a:lnTo>
                    <a:pt x="32606" y="884638"/>
                  </a:lnTo>
                  <a:lnTo>
                    <a:pt x="32606" y="884390"/>
                  </a:lnTo>
                  <a:lnTo>
                    <a:pt x="32606" y="884142"/>
                  </a:lnTo>
                  <a:lnTo>
                    <a:pt x="32606" y="883894"/>
                  </a:lnTo>
                  <a:lnTo>
                    <a:pt x="32606" y="883646"/>
                  </a:lnTo>
                  <a:lnTo>
                    <a:pt x="32606" y="883398"/>
                  </a:lnTo>
                  <a:lnTo>
                    <a:pt x="32606" y="883150"/>
                  </a:lnTo>
                  <a:lnTo>
                    <a:pt x="32606" y="882902"/>
                  </a:lnTo>
                  <a:lnTo>
                    <a:pt x="32606" y="882654"/>
                  </a:lnTo>
                  <a:lnTo>
                    <a:pt x="32606" y="882406"/>
                  </a:lnTo>
                  <a:lnTo>
                    <a:pt x="32606" y="882158"/>
                  </a:lnTo>
                  <a:lnTo>
                    <a:pt x="32606" y="881910"/>
                  </a:lnTo>
                  <a:lnTo>
                    <a:pt x="32606" y="881662"/>
                  </a:lnTo>
                  <a:lnTo>
                    <a:pt x="32606" y="881414"/>
                  </a:lnTo>
                  <a:lnTo>
                    <a:pt x="32606" y="881167"/>
                  </a:lnTo>
                  <a:lnTo>
                    <a:pt x="32606" y="880919"/>
                  </a:lnTo>
                  <a:lnTo>
                    <a:pt x="32606" y="880671"/>
                  </a:lnTo>
                  <a:lnTo>
                    <a:pt x="32606" y="880423"/>
                  </a:lnTo>
                  <a:lnTo>
                    <a:pt x="32606" y="880175"/>
                  </a:lnTo>
                  <a:lnTo>
                    <a:pt x="32606" y="879927"/>
                  </a:lnTo>
                  <a:lnTo>
                    <a:pt x="32606" y="879679"/>
                  </a:lnTo>
                  <a:lnTo>
                    <a:pt x="32606" y="879431"/>
                  </a:lnTo>
                  <a:lnTo>
                    <a:pt x="32606" y="879183"/>
                  </a:lnTo>
                  <a:lnTo>
                    <a:pt x="32606" y="878935"/>
                  </a:lnTo>
                  <a:lnTo>
                    <a:pt x="32606" y="878687"/>
                  </a:lnTo>
                  <a:lnTo>
                    <a:pt x="32606" y="878439"/>
                  </a:lnTo>
                  <a:lnTo>
                    <a:pt x="32606" y="878191"/>
                  </a:lnTo>
                  <a:lnTo>
                    <a:pt x="32606" y="877943"/>
                  </a:lnTo>
                  <a:lnTo>
                    <a:pt x="32606" y="877695"/>
                  </a:lnTo>
                  <a:lnTo>
                    <a:pt x="32606" y="877447"/>
                  </a:lnTo>
                  <a:lnTo>
                    <a:pt x="32606" y="877200"/>
                  </a:lnTo>
                  <a:lnTo>
                    <a:pt x="32606" y="876952"/>
                  </a:lnTo>
                  <a:lnTo>
                    <a:pt x="32606" y="876704"/>
                  </a:lnTo>
                  <a:lnTo>
                    <a:pt x="32606" y="876456"/>
                  </a:lnTo>
                  <a:lnTo>
                    <a:pt x="32606" y="876208"/>
                  </a:lnTo>
                  <a:lnTo>
                    <a:pt x="32606" y="875960"/>
                  </a:lnTo>
                  <a:lnTo>
                    <a:pt x="32606" y="875712"/>
                  </a:lnTo>
                  <a:lnTo>
                    <a:pt x="32606" y="875464"/>
                  </a:lnTo>
                  <a:lnTo>
                    <a:pt x="32606" y="875216"/>
                  </a:lnTo>
                  <a:lnTo>
                    <a:pt x="32606" y="874968"/>
                  </a:lnTo>
                  <a:lnTo>
                    <a:pt x="32606" y="874720"/>
                  </a:lnTo>
                  <a:lnTo>
                    <a:pt x="33314" y="874720"/>
                  </a:lnTo>
                  <a:lnTo>
                    <a:pt x="33314" y="874472"/>
                  </a:lnTo>
                  <a:lnTo>
                    <a:pt x="33314" y="874224"/>
                  </a:lnTo>
                  <a:lnTo>
                    <a:pt x="33314" y="873976"/>
                  </a:lnTo>
                  <a:lnTo>
                    <a:pt x="33314" y="873728"/>
                  </a:lnTo>
                  <a:lnTo>
                    <a:pt x="33314" y="873480"/>
                  </a:lnTo>
                  <a:lnTo>
                    <a:pt x="33314" y="873233"/>
                  </a:lnTo>
                  <a:lnTo>
                    <a:pt x="33314" y="872985"/>
                  </a:lnTo>
                  <a:lnTo>
                    <a:pt x="33314" y="872737"/>
                  </a:lnTo>
                  <a:lnTo>
                    <a:pt x="33314" y="872489"/>
                  </a:lnTo>
                  <a:lnTo>
                    <a:pt x="33314" y="872241"/>
                  </a:lnTo>
                  <a:lnTo>
                    <a:pt x="33314" y="871993"/>
                  </a:lnTo>
                  <a:lnTo>
                    <a:pt x="33314" y="871745"/>
                  </a:lnTo>
                  <a:lnTo>
                    <a:pt x="33314" y="871497"/>
                  </a:lnTo>
                  <a:lnTo>
                    <a:pt x="33314" y="871249"/>
                  </a:lnTo>
                  <a:lnTo>
                    <a:pt x="33314" y="871001"/>
                  </a:lnTo>
                  <a:lnTo>
                    <a:pt x="33314" y="870753"/>
                  </a:lnTo>
                  <a:lnTo>
                    <a:pt x="33314" y="870505"/>
                  </a:lnTo>
                  <a:lnTo>
                    <a:pt x="33314" y="870257"/>
                  </a:lnTo>
                  <a:lnTo>
                    <a:pt x="33314" y="870009"/>
                  </a:lnTo>
                  <a:lnTo>
                    <a:pt x="33314" y="869761"/>
                  </a:lnTo>
                  <a:lnTo>
                    <a:pt x="33314" y="869514"/>
                  </a:lnTo>
                  <a:lnTo>
                    <a:pt x="33314" y="869266"/>
                  </a:lnTo>
                  <a:lnTo>
                    <a:pt x="33314" y="869018"/>
                  </a:lnTo>
                  <a:lnTo>
                    <a:pt x="33314" y="868770"/>
                  </a:lnTo>
                  <a:lnTo>
                    <a:pt x="33314" y="868522"/>
                  </a:lnTo>
                  <a:lnTo>
                    <a:pt x="33314" y="868274"/>
                  </a:lnTo>
                  <a:lnTo>
                    <a:pt x="33314" y="868026"/>
                  </a:lnTo>
                  <a:lnTo>
                    <a:pt x="33314" y="867778"/>
                  </a:lnTo>
                  <a:lnTo>
                    <a:pt x="33314" y="867530"/>
                  </a:lnTo>
                  <a:lnTo>
                    <a:pt x="33314" y="867282"/>
                  </a:lnTo>
                  <a:lnTo>
                    <a:pt x="33314" y="867034"/>
                  </a:lnTo>
                  <a:lnTo>
                    <a:pt x="33314" y="866786"/>
                  </a:lnTo>
                  <a:lnTo>
                    <a:pt x="33314" y="866538"/>
                  </a:lnTo>
                  <a:lnTo>
                    <a:pt x="33314" y="866290"/>
                  </a:lnTo>
                  <a:lnTo>
                    <a:pt x="33314" y="866042"/>
                  </a:lnTo>
                  <a:lnTo>
                    <a:pt x="33314" y="865794"/>
                  </a:lnTo>
                  <a:lnTo>
                    <a:pt x="34023" y="865794"/>
                  </a:lnTo>
                  <a:lnTo>
                    <a:pt x="34732" y="865794"/>
                  </a:lnTo>
                  <a:lnTo>
                    <a:pt x="34732" y="865547"/>
                  </a:lnTo>
                  <a:lnTo>
                    <a:pt x="34732" y="865299"/>
                  </a:lnTo>
                  <a:lnTo>
                    <a:pt x="34732" y="865051"/>
                  </a:lnTo>
                  <a:lnTo>
                    <a:pt x="34732" y="864803"/>
                  </a:lnTo>
                  <a:lnTo>
                    <a:pt x="34732" y="864555"/>
                  </a:lnTo>
                  <a:lnTo>
                    <a:pt x="34732" y="864307"/>
                  </a:lnTo>
                  <a:lnTo>
                    <a:pt x="34732" y="864059"/>
                  </a:lnTo>
                  <a:lnTo>
                    <a:pt x="34732" y="863811"/>
                  </a:lnTo>
                  <a:lnTo>
                    <a:pt x="34732" y="863563"/>
                  </a:lnTo>
                  <a:lnTo>
                    <a:pt x="34732" y="863315"/>
                  </a:lnTo>
                  <a:lnTo>
                    <a:pt x="34732" y="863067"/>
                  </a:lnTo>
                  <a:lnTo>
                    <a:pt x="34732" y="862819"/>
                  </a:lnTo>
                  <a:lnTo>
                    <a:pt x="34732" y="862571"/>
                  </a:lnTo>
                  <a:lnTo>
                    <a:pt x="34732" y="862323"/>
                  </a:lnTo>
                  <a:lnTo>
                    <a:pt x="35441" y="862323"/>
                  </a:lnTo>
                  <a:lnTo>
                    <a:pt x="35441" y="862075"/>
                  </a:lnTo>
                  <a:lnTo>
                    <a:pt x="35441" y="861827"/>
                  </a:lnTo>
                  <a:lnTo>
                    <a:pt x="35441" y="861580"/>
                  </a:lnTo>
                  <a:lnTo>
                    <a:pt x="35441" y="861332"/>
                  </a:lnTo>
                  <a:lnTo>
                    <a:pt x="35441" y="861084"/>
                  </a:lnTo>
                  <a:lnTo>
                    <a:pt x="35441" y="860836"/>
                  </a:lnTo>
                  <a:lnTo>
                    <a:pt x="35441" y="860588"/>
                  </a:lnTo>
                  <a:lnTo>
                    <a:pt x="35441" y="860340"/>
                  </a:lnTo>
                  <a:lnTo>
                    <a:pt x="35441" y="860092"/>
                  </a:lnTo>
                  <a:lnTo>
                    <a:pt x="35441" y="859844"/>
                  </a:lnTo>
                  <a:lnTo>
                    <a:pt x="35441" y="859596"/>
                  </a:lnTo>
                  <a:lnTo>
                    <a:pt x="36150" y="859596"/>
                  </a:lnTo>
                  <a:lnTo>
                    <a:pt x="36150" y="859348"/>
                  </a:lnTo>
                  <a:lnTo>
                    <a:pt x="36150" y="859100"/>
                  </a:lnTo>
                  <a:lnTo>
                    <a:pt x="36150" y="858852"/>
                  </a:lnTo>
                  <a:lnTo>
                    <a:pt x="36150" y="858604"/>
                  </a:lnTo>
                  <a:lnTo>
                    <a:pt x="36150" y="858356"/>
                  </a:lnTo>
                  <a:lnTo>
                    <a:pt x="36150" y="858108"/>
                  </a:lnTo>
                  <a:lnTo>
                    <a:pt x="36859" y="858108"/>
                  </a:lnTo>
                  <a:lnTo>
                    <a:pt x="36859" y="857860"/>
                  </a:lnTo>
                  <a:lnTo>
                    <a:pt x="36859" y="857613"/>
                  </a:lnTo>
                  <a:lnTo>
                    <a:pt x="36859" y="857365"/>
                  </a:lnTo>
                  <a:lnTo>
                    <a:pt x="36859" y="857117"/>
                  </a:lnTo>
                  <a:lnTo>
                    <a:pt x="36859" y="856869"/>
                  </a:lnTo>
                  <a:lnTo>
                    <a:pt x="36859" y="856621"/>
                  </a:lnTo>
                  <a:lnTo>
                    <a:pt x="36859" y="856373"/>
                  </a:lnTo>
                  <a:lnTo>
                    <a:pt x="36859" y="856125"/>
                  </a:lnTo>
                  <a:lnTo>
                    <a:pt x="36859" y="855877"/>
                  </a:lnTo>
                  <a:lnTo>
                    <a:pt x="36859" y="855629"/>
                  </a:lnTo>
                  <a:lnTo>
                    <a:pt x="36859" y="855381"/>
                  </a:lnTo>
                  <a:lnTo>
                    <a:pt x="36859" y="855133"/>
                  </a:lnTo>
                  <a:lnTo>
                    <a:pt x="36859" y="854885"/>
                  </a:lnTo>
                  <a:lnTo>
                    <a:pt x="36859" y="854637"/>
                  </a:lnTo>
                  <a:lnTo>
                    <a:pt x="36859" y="854389"/>
                  </a:lnTo>
                  <a:lnTo>
                    <a:pt x="36859" y="854141"/>
                  </a:lnTo>
                  <a:lnTo>
                    <a:pt x="36859" y="853893"/>
                  </a:lnTo>
                  <a:lnTo>
                    <a:pt x="36859" y="853646"/>
                  </a:lnTo>
                  <a:lnTo>
                    <a:pt x="36859" y="853398"/>
                  </a:lnTo>
                  <a:lnTo>
                    <a:pt x="37567" y="853398"/>
                  </a:lnTo>
                  <a:lnTo>
                    <a:pt x="37567" y="853150"/>
                  </a:lnTo>
                  <a:lnTo>
                    <a:pt x="38276" y="853150"/>
                  </a:lnTo>
                  <a:lnTo>
                    <a:pt x="38276" y="852902"/>
                  </a:lnTo>
                  <a:lnTo>
                    <a:pt x="38276" y="852654"/>
                  </a:lnTo>
                  <a:lnTo>
                    <a:pt x="38276" y="852406"/>
                  </a:lnTo>
                  <a:lnTo>
                    <a:pt x="38276" y="852158"/>
                  </a:lnTo>
                  <a:lnTo>
                    <a:pt x="38276" y="851910"/>
                  </a:lnTo>
                  <a:lnTo>
                    <a:pt x="38276" y="851662"/>
                  </a:lnTo>
                  <a:lnTo>
                    <a:pt x="38276" y="851414"/>
                  </a:lnTo>
                  <a:lnTo>
                    <a:pt x="38276" y="851166"/>
                  </a:lnTo>
                  <a:lnTo>
                    <a:pt x="38276" y="850918"/>
                  </a:lnTo>
                  <a:lnTo>
                    <a:pt x="38276" y="850670"/>
                  </a:lnTo>
                  <a:lnTo>
                    <a:pt x="38276" y="850422"/>
                  </a:lnTo>
                  <a:lnTo>
                    <a:pt x="38985" y="850422"/>
                  </a:lnTo>
                  <a:lnTo>
                    <a:pt x="38985" y="850174"/>
                  </a:lnTo>
                  <a:lnTo>
                    <a:pt x="38985" y="849927"/>
                  </a:lnTo>
                  <a:lnTo>
                    <a:pt x="38985" y="849679"/>
                  </a:lnTo>
                  <a:lnTo>
                    <a:pt x="38985" y="849431"/>
                  </a:lnTo>
                  <a:lnTo>
                    <a:pt x="38985" y="849183"/>
                  </a:lnTo>
                  <a:lnTo>
                    <a:pt x="38985" y="848935"/>
                  </a:lnTo>
                  <a:lnTo>
                    <a:pt x="38985" y="848687"/>
                  </a:lnTo>
                  <a:lnTo>
                    <a:pt x="38985" y="848439"/>
                  </a:lnTo>
                  <a:lnTo>
                    <a:pt x="38985" y="848191"/>
                  </a:lnTo>
                  <a:lnTo>
                    <a:pt x="38985" y="847943"/>
                  </a:lnTo>
                  <a:lnTo>
                    <a:pt x="38985" y="847695"/>
                  </a:lnTo>
                  <a:lnTo>
                    <a:pt x="38985" y="847447"/>
                  </a:lnTo>
                  <a:lnTo>
                    <a:pt x="38985" y="847199"/>
                  </a:lnTo>
                  <a:lnTo>
                    <a:pt x="38985" y="846951"/>
                  </a:lnTo>
                  <a:lnTo>
                    <a:pt x="38985" y="846703"/>
                  </a:lnTo>
                  <a:lnTo>
                    <a:pt x="38985" y="846455"/>
                  </a:lnTo>
                  <a:lnTo>
                    <a:pt x="38985" y="846207"/>
                  </a:lnTo>
                  <a:lnTo>
                    <a:pt x="38985" y="845960"/>
                  </a:lnTo>
                  <a:lnTo>
                    <a:pt x="38985" y="845712"/>
                  </a:lnTo>
                  <a:lnTo>
                    <a:pt x="38985" y="845464"/>
                  </a:lnTo>
                  <a:lnTo>
                    <a:pt x="38985" y="845216"/>
                  </a:lnTo>
                  <a:lnTo>
                    <a:pt x="38985" y="844968"/>
                  </a:lnTo>
                  <a:lnTo>
                    <a:pt x="38985" y="844720"/>
                  </a:lnTo>
                  <a:lnTo>
                    <a:pt x="38985" y="844472"/>
                  </a:lnTo>
                  <a:lnTo>
                    <a:pt x="38985" y="844224"/>
                  </a:lnTo>
                  <a:lnTo>
                    <a:pt x="38985" y="843976"/>
                  </a:lnTo>
                  <a:lnTo>
                    <a:pt x="38985" y="843728"/>
                  </a:lnTo>
                  <a:lnTo>
                    <a:pt x="38985" y="843480"/>
                  </a:lnTo>
                  <a:lnTo>
                    <a:pt x="38985" y="843232"/>
                  </a:lnTo>
                  <a:lnTo>
                    <a:pt x="38985" y="842984"/>
                  </a:lnTo>
                  <a:lnTo>
                    <a:pt x="38985" y="842736"/>
                  </a:lnTo>
                  <a:lnTo>
                    <a:pt x="38985" y="842488"/>
                  </a:lnTo>
                  <a:lnTo>
                    <a:pt x="38985" y="842240"/>
                  </a:lnTo>
                  <a:lnTo>
                    <a:pt x="38985" y="841993"/>
                  </a:lnTo>
                  <a:lnTo>
                    <a:pt x="38985" y="841745"/>
                  </a:lnTo>
                  <a:lnTo>
                    <a:pt x="38985" y="841497"/>
                  </a:lnTo>
                  <a:lnTo>
                    <a:pt x="38985" y="841249"/>
                  </a:lnTo>
                  <a:lnTo>
                    <a:pt x="38985" y="841001"/>
                  </a:lnTo>
                  <a:lnTo>
                    <a:pt x="38985" y="840753"/>
                  </a:lnTo>
                  <a:lnTo>
                    <a:pt x="38985" y="840505"/>
                  </a:lnTo>
                  <a:lnTo>
                    <a:pt x="38985" y="840257"/>
                  </a:lnTo>
                  <a:lnTo>
                    <a:pt x="38985" y="840009"/>
                  </a:lnTo>
                  <a:lnTo>
                    <a:pt x="38985" y="839761"/>
                  </a:lnTo>
                  <a:lnTo>
                    <a:pt x="38985" y="839513"/>
                  </a:lnTo>
                  <a:lnTo>
                    <a:pt x="38985" y="839265"/>
                  </a:lnTo>
                  <a:lnTo>
                    <a:pt x="38985" y="839017"/>
                  </a:lnTo>
                  <a:lnTo>
                    <a:pt x="38985" y="838769"/>
                  </a:lnTo>
                  <a:lnTo>
                    <a:pt x="38985" y="838521"/>
                  </a:lnTo>
                  <a:lnTo>
                    <a:pt x="38985" y="838273"/>
                  </a:lnTo>
                  <a:lnTo>
                    <a:pt x="38985" y="838026"/>
                  </a:lnTo>
                  <a:lnTo>
                    <a:pt x="38985" y="837778"/>
                  </a:lnTo>
                  <a:lnTo>
                    <a:pt x="38985" y="837530"/>
                  </a:lnTo>
                  <a:lnTo>
                    <a:pt x="38985" y="837282"/>
                  </a:lnTo>
                  <a:lnTo>
                    <a:pt x="38985" y="837034"/>
                  </a:lnTo>
                  <a:lnTo>
                    <a:pt x="38985" y="836786"/>
                  </a:lnTo>
                  <a:lnTo>
                    <a:pt x="38985" y="836538"/>
                  </a:lnTo>
                  <a:lnTo>
                    <a:pt x="38985" y="836290"/>
                  </a:lnTo>
                  <a:lnTo>
                    <a:pt x="38985" y="836042"/>
                  </a:lnTo>
                  <a:lnTo>
                    <a:pt x="38985" y="835794"/>
                  </a:lnTo>
                  <a:lnTo>
                    <a:pt x="38985" y="835546"/>
                  </a:lnTo>
                  <a:lnTo>
                    <a:pt x="38985" y="835298"/>
                  </a:lnTo>
                  <a:lnTo>
                    <a:pt x="38985" y="835050"/>
                  </a:lnTo>
                  <a:lnTo>
                    <a:pt x="38985" y="834802"/>
                  </a:lnTo>
                  <a:lnTo>
                    <a:pt x="38985" y="834554"/>
                  </a:lnTo>
                  <a:lnTo>
                    <a:pt x="38985" y="834306"/>
                  </a:lnTo>
                  <a:lnTo>
                    <a:pt x="38985" y="834059"/>
                  </a:lnTo>
                  <a:lnTo>
                    <a:pt x="38985" y="833811"/>
                  </a:lnTo>
                  <a:lnTo>
                    <a:pt x="38985" y="833563"/>
                  </a:lnTo>
                  <a:lnTo>
                    <a:pt x="38985" y="833315"/>
                  </a:lnTo>
                  <a:lnTo>
                    <a:pt x="38985" y="833067"/>
                  </a:lnTo>
                  <a:lnTo>
                    <a:pt x="38985" y="832819"/>
                  </a:lnTo>
                  <a:lnTo>
                    <a:pt x="38985" y="832571"/>
                  </a:lnTo>
                  <a:lnTo>
                    <a:pt x="38985" y="832323"/>
                  </a:lnTo>
                  <a:lnTo>
                    <a:pt x="38985" y="832075"/>
                  </a:lnTo>
                  <a:lnTo>
                    <a:pt x="38985" y="831827"/>
                  </a:lnTo>
                  <a:lnTo>
                    <a:pt x="38985" y="831579"/>
                  </a:lnTo>
                  <a:lnTo>
                    <a:pt x="38985" y="831331"/>
                  </a:lnTo>
                  <a:lnTo>
                    <a:pt x="38985" y="831083"/>
                  </a:lnTo>
                  <a:lnTo>
                    <a:pt x="38985" y="830835"/>
                  </a:lnTo>
                  <a:lnTo>
                    <a:pt x="38985" y="830587"/>
                  </a:lnTo>
                  <a:lnTo>
                    <a:pt x="38985" y="830340"/>
                  </a:lnTo>
                  <a:lnTo>
                    <a:pt x="38985" y="830092"/>
                  </a:lnTo>
                  <a:lnTo>
                    <a:pt x="38985" y="829844"/>
                  </a:lnTo>
                  <a:lnTo>
                    <a:pt x="38985" y="829596"/>
                  </a:lnTo>
                  <a:lnTo>
                    <a:pt x="38985" y="829348"/>
                  </a:lnTo>
                  <a:lnTo>
                    <a:pt x="38985" y="829100"/>
                  </a:lnTo>
                  <a:lnTo>
                    <a:pt x="38985" y="828852"/>
                  </a:lnTo>
                  <a:lnTo>
                    <a:pt x="38985" y="828604"/>
                  </a:lnTo>
                  <a:lnTo>
                    <a:pt x="38985" y="828356"/>
                  </a:lnTo>
                  <a:lnTo>
                    <a:pt x="38985" y="828108"/>
                  </a:lnTo>
                  <a:lnTo>
                    <a:pt x="38985" y="827860"/>
                  </a:lnTo>
                  <a:lnTo>
                    <a:pt x="38985" y="827612"/>
                  </a:lnTo>
                  <a:lnTo>
                    <a:pt x="38985" y="827364"/>
                  </a:lnTo>
                  <a:lnTo>
                    <a:pt x="38985" y="827116"/>
                  </a:lnTo>
                  <a:lnTo>
                    <a:pt x="38985" y="826868"/>
                  </a:lnTo>
                  <a:lnTo>
                    <a:pt x="38985" y="826620"/>
                  </a:lnTo>
                  <a:lnTo>
                    <a:pt x="38985" y="826373"/>
                  </a:lnTo>
                  <a:lnTo>
                    <a:pt x="38985" y="826125"/>
                  </a:lnTo>
                  <a:lnTo>
                    <a:pt x="38985" y="825877"/>
                  </a:lnTo>
                  <a:lnTo>
                    <a:pt x="38985" y="825629"/>
                  </a:lnTo>
                  <a:lnTo>
                    <a:pt x="38985" y="825381"/>
                  </a:lnTo>
                  <a:lnTo>
                    <a:pt x="38985" y="825133"/>
                  </a:lnTo>
                  <a:lnTo>
                    <a:pt x="38985" y="824885"/>
                  </a:lnTo>
                  <a:lnTo>
                    <a:pt x="38985" y="824637"/>
                  </a:lnTo>
                  <a:lnTo>
                    <a:pt x="38985" y="824389"/>
                  </a:lnTo>
                  <a:lnTo>
                    <a:pt x="38985" y="824141"/>
                  </a:lnTo>
                  <a:lnTo>
                    <a:pt x="38985" y="823893"/>
                  </a:lnTo>
                  <a:lnTo>
                    <a:pt x="38985" y="823645"/>
                  </a:lnTo>
                  <a:lnTo>
                    <a:pt x="38985" y="823397"/>
                  </a:lnTo>
                  <a:lnTo>
                    <a:pt x="38985" y="823149"/>
                  </a:lnTo>
                  <a:lnTo>
                    <a:pt x="38985" y="822901"/>
                  </a:lnTo>
                  <a:lnTo>
                    <a:pt x="38985" y="822653"/>
                  </a:lnTo>
                  <a:lnTo>
                    <a:pt x="38985" y="822406"/>
                  </a:lnTo>
                  <a:lnTo>
                    <a:pt x="38985" y="822158"/>
                  </a:lnTo>
                  <a:lnTo>
                    <a:pt x="38985" y="821910"/>
                  </a:lnTo>
                  <a:lnTo>
                    <a:pt x="38985" y="821662"/>
                  </a:lnTo>
                  <a:lnTo>
                    <a:pt x="39694" y="821662"/>
                  </a:lnTo>
                  <a:lnTo>
                    <a:pt x="39694" y="821414"/>
                  </a:lnTo>
                  <a:lnTo>
                    <a:pt x="39694" y="821166"/>
                  </a:lnTo>
                  <a:lnTo>
                    <a:pt x="39694" y="820918"/>
                  </a:lnTo>
                  <a:lnTo>
                    <a:pt x="39694" y="820670"/>
                  </a:lnTo>
                  <a:lnTo>
                    <a:pt x="39694" y="820422"/>
                  </a:lnTo>
                  <a:lnTo>
                    <a:pt x="39694" y="820174"/>
                  </a:lnTo>
                  <a:lnTo>
                    <a:pt x="39694" y="819926"/>
                  </a:lnTo>
                  <a:lnTo>
                    <a:pt x="39694" y="819678"/>
                  </a:lnTo>
                  <a:lnTo>
                    <a:pt x="39694" y="819430"/>
                  </a:lnTo>
                  <a:lnTo>
                    <a:pt x="39694" y="819182"/>
                  </a:lnTo>
                  <a:lnTo>
                    <a:pt x="39694" y="818934"/>
                  </a:lnTo>
                  <a:lnTo>
                    <a:pt x="39694" y="818686"/>
                  </a:lnTo>
                  <a:lnTo>
                    <a:pt x="39694" y="818439"/>
                  </a:lnTo>
                  <a:lnTo>
                    <a:pt x="39694" y="818191"/>
                  </a:lnTo>
                  <a:lnTo>
                    <a:pt x="39694" y="817943"/>
                  </a:lnTo>
                  <a:lnTo>
                    <a:pt x="39694" y="817695"/>
                  </a:lnTo>
                  <a:lnTo>
                    <a:pt x="39694" y="817447"/>
                  </a:lnTo>
                  <a:lnTo>
                    <a:pt x="39694" y="817199"/>
                  </a:lnTo>
                  <a:lnTo>
                    <a:pt x="39694" y="816951"/>
                  </a:lnTo>
                  <a:lnTo>
                    <a:pt x="39694" y="816703"/>
                  </a:lnTo>
                  <a:lnTo>
                    <a:pt x="39694" y="816455"/>
                  </a:lnTo>
                  <a:lnTo>
                    <a:pt x="39694" y="816207"/>
                  </a:lnTo>
                  <a:lnTo>
                    <a:pt x="39694" y="815959"/>
                  </a:lnTo>
                  <a:lnTo>
                    <a:pt x="39694" y="815711"/>
                  </a:lnTo>
                  <a:lnTo>
                    <a:pt x="39694" y="815463"/>
                  </a:lnTo>
                  <a:lnTo>
                    <a:pt x="39694" y="815215"/>
                  </a:lnTo>
                  <a:lnTo>
                    <a:pt x="39694" y="814967"/>
                  </a:lnTo>
                  <a:lnTo>
                    <a:pt x="39694" y="814719"/>
                  </a:lnTo>
                  <a:lnTo>
                    <a:pt x="39694" y="814472"/>
                  </a:lnTo>
                  <a:lnTo>
                    <a:pt x="39694" y="814224"/>
                  </a:lnTo>
                  <a:lnTo>
                    <a:pt x="39694" y="813976"/>
                  </a:lnTo>
                  <a:lnTo>
                    <a:pt x="39694" y="813728"/>
                  </a:lnTo>
                  <a:lnTo>
                    <a:pt x="39694" y="813480"/>
                  </a:lnTo>
                  <a:lnTo>
                    <a:pt x="39694" y="813232"/>
                  </a:lnTo>
                  <a:lnTo>
                    <a:pt x="39694" y="812984"/>
                  </a:lnTo>
                  <a:lnTo>
                    <a:pt x="39694" y="812736"/>
                  </a:lnTo>
                  <a:lnTo>
                    <a:pt x="39694" y="812488"/>
                  </a:lnTo>
                  <a:lnTo>
                    <a:pt x="39694" y="812240"/>
                  </a:lnTo>
                  <a:lnTo>
                    <a:pt x="39694" y="811992"/>
                  </a:lnTo>
                  <a:lnTo>
                    <a:pt x="39694" y="811744"/>
                  </a:lnTo>
                  <a:lnTo>
                    <a:pt x="39694" y="811496"/>
                  </a:lnTo>
                  <a:lnTo>
                    <a:pt x="39694" y="811248"/>
                  </a:lnTo>
                  <a:lnTo>
                    <a:pt x="39694" y="811000"/>
                  </a:lnTo>
                  <a:lnTo>
                    <a:pt x="39694" y="810753"/>
                  </a:lnTo>
                  <a:lnTo>
                    <a:pt x="39694" y="810505"/>
                  </a:lnTo>
                  <a:lnTo>
                    <a:pt x="39694" y="810257"/>
                  </a:lnTo>
                  <a:lnTo>
                    <a:pt x="39694" y="810009"/>
                  </a:lnTo>
                  <a:lnTo>
                    <a:pt x="39694" y="809761"/>
                  </a:lnTo>
                  <a:lnTo>
                    <a:pt x="39694" y="809513"/>
                  </a:lnTo>
                  <a:lnTo>
                    <a:pt x="39694" y="809265"/>
                  </a:lnTo>
                  <a:lnTo>
                    <a:pt x="39694" y="809017"/>
                  </a:lnTo>
                  <a:lnTo>
                    <a:pt x="39694" y="808769"/>
                  </a:lnTo>
                  <a:lnTo>
                    <a:pt x="39694" y="808521"/>
                  </a:lnTo>
                  <a:lnTo>
                    <a:pt x="39694" y="808273"/>
                  </a:lnTo>
                  <a:lnTo>
                    <a:pt x="39694" y="808025"/>
                  </a:lnTo>
                  <a:lnTo>
                    <a:pt x="39694" y="807777"/>
                  </a:lnTo>
                  <a:lnTo>
                    <a:pt x="39694" y="807529"/>
                  </a:lnTo>
                  <a:lnTo>
                    <a:pt x="39694" y="807281"/>
                  </a:lnTo>
                  <a:lnTo>
                    <a:pt x="39694" y="807033"/>
                  </a:lnTo>
                  <a:lnTo>
                    <a:pt x="39694" y="806786"/>
                  </a:lnTo>
                  <a:lnTo>
                    <a:pt x="39694" y="806538"/>
                  </a:lnTo>
                  <a:lnTo>
                    <a:pt x="39694" y="806290"/>
                  </a:lnTo>
                  <a:lnTo>
                    <a:pt x="39694" y="806042"/>
                  </a:lnTo>
                  <a:lnTo>
                    <a:pt x="39694" y="805794"/>
                  </a:lnTo>
                  <a:lnTo>
                    <a:pt x="39694" y="805546"/>
                  </a:lnTo>
                  <a:lnTo>
                    <a:pt x="39694" y="805298"/>
                  </a:lnTo>
                  <a:lnTo>
                    <a:pt x="39694" y="805050"/>
                  </a:lnTo>
                  <a:lnTo>
                    <a:pt x="39694" y="804802"/>
                  </a:lnTo>
                  <a:lnTo>
                    <a:pt x="39694" y="804554"/>
                  </a:lnTo>
                  <a:lnTo>
                    <a:pt x="39694" y="804306"/>
                  </a:lnTo>
                  <a:lnTo>
                    <a:pt x="39694" y="804058"/>
                  </a:lnTo>
                  <a:lnTo>
                    <a:pt x="39694" y="803810"/>
                  </a:lnTo>
                  <a:lnTo>
                    <a:pt x="39694" y="803562"/>
                  </a:lnTo>
                  <a:lnTo>
                    <a:pt x="40403" y="803562"/>
                  </a:lnTo>
                  <a:lnTo>
                    <a:pt x="40403" y="803314"/>
                  </a:lnTo>
                  <a:lnTo>
                    <a:pt x="40403" y="803066"/>
                  </a:lnTo>
                  <a:lnTo>
                    <a:pt x="40403" y="802819"/>
                  </a:lnTo>
                  <a:lnTo>
                    <a:pt x="40403" y="802571"/>
                  </a:lnTo>
                  <a:lnTo>
                    <a:pt x="40403" y="802323"/>
                  </a:lnTo>
                  <a:lnTo>
                    <a:pt x="40403" y="802075"/>
                  </a:lnTo>
                  <a:lnTo>
                    <a:pt x="40403" y="801827"/>
                  </a:lnTo>
                  <a:lnTo>
                    <a:pt x="40403" y="801579"/>
                  </a:lnTo>
                  <a:lnTo>
                    <a:pt x="40403" y="801331"/>
                  </a:lnTo>
                  <a:lnTo>
                    <a:pt x="40403" y="801083"/>
                  </a:lnTo>
                  <a:lnTo>
                    <a:pt x="40403" y="800835"/>
                  </a:lnTo>
                  <a:lnTo>
                    <a:pt x="40403" y="800587"/>
                  </a:lnTo>
                  <a:lnTo>
                    <a:pt x="40403" y="800339"/>
                  </a:lnTo>
                  <a:lnTo>
                    <a:pt x="40403" y="800091"/>
                  </a:lnTo>
                  <a:lnTo>
                    <a:pt x="40403" y="799843"/>
                  </a:lnTo>
                  <a:lnTo>
                    <a:pt x="40403" y="799595"/>
                  </a:lnTo>
                  <a:lnTo>
                    <a:pt x="40403" y="799347"/>
                  </a:lnTo>
                  <a:lnTo>
                    <a:pt x="40403" y="799099"/>
                  </a:lnTo>
                  <a:lnTo>
                    <a:pt x="40403" y="798852"/>
                  </a:lnTo>
                  <a:lnTo>
                    <a:pt x="40403" y="798604"/>
                  </a:lnTo>
                  <a:lnTo>
                    <a:pt x="40403" y="798356"/>
                  </a:lnTo>
                  <a:lnTo>
                    <a:pt x="40403" y="798108"/>
                  </a:lnTo>
                  <a:lnTo>
                    <a:pt x="40403" y="797860"/>
                  </a:lnTo>
                  <a:lnTo>
                    <a:pt x="40403" y="797612"/>
                  </a:lnTo>
                  <a:lnTo>
                    <a:pt x="40403" y="797364"/>
                  </a:lnTo>
                  <a:lnTo>
                    <a:pt x="40403" y="797116"/>
                  </a:lnTo>
                  <a:lnTo>
                    <a:pt x="40403" y="796868"/>
                  </a:lnTo>
                  <a:lnTo>
                    <a:pt x="40403" y="796620"/>
                  </a:lnTo>
                  <a:lnTo>
                    <a:pt x="40403" y="796372"/>
                  </a:lnTo>
                  <a:lnTo>
                    <a:pt x="40403" y="796124"/>
                  </a:lnTo>
                  <a:lnTo>
                    <a:pt x="40403" y="795876"/>
                  </a:lnTo>
                  <a:lnTo>
                    <a:pt x="40403" y="795628"/>
                  </a:lnTo>
                  <a:lnTo>
                    <a:pt x="41112" y="795628"/>
                  </a:lnTo>
                  <a:lnTo>
                    <a:pt x="41112" y="795380"/>
                  </a:lnTo>
                  <a:lnTo>
                    <a:pt x="41112" y="795132"/>
                  </a:lnTo>
                  <a:lnTo>
                    <a:pt x="41112" y="794885"/>
                  </a:lnTo>
                  <a:lnTo>
                    <a:pt x="41112" y="794637"/>
                  </a:lnTo>
                  <a:lnTo>
                    <a:pt x="41112" y="794389"/>
                  </a:lnTo>
                  <a:lnTo>
                    <a:pt x="41112" y="794141"/>
                  </a:lnTo>
                  <a:lnTo>
                    <a:pt x="41112" y="793893"/>
                  </a:lnTo>
                  <a:lnTo>
                    <a:pt x="41112" y="793645"/>
                  </a:lnTo>
                  <a:lnTo>
                    <a:pt x="41112" y="793397"/>
                  </a:lnTo>
                  <a:lnTo>
                    <a:pt x="41112" y="793149"/>
                  </a:lnTo>
                  <a:lnTo>
                    <a:pt x="41112" y="792901"/>
                  </a:lnTo>
                  <a:lnTo>
                    <a:pt x="41112" y="792653"/>
                  </a:lnTo>
                  <a:lnTo>
                    <a:pt x="41112" y="792405"/>
                  </a:lnTo>
                  <a:lnTo>
                    <a:pt x="41112" y="792157"/>
                  </a:lnTo>
                  <a:lnTo>
                    <a:pt x="41112" y="791909"/>
                  </a:lnTo>
                  <a:lnTo>
                    <a:pt x="41112" y="791661"/>
                  </a:lnTo>
                  <a:lnTo>
                    <a:pt x="41112" y="791413"/>
                  </a:lnTo>
                  <a:lnTo>
                    <a:pt x="41112" y="791166"/>
                  </a:lnTo>
                  <a:lnTo>
                    <a:pt x="41112" y="790918"/>
                  </a:lnTo>
                  <a:lnTo>
                    <a:pt x="41112" y="790670"/>
                  </a:lnTo>
                  <a:lnTo>
                    <a:pt x="41112" y="790422"/>
                  </a:lnTo>
                  <a:lnTo>
                    <a:pt x="41112" y="790174"/>
                  </a:lnTo>
                  <a:lnTo>
                    <a:pt x="41112" y="789926"/>
                  </a:lnTo>
                  <a:lnTo>
                    <a:pt x="41112" y="789678"/>
                  </a:lnTo>
                  <a:lnTo>
                    <a:pt x="41112" y="789430"/>
                  </a:lnTo>
                  <a:lnTo>
                    <a:pt x="41112" y="789182"/>
                  </a:lnTo>
                  <a:lnTo>
                    <a:pt x="41112" y="788934"/>
                  </a:lnTo>
                  <a:lnTo>
                    <a:pt x="41112" y="788686"/>
                  </a:lnTo>
                  <a:lnTo>
                    <a:pt x="41112" y="788438"/>
                  </a:lnTo>
                  <a:lnTo>
                    <a:pt x="41112" y="788190"/>
                  </a:lnTo>
                  <a:lnTo>
                    <a:pt x="41112" y="787942"/>
                  </a:lnTo>
                  <a:lnTo>
                    <a:pt x="41112" y="787694"/>
                  </a:lnTo>
                  <a:lnTo>
                    <a:pt x="41112" y="787446"/>
                  </a:lnTo>
                  <a:lnTo>
                    <a:pt x="41112" y="787199"/>
                  </a:lnTo>
                  <a:lnTo>
                    <a:pt x="41112" y="786951"/>
                  </a:lnTo>
                  <a:lnTo>
                    <a:pt x="41112" y="786703"/>
                  </a:lnTo>
                  <a:lnTo>
                    <a:pt x="41112" y="786455"/>
                  </a:lnTo>
                  <a:lnTo>
                    <a:pt x="41112" y="786207"/>
                  </a:lnTo>
                  <a:lnTo>
                    <a:pt x="41112" y="785959"/>
                  </a:lnTo>
                  <a:lnTo>
                    <a:pt x="41112" y="785711"/>
                  </a:lnTo>
                  <a:lnTo>
                    <a:pt x="41112" y="785463"/>
                  </a:lnTo>
                  <a:lnTo>
                    <a:pt x="41112" y="785215"/>
                  </a:lnTo>
                  <a:lnTo>
                    <a:pt x="41112" y="784967"/>
                  </a:lnTo>
                  <a:lnTo>
                    <a:pt x="41112" y="784719"/>
                  </a:lnTo>
                  <a:lnTo>
                    <a:pt x="41112" y="784471"/>
                  </a:lnTo>
                  <a:lnTo>
                    <a:pt x="41112" y="784223"/>
                  </a:lnTo>
                  <a:lnTo>
                    <a:pt x="41112" y="783975"/>
                  </a:lnTo>
                  <a:lnTo>
                    <a:pt x="41112" y="783727"/>
                  </a:lnTo>
                  <a:lnTo>
                    <a:pt x="41112" y="783479"/>
                  </a:lnTo>
                  <a:lnTo>
                    <a:pt x="41112" y="783232"/>
                  </a:lnTo>
                  <a:lnTo>
                    <a:pt x="41112" y="782984"/>
                  </a:lnTo>
                  <a:lnTo>
                    <a:pt x="41112" y="782736"/>
                  </a:lnTo>
                  <a:lnTo>
                    <a:pt x="41112" y="782488"/>
                  </a:lnTo>
                  <a:lnTo>
                    <a:pt x="41112" y="782240"/>
                  </a:lnTo>
                  <a:lnTo>
                    <a:pt x="41112" y="781992"/>
                  </a:lnTo>
                  <a:lnTo>
                    <a:pt x="41112" y="781744"/>
                  </a:lnTo>
                  <a:lnTo>
                    <a:pt x="41112" y="781496"/>
                  </a:lnTo>
                  <a:lnTo>
                    <a:pt x="41112" y="781248"/>
                  </a:lnTo>
                  <a:lnTo>
                    <a:pt x="41112" y="781000"/>
                  </a:lnTo>
                  <a:lnTo>
                    <a:pt x="41112" y="780752"/>
                  </a:lnTo>
                  <a:lnTo>
                    <a:pt x="41112" y="780504"/>
                  </a:lnTo>
                  <a:lnTo>
                    <a:pt x="41112" y="780256"/>
                  </a:lnTo>
                  <a:lnTo>
                    <a:pt x="41112" y="780008"/>
                  </a:lnTo>
                  <a:lnTo>
                    <a:pt x="41112" y="779760"/>
                  </a:lnTo>
                  <a:lnTo>
                    <a:pt x="41112" y="779512"/>
                  </a:lnTo>
                  <a:lnTo>
                    <a:pt x="41112" y="779265"/>
                  </a:lnTo>
                  <a:lnTo>
                    <a:pt x="41112" y="779017"/>
                  </a:lnTo>
                  <a:lnTo>
                    <a:pt x="41112" y="778769"/>
                  </a:lnTo>
                  <a:lnTo>
                    <a:pt x="41112" y="778521"/>
                  </a:lnTo>
                  <a:lnTo>
                    <a:pt x="41112" y="778273"/>
                  </a:lnTo>
                  <a:lnTo>
                    <a:pt x="41112" y="778025"/>
                  </a:lnTo>
                  <a:lnTo>
                    <a:pt x="41112" y="777777"/>
                  </a:lnTo>
                  <a:lnTo>
                    <a:pt x="41112" y="777529"/>
                  </a:lnTo>
                  <a:lnTo>
                    <a:pt x="41112" y="777281"/>
                  </a:lnTo>
                  <a:lnTo>
                    <a:pt x="41112" y="777033"/>
                  </a:lnTo>
                  <a:lnTo>
                    <a:pt x="41112" y="776785"/>
                  </a:lnTo>
                  <a:lnTo>
                    <a:pt x="41112" y="776537"/>
                  </a:lnTo>
                  <a:lnTo>
                    <a:pt x="41112" y="776289"/>
                  </a:lnTo>
                  <a:lnTo>
                    <a:pt x="41112" y="776041"/>
                  </a:lnTo>
                  <a:lnTo>
                    <a:pt x="41112" y="775793"/>
                  </a:lnTo>
                  <a:lnTo>
                    <a:pt x="41112" y="775545"/>
                  </a:lnTo>
                  <a:lnTo>
                    <a:pt x="41112" y="775298"/>
                  </a:lnTo>
                  <a:lnTo>
                    <a:pt x="41112" y="775050"/>
                  </a:lnTo>
                  <a:lnTo>
                    <a:pt x="41820" y="775050"/>
                  </a:lnTo>
                  <a:lnTo>
                    <a:pt x="41820" y="774802"/>
                  </a:lnTo>
                  <a:lnTo>
                    <a:pt x="41820" y="774554"/>
                  </a:lnTo>
                  <a:lnTo>
                    <a:pt x="41820" y="774306"/>
                  </a:lnTo>
                  <a:lnTo>
                    <a:pt x="41820" y="774058"/>
                  </a:lnTo>
                  <a:lnTo>
                    <a:pt x="41820" y="773810"/>
                  </a:lnTo>
                  <a:lnTo>
                    <a:pt x="41820" y="773562"/>
                  </a:lnTo>
                  <a:lnTo>
                    <a:pt x="41820" y="773314"/>
                  </a:lnTo>
                  <a:lnTo>
                    <a:pt x="41820" y="773066"/>
                  </a:lnTo>
                  <a:lnTo>
                    <a:pt x="41820" y="772818"/>
                  </a:lnTo>
                  <a:lnTo>
                    <a:pt x="41820" y="772570"/>
                  </a:lnTo>
                  <a:lnTo>
                    <a:pt x="41820" y="772322"/>
                  </a:lnTo>
                  <a:lnTo>
                    <a:pt x="41820" y="772074"/>
                  </a:lnTo>
                  <a:lnTo>
                    <a:pt x="41820" y="771826"/>
                  </a:lnTo>
                  <a:lnTo>
                    <a:pt x="41820" y="771579"/>
                  </a:lnTo>
                  <a:lnTo>
                    <a:pt x="41820" y="771331"/>
                  </a:lnTo>
                  <a:lnTo>
                    <a:pt x="41820" y="771083"/>
                  </a:lnTo>
                  <a:lnTo>
                    <a:pt x="41820" y="770835"/>
                  </a:lnTo>
                  <a:lnTo>
                    <a:pt x="41820" y="770587"/>
                  </a:lnTo>
                  <a:lnTo>
                    <a:pt x="41820" y="770339"/>
                  </a:lnTo>
                  <a:lnTo>
                    <a:pt x="41820" y="770091"/>
                  </a:lnTo>
                  <a:lnTo>
                    <a:pt x="41820" y="769843"/>
                  </a:lnTo>
                  <a:lnTo>
                    <a:pt x="41820" y="769595"/>
                  </a:lnTo>
                  <a:lnTo>
                    <a:pt x="41820" y="769347"/>
                  </a:lnTo>
                  <a:lnTo>
                    <a:pt x="41820" y="769099"/>
                  </a:lnTo>
                  <a:lnTo>
                    <a:pt x="41820" y="768851"/>
                  </a:lnTo>
                  <a:lnTo>
                    <a:pt x="41820" y="768603"/>
                  </a:lnTo>
                  <a:lnTo>
                    <a:pt x="41820" y="768355"/>
                  </a:lnTo>
                  <a:lnTo>
                    <a:pt x="41820" y="768107"/>
                  </a:lnTo>
                  <a:lnTo>
                    <a:pt x="41820" y="767859"/>
                  </a:lnTo>
                  <a:lnTo>
                    <a:pt x="41820" y="767612"/>
                  </a:lnTo>
                  <a:lnTo>
                    <a:pt x="41820" y="767364"/>
                  </a:lnTo>
                  <a:lnTo>
                    <a:pt x="41820" y="767116"/>
                  </a:lnTo>
                  <a:lnTo>
                    <a:pt x="41820" y="766868"/>
                  </a:lnTo>
                  <a:lnTo>
                    <a:pt x="41820" y="766620"/>
                  </a:lnTo>
                  <a:lnTo>
                    <a:pt x="41820" y="766372"/>
                  </a:lnTo>
                  <a:lnTo>
                    <a:pt x="41820" y="766124"/>
                  </a:lnTo>
                  <a:lnTo>
                    <a:pt x="41820" y="765876"/>
                  </a:lnTo>
                  <a:lnTo>
                    <a:pt x="41820" y="765628"/>
                  </a:lnTo>
                  <a:lnTo>
                    <a:pt x="41820" y="765380"/>
                  </a:lnTo>
                  <a:lnTo>
                    <a:pt x="41820" y="765132"/>
                  </a:lnTo>
                  <a:lnTo>
                    <a:pt x="41820" y="764884"/>
                  </a:lnTo>
                  <a:lnTo>
                    <a:pt x="41820" y="764636"/>
                  </a:lnTo>
                  <a:lnTo>
                    <a:pt x="41820" y="764388"/>
                  </a:lnTo>
                  <a:lnTo>
                    <a:pt x="41820" y="764140"/>
                  </a:lnTo>
                  <a:lnTo>
                    <a:pt x="41820" y="763892"/>
                  </a:lnTo>
                  <a:lnTo>
                    <a:pt x="41820" y="763645"/>
                  </a:lnTo>
                  <a:lnTo>
                    <a:pt x="41820" y="763397"/>
                  </a:lnTo>
                  <a:lnTo>
                    <a:pt x="41820" y="763149"/>
                  </a:lnTo>
                  <a:lnTo>
                    <a:pt x="41820" y="762901"/>
                  </a:lnTo>
                  <a:lnTo>
                    <a:pt x="41820" y="762653"/>
                  </a:lnTo>
                  <a:lnTo>
                    <a:pt x="41820" y="762405"/>
                  </a:lnTo>
                  <a:lnTo>
                    <a:pt x="42529" y="762405"/>
                  </a:lnTo>
                  <a:lnTo>
                    <a:pt x="42529" y="762157"/>
                  </a:lnTo>
                  <a:lnTo>
                    <a:pt x="42529" y="761909"/>
                  </a:lnTo>
                  <a:lnTo>
                    <a:pt x="42529" y="761661"/>
                  </a:lnTo>
                  <a:lnTo>
                    <a:pt x="42529" y="761413"/>
                  </a:lnTo>
                  <a:lnTo>
                    <a:pt x="42529" y="761165"/>
                  </a:lnTo>
                  <a:lnTo>
                    <a:pt x="42529" y="760917"/>
                  </a:lnTo>
                  <a:lnTo>
                    <a:pt x="42529" y="760669"/>
                  </a:lnTo>
                  <a:lnTo>
                    <a:pt x="42529" y="760421"/>
                  </a:lnTo>
                  <a:lnTo>
                    <a:pt x="42529" y="760173"/>
                  </a:lnTo>
                  <a:lnTo>
                    <a:pt x="42529" y="759925"/>
                  </a:lnTo>
                  <a:lnTo>
                    <a:pt x="42529" y="759678"/>
                  </a:lnTo>
                  <a:lnTo>
                    <a:pt x="42529" y="759430"/>
                  </a:lnTo>
                  <a:lnTo>
                    <a:pt x="42529" y="759182"/>
                  </a:lnTo>
                  <a:lnTo>
                    <a:pt x="42529" y="758934"/>
                  </a:lnTo>
                  <a:lnTo>
                    <a:pt x="42529" y="758686"/>
                  </a:lnTo>
                  <a:lnTo>
                    <a:pt x="42529" y="758438"/>
                  </a:lnTo>
                  <a:lnTo>
                    <a:pt x="42529" y="758190"/>
                  </a:lnTo>
                  <a:lnTo>
                    <a:pt x="42529" y="757942"/>
                  </a:lnTo>
                  <a:lnTo>
                    <a:pt x="42529" y="757694"/>
                  </a:lnTo>
                  <a:lnTo>
                    <a:pt x="42529" y="757446"/>
                  </a:lnTo>
                  <a:lnTo>
                    <a:pt x="42529" y="757198"/>
                  </a:lnTo>
                  <a:lnTo>
                    <a:pt x="42529" y="756950"/>
                  </a:lnTo>
                  <a:lnTo>
                    <a:pt x="42529" y="756702"/>
                  </a:lnTo>
                  <a:lnTo>
                    <a:pt x="42529" y="756454"/>
                  </a:lnTo>
                  <a:lnTo>
                    <a:pt x="42529" y="756206"/>
                  </a:lnTo>
                  <a:lnTo>
                    <a:pt x="42529" y="755958"/>
                  </a:lnTo>
                  <a:lnTo>
                    <a:pt x="42529" y="755711"/>
                  </a:lnTo>
                  <a:lnTo>
                    <a:pt x="42529" y="755463"/>
                  </a:lnTo>
                  <a:lnTo>
                    <a:pt x="42529" y="755215"/>
                  </a:lnTo>
                  <a:lnTo>
                    <a:pt x="42529" y="754967"/>
                  </a:lnTo>
                  <a:lnTo>
                    <a:pt x="42529" y="754719"/>
                  </a:lnTo>
                  <a:lnTo>
                    <a:pt x="42529" y="754471"/>
                  </a:lnTo>
                  <a:lnTo>
                    <a:pt x="42529" y="754223"/>
                  </a:lnTo>
                  <a:lnTo>
                    <a:pt x="42529" y="753975"/>
                  </a:lnTo>
                  <a:lnTo>
                    <a:pt x="42529" y="753727"/>
                  </a:lnTo>
                  <a:lnTo>
                    <a:pt x="42529" y="753479"/>
                  </a:lnTo>
                  <a:lnTo>
                    <a:pt x="42529" y="753231"/>
                  </a:lnTo>
                  <a:lnTo>
                    <a:pt x="42529" y="752983"/>
                  </a:lnTo>
                  <a:lnTo>
                    <a:pt x="42529" y="752735"/>
                  </a:lnTo>
                  <a:lnTo>
                    <a:pt x="42529" y="752487"/>
                  </a:lnTo>
                  <a:lnTo>
                    <a:pt x="42529" y="752239"/>
                  </a:lnTo>
                  <a:lnTo>
                    <a:pt x="42529" y="751992"/>
                  </a:lnTo>
                  <a:lnTo>
                    <a:pt x="42529" y="751744"/>
                  </a:lnTo>
                  <a:lnTo>
                    <a:pt x="43238" y="751744"/>
                  </a:lnTo>
                  <a:lnTo>
                    <a:pt x="43238" y="751496"/>
                  </a:lnTo>
                  <a:lnTo>
                    <a:pt x="43238" y="751248"/>
                  </a:lnTo>
                  <a:lnTo>
                    <a:pt x="43238" y="751000"/>
                  </a:lnTo>
                  <a:lnTo>
                    <a:pt x="43238" y="750752"/>
                  </a:lnTo>
                  <a:lnTo>
                    <a:pt x="43238" y="750504"/>
                  </a:lnTo>
                  <a:lnTo>
                    <a:pt x="43238" y="750256"/>
                  </a:lnTo>
                  <a:lnTo>
                    <a:pt x="43238" y="750008"/>
                  </a:lnTo>
                  <a:lnTo>
                    <a:pt x="43238" y="749760"/>
                  </a:lnTo>
                  <a:lnTo>
                    <a:pt x="43238" y="749512"/>
                  </a:lnTo>
                  <a:lnTo>
                    <a:pt x="43238" y="749264"/>
                  </a:lnTo>
                  <a:lnTo>
                    <a:pt x="43238" y="749016"/>
                  </a:lnTo>
                  <a:lnTo>
                    <a:pt x="43238" y="748768"/>
                  </a:lnTo>
                  <a:lnTo>
                    <a:pt x="43238" y="748520"/>
                  </a:lnTo>
                  <a:lnTo>
                    <a:pt x="43238" y="748272"/>
                  </a:lnTo>
                  <a:lnTo>
                    <a:pt x="43238" y="748025"/>
                  </a:lnTo>
                  <a:lnTo>
                    <a:pt x="43947" y="748025"/>
                  </a:lnTo>
                  <a:lnTo>
                    <a:pt x="43947" y="747777"/>
                  </a:lnTo>
                  <a:lnTo>
                    <a:pt x="43947" y="747529"/>
                  </a:lnTo>
                  <a:lnTo>
                    <a:pt x="43947" y="747281"/>
                  </a:lnTo>
                  <a:lnTo>
                    <a:pt x="43947" y="747033"/>
                  </a:lnTo>
                  <a:lnTo>
                    <a:pt x="43947" y="746785"/>
                  </a:lnTo>
                  <a:lnTo>
                    <a:pt x="43947" y="746537"/>
                  </a:lnTo>
                  <a:lnTo>
                    <a:pt x="43947" y="746289"/>
                  </a:lnTo>
                  <a:lnTo>
                    <a:pt x="43947" y="746041"/>
                  </a:lnTo>
                  <a:lnTo>
                    <a:pt x="43947" y="745793"/>
                  </a:lnTo>
                  <a:lnTo>
                    <a:pt x="43947" y="745545"/>
                  </a:lnTo>
                  <a:lnTo>
                    <a:pt x="43947" y="745297"/>
                  </a:lnTo>
                  <a:lnTo>
                    <a:pt x="43947" y="745049"/>
                  </a:lnTo>
                  <a:lnTo>
                    <a:pt x="43947" y="744801"/>
                  </a:lnTo>
                  <a:lnTo>
                    <a:pt x="43947" y="744553"/>
                  </a:lnTo>
                  <a:lnTo>
                    <a:pt x="43947" y="744305"/>
                  </a:lnTo>
                  <a:lnTo>
                    <a:pt x="43947" y="744058"/>
                  </a:lnTo>
                  <a:lnTo>
                    <a:pt x="43947" y="743810"/>
                  </a:lnTo>
                  <a:lnTo>
                    <a:pt x="43947" y="743562"/>
                  </a:lnTo>
                  <a:lnTo>
                    <a:pt x="44656" y="743562"/>
                  </a:lnTo>
                  <a:lnTo>
                    <a:pt x="44656" y="743314"/>
                  </a:lnTo>
                  <a:lnTo>
                    <a:pt x="44656" y="743066"/>
                  </a:lnTo>
                  <a:lnTo>
                    <a:pt x="44656" y="742818"/>
                  </a:lnTo>
                  <a:lnTo>
                    <a:pt x="44656" y="742570"/>
                  </a:lnTo>
                  <a:lnTo>
                    <a:pt x="44656" y="742322"/>
                  </a:lnTo>
                  <a:lnTo>
                    <a:pt x="44656" y="742074"/>
                  </a:lnTo>
                  <a:lnTo>
                    <a:pt x="44656" y="741826"/>
                  </a:lnTo>
                  <a:lnTo>
                    <a:pt x="44656" y="741578"/>
                  </a:lnTo>
                  <a:lnTo>
                    <a:pt x="44656" y="741330"/>
                  </a:lnTo>
                  <a:lnTo>
                    <a:pt x="45365" y="741330"/>
                  </a:lnTo>
                  <a:lnTo>
                    <a:pt x="45365" y="741082"/>
                  </a:lnTo>
                  <a:lnTo>
                    <a:pt x="45365" y="740834"/>
                  </a:lnTo>
                  <a:lnTo>
                    <a:pt x="45365" y="740586"/>
                  </a:lnTo>
                  <a:lnTo>
                    <a:pt x="45365" y="740338"/>
                  </a:lnTo>
                  <a:lnTo>
                    <a:pt x="45365" y="740091"/>
                  </a:lnTo>
                  <a:lnTo>
                    <a:pt x="45365" y="739843"/>
                  </a:lnTo>
                  <a:lnTo>
                    <a:pt x="45365" y="739595"/>
                  </a:lnTo>
                  <a:lnTo>
                    <a:pt x="45365" y="739347"/>
                  </a:lnTo>
                  <a:lnTo>
                    <a:pt x="45365" y="739099"/>
                  </a:lnTo>
                  <a:lnTo>
                    <a:pt x="45365" y="738851"/>
                  </a:lnTo>
                  <a:lnTo>
                    <a:pt x="45365" y="738603"/>
                  </a:lnTo>
                  <a:lnTo>
                    <a:pt x="45365" y="738355"/>
                  </a:lnTo>
                  <a:lnTo>
                    <a:pt x="45365" y="738107"/>
                  </a:lnTo>
                  <a:lnTo>
                    <a:pt x="45365" y="737859"/>
                  </a:lnTo>
                  <a:lnTo>
                    <a:pt x="45365" y="737611"/>
                  </a:lnTo>
                  <a:lnTo>
                    <a:pt x="45365" y="737363"/>
                  </a:lnTo>
                  <a:lnTo>
                    <a:pt x="45365" y="737115"/>
                  </a:lnTo>
                  <a:lnTo>
                    <a:pt x="45365" y="736867"/>
                  </a:lnTo>
                  <a:lnTo>
                    <a:pt x="45365" y="736619"/>
                  </a:lnTo>
                  <a:lnTo>
                    <a:pt x="45365" y="736371"/>
                  </a:lnTo>
                  <a:lnTo>
                    <a:pt x="45365" y="736124"/>
                  </a:lnTo>
                  <a:lnTo>
                    <a:pt x="45365" y="735876"/>
                  </a:lnTo>
                  <a:lnTo>
                    <a:pt x="45365" y="735628"/>
                  </a:lnTo>
                  <a:lnTo>
                    <a:pt x="45365" y="735380"/>
                  </a:lnTo>
                  <a:lnTo>
                    <a:pt x="45365" y="735132"/>
                  </a:lnTo>
                  <a:lnTo>
                    <a:pt x="45365" y="734884"/>
                  </a:lnTo>
                  <a:lnTo>
                    <a:pt x="45365" y="734636"/>
                  </a:lnTo>
                  <a:lnTo>
                    <a:pt x="45365" y="734388"/>
                  </a:lnTo>
                  <a:lnTo>
                    <a:pt x="45365" y="734140"/>
                  </a:lnTo>
                  <a:lnTo>
                    <a:pt x="45365" y="733892"/>
                  </a:lnTo>
                  <a:lnTo>
                    <a:pt x="45365" y="733644"/>
                  </a:lnTo>
                  <a:lnTo>
                    <a:pt x="45365" y="733396"/>
                  </a:lnTo>
                  <a:lnTo>
                    <a:pt x="45365" y="733148"/>
                  </a:lnTo>
                  <a:lnTo>
                    <a:pt x="46073" y="733148"/>
                  </a:lnTo>
                  <a:lnTo>
                    <a:pt x="46073" y="732900"/>
                  </a:lnTo>
                  <a:lnTo>
                    <a:pt x="46073" y="732652"/>
                  </a:lnTo>
                  <a:lnTo>
                    <a:pt x="46073" y="732405"/>
                  </a:lnTo>
                  <a:lnTo>
                    <a:pt x="46073" y="732157"/>
                  </a:lnTo>
                  <a:lnTo>
                    <a:pt x="46073" y="731909"/>
                  </a:lnTo>
                  <a:lnTo>
                    <a:pt x="46073" y="731661"/>
                  </a:lnTo>
                  <a:lnTo>
                    <a:pt x="46073" y="731413"/>
                  </a:lnTo>
                  <a:lnTo>
                    <a:pt x="46073" y="731165"/>
                  </a:lnTo>
                  <a:lnTo>
                    <a:pt x="46073" y="730917"/>
                  </a:lnTo>
                  <a:lnTo>
                    <a:pt x="46073" y="730669"/>
                  </a:lnTo>
                  <a:lnTo>
                    <a:pt x="46073" y="730421"/>
                  </a:lnTo>
                  <a:lnTo>
                    <a:pt x="46782" y="730421"/>
                  </a:lnTo>
                  <a:lnTo>
                    <a:pt x="47491" y="730421"/>
                  </a:lnTo>
                  <a:lnTo>
                    <a:pt x="47491" y="730173"/>
                  </a:lnTo>
                  <a:lnTo>
                    <a:pt x="47491" y="729925"/>
                  </a:lnTo>
                  <a:lnTo>
                    <a:pt x="47491" y="729677"/>
                  </a:lnTo>
                  <a:lnTo>
                    <a:pt x="47491" y="729429"/>
                  </a:lnTo>
                  <a:lnTo>
                    <a:pt x="47491" y="729181"/>
                  </a:lnTo>
                  <a:lnTo>
                    <a:pt x="47491" y="728933"/>
                  </a:lnTo>
                  <a:lnTo>
                    <a:pt x="47491" y="728685"/>
                  </a:lnTo>
                  <a:lnTo>
                    <a:pt x="47491" y="728438"/>
                  </a:lnTo>
                  <a:lnTo>
                    <a:pt x="47491" y="728190"/>
                  </a:lnTo>
                  <a:lnTo>
                    <a:pt x="47491" y="727942"/>
                  </a:lnTo>
                  <a:lnTo>
                    <a:pt x="47491" y="727694"/>
                  </a:lnTo>
                  <a:lnTo>
                    <a:pt x="47491" y="727446"/>
                  </a:lnTo>
                  <a:lnTo>
                    <a:pt x="47491" y="727198"/>
                  </a:lnTo>
                  <a:lnTo>
                    <a:pt x="47491" y="726950"/>
                  </a:lnTo>
                  <a:lnTo>
                    <a:pt x="47491" y="726702"/>
                  </a:lnTo>
                  <a:lnTo>
                    <a:pt x="47491" y="726454"/>
                  </a:lnTo>
                  <a:lnTo>
                    <a:pt x="47491" y="726206"/>
                  </a:lnTo>
                  <a:lnTo>
                    <a:pt x="47491" y="725958"/>
                  </a:lnTo>
                  <a:lnTo>
                    <a:pt x="47491" y="725710"/>
                  </a:lnTo>
                  <a:lnTo>
                    <a:pt x="47491" y="725462"/>
                  </a:lnTo>
                  <a:lnTo>
                    <a:pt x="47491" y="725214"/>
                  </a:lnTo>
                  <a:lnTo>
                    <a:pt x="47491" y="724966"/>
                  </a:lnTo>
                  <a:lnTo>
                    <a:pt x="47491" y="724718"/>
                  </a:lnTo>
                  <a:lnTo>
                    <a:pt x="47491" y="724471"/>
                  </a:lnTo>
                  <a:lnTo>
                    <a:pt x="47491" y="724223"/>
                  </a:lnTo>
                  <a:lnTo>
                    <a:pt x="47491" y="723975"/>
                  </a:lnTo>
                  <a:lnTo>
                    <a:pt x="47491" y="723727"/>
                  </a:lnTo>
                  <a:lnTo>
                    <a:pt x="47491" y="723479"/>
                  </a:lnTo>
                  <a:lnTo>
                    <a:pt x="47491" y="723231"/>
                  </a:lnTo>
                  <a:lnTo>
                    <a:pt x="47491" y="722983"/>
                  </a:lnTo>
                  <a:lnTo>
                    <a:pt x="47491" y="722735"/>
                  </a:lnTo>
                  <a:lnTo>
                    <a:pt x="47491" y="722487"/>
                  </a:lnTo>
                  <a:lnTo>
                    <a:pt x="47491" y="722239"/>
                  </a:lnTo>
                  <a:lnTo>
                    <a:pt x="48200" y="722239"/>
                  </a:lnTo>
                  <a:lnTo>
                    <a:pt x="48200" y="721991"/>
                  </a:lnTo>
                  <a:lnTo>
                    <a:pt x="48200" y="721743"/>
                  </a:lnTo>
                  <a:lnTo>
                    <a:pt x="48200" y="721495"/>
                  </a:lnTo>
                  <a:lnTo>
                    <a:pt x="48200" y="721247"/>
                  </a:lnTo>
                  <a:lnTo>
                    <a:pt x="48200" y="720999"/>
                  </a:lnTo>
                  <a:lnTo>
                    <a:pt x="48200" y="720751"/>
                  </a:lnTo>
                  <a:lnTo>
                    <a:pt x="48200" y="720504"/>
                  </a:lnTo>
                  <a:lnTo>
                    <a:pt x="48200" y="720256"/>
                  </a:lnTo>
                  <a:lnTo>
                    <a:pt x="48200" y="720008"/>
                  </a:lnTo>
                  <a:lnTo>
                    <a:pt x="48200" y="719760"/>
                  </a:lnTo>
                  <a:lnTo>
                    <a:pt x="48200" y="719512"/>
                  </a:lnTo>
                  <a:lnTo>
                    <a:pt x="48200" y="719264"/>
                  </a:lnTo>
                  <a:lnTo>
                    <a:pt x="48200" y="719016"/>
                  </a:lnTo>
                  <a:lnTo>
                    <a:pt x="48200" y="718768"/>
                  </a:lnTo>
                  <a:lnTo>
                    <a:pt x="48200" y="718520"/>
                  </a:lnTo>
                  <a:lnTo>
                    <a:pt x="48200" y="718272"/>
                  </a:lnTo>
                  <a:lnTo>
                    <a:pt x="48200" y="718024"/>
                  </a:lnTo>
                  <a:lnTo>
                    <a:pt x="48200" y="717776"/>
                  </a:lnTo>
                  <a:lnTo>
                    <a:pt x="48200" y="717528"/>
                  </a:lnTo>
                  <a:lnTo>
                    <a:pt x="48200" y="717280"/>
                  </a:lnTo>
                  <a:lnTo>
                    <a:pt x="48200" y="717032"/>
                  </a:lnTo>
                  <a:lnTo>
                    <a:pt x="48200" y="716784"/>
                  </a:lnTo>
                  <a:lnTo>
                    <a:pt x="48200" y="716537"/>
                  </a:lnTo>
                  <a:lnTo>
                    <a:pt x="48200" y="716289"/>
                  </a:lnTo>
                  <a:lnTo>
                    <a:pt x="48909" y="716289"/>
                  </a:lnTo>
                  <a:lnTo>
                    <a:pt x="48909" y="716041"/>
                  </a:lnTo>
                  <a:lnTo>
                    <a:pt x="48909" y="715793"/>
                  </a:lnTo>
                  <a:lnTo>
                    <a:pt x="48909" y="715545"/>
                  </a:lnTo>
                  <a:lnTo>
                    <a:pt x="48909" y="715297"/>
                  </a:lnTo>
                  <a:lnTo>
                    <a:pt x="48909" y="715049"/>
                  </a:lnTo>
                  <a:lnTo>
                    <a:pt x="48909" y="714801"/>
                  </a:lnTo>
                  <a:lnTo>
                    <a:pt x="48909" y="714553"/>
                  </a:lnTo>
                  <a:lnTo>
                    <a:pt x="48909" y="714305"/>
                  </a:lnTo>
                  <a:lnTo>
                    <a:pt x="48909" y="714057"/>
                  </a:lnTo>
                  <a:lnTo>
                    <a:pt x="48909" y="713809"/>
                  </a:lnTo>
                  <a:lnTo>
                    <a:pt x="48909" y="713561"/>
                  </a:lnTo>
                  <a:lnTo>
                    <a:pt x="48909" y="713313"/>
                  </a:lnTo>
                  <a:lnTo>
                    <a:pt x="48909" y="713065"/>
                  </a:lnTo>
                  <a:lnTo>
                    <a:pt x="48909" y="712818"/>
                  </a:lnTo>
                  <a:lnTo>
                    <a:pt x="48909" y="712570"/>
                  </a:lnTo>
                  <a:lnTo>
                    <a:pt x="48909" y="712322"/>
                  </a:lnTo>
                  <a:lnTo>
                    <a:pt x="48909" y="712074"/>
                  </a:lnTo>
                  <a:lnTo>
                    <a:pt x="48909" y="711826"/>
                  </a:lnTo>
                  <a:lnTo>
                    <a:pt x="48909" y="711578"/>
                  </a:lnTo>
                  <a:lnTo>
                    <a:pt x="48909" y="711330"/>
                  </a:lnTo>
                  <a:lnTo>
                    <a:pt x="48909" y="711082"/>
                  </a:lnTo>
                  <a:lnTo>
                    <a:pt x="48909" y="710834"/>
                  </a:lnTo>
                  <a:lnTo>
                    <a:pt x="48909" y="710586"/>
                  </a:lnTo>
                  <a:lnTo>
                    <a:pt x="48909" y="710338"/>
                  </a:lnTo>
                  <a:lnTo>
                    <a:pt x="48909" y="710090"/>
                  </a:lnTo>
                  <a:lnTo>
                    <a:pt x="49618" y="710090"/>
                  </a:lnTo>
                  <a:lnTo>
                    <a:pt x="49618" y="709842"/>
                  </a:lnTo>
                  <a:lnTo>
                    <a:pt x="49618" y="709594"/>
                  </a:lnTo>
                  <a:lnTo>
                    <a:pt x="49618" y="709346"/>
                  </a:lnTo>
                  <a:lnTo>
                    <a:pt x="49618" y="709098"/>
                  </a:lnTo>
                  <a:lnTo>
                    <a:pt x="49618" y="708851"/>
                  </a:lnTo>
                  <a:lnTo>
                    <a:pt x="49618" y="708603"/>
                  </a:lnTo>
                  <a:lnTo>
                    <a:pt x="49618" y="708355"/>
                  </a:lnTo>
                  <a:lnTo>
                    <a:pt x="49618" y="708107"/>
                  </a:lnTo>
                  <a:lnTo>
                    <a:pt x="49618" y="707859"/>
                  </a:lnTo>
                  <a:lnTo>
                    <a:pt x="50326" y="707859"/>
                  </a:lnTo>
                  <a:lnTo>
                    <a:pt x="50326" y="707611"/>
                  </a:lnTo>
                  <a:lnTo>
                    <a:pt x="50326" y="707363"/>
                  </a:lnTo>
                  <a:lnTo>
                    <a:pt x="50326" y="707115"/>
                  </a:lnTo>
                  <a:lnTo>
                    <a:pt x="50326" y="706867"/>
                  </a:lnTo>
                  <a:lnTo>
                    <a:pt x="50326" y="706619"/>
                  </a:lnTo>
                  <a:lnTo>
                    <a:pt x="50326" y="706371"/>
                  </a:lnTo>
                  <a:lnTo>
                    <a:pt x="50326" y="706123"/>
                  </a:lnTo>
                  <a:lnTo>
                    <a:pt x="50326" y="705875"/>
                  </a:lnTo>
                  <a:lnTo>
                    <a:pt x="50326" y="705627"/>
                  </a:lnTo>
                  <a:lnTo>
                    <a:pt x="50326" y="705379"/>
                  </a:lnTo>
                  <a:lnTo>
                    <a:pt x="50326" y="705131"/>
                  </a:lnTo>
                  <a:lnTo>
                    <a:pt x="50326" y="704884"/>
                  </a:lnTo>
                  <a:lnTo>
                    <a:pt x="50326" y="704636"/>
                  </a:lnTo>
                  <a:lnTo>
                    <a:pt x="50326" y="704388"/>
                  </a:lnTo>
                  <a:lnTo>
                    <a:pt x="50326" y="704140"/>
                  </a:lnTo>
                  <a:lnTo>
                    <a:pt x="50326" y="703892"/>
                  </a:lnTo>
                  <a:lnTo>
                    <a:pt x="50326" y="703644"/>
                  </a:lnTo>
                  <a:lnTo>
                    <a:pt x="50326" y="703396"/>
                  </a:lnTo>
                  <a:lnTo>
                    <a:pt x="50326" y="703148"/>
                  </a:lnTo>
                  <a:lnTo>
                    <a:pt x="51035" y="703148"/>
                  </a:lnTo>
                  <a:lnTo>
                    <a:pt x="51035" y="702900"/>
                  </a:lnTo>
                  <a:lnTo>
                    <a:pt x="51035" y="702652"/>
                  </a:lnTo>
                  <a:lnTo>
                    <a:pt x="51035" y="702404"/>
                  </a:lnTo>
                  <a:lnTo>
                    <a:pt x="51035" y="702156"/>
                  </a:lnTo>
                  <a:lnTo>
                    <a:pt x="51035" y="701908"/>
                  </a:lnTo>
                  <a:lnTo>
                    <a:pt x="51035" y="701660"/>
                  </a:lnTo>
                  <a:lnTo>
                    <a:pt x="51035" y="701412"/>
                  </a:lnTo>
                  <a:lnTo>
                    <a:pt x="51035" y="701164"/>
                  </a:lnTo>
                  <a:lnTo>
                    <a:pt x="51035" y="700917"/>
                  </a:lnTo>
                  <a:lnTo>
                    <a:pt x="51035" y="700669"/>
                  </a:lnTo>
                  <a:lnTo>
                    <a:pt x="51035" y="700421"/>
                  </a:lnTo>
                  <a:lnTo>
                    <a:pt x="51035" y="700173"/>
                  </a:lnTo>
                  <a:lnTo>
                    <a:pt x="51035" y="699925"/>
                  </a:lnTo>
                  <a:lnTo>
                    <a:pt x="51035" y="699677"/>
                  </a:lnTo>
                  <a:lnTo>
                    <a:pt x="51744" y="699677"/>
                  </a:lnTo>
                  <a:lnTo>
                    <a:pt x="51744" y="699429"/>
                  </a:lnTo>
                  <a:lnTo>
                    <a:pt x="51744" y="699181"/>
                  </a:lnTo>
                  <a:lnTo>
                    <a:pt x="51744" y="698933"/>
                  </a:lnTo>
                  <a:lnTo>
                    <a:pt x="51744" y="698685"/>
                  </a:lnTo>
                  <a:lnTo>
                    <a:pt x="51744" y="698437"/>
                  </a:lnTo>
                  <a:lnTo>
                    <a:pt x="51744" y="698189"/>
                  </a:lnTo>
                  <a:lnTo>
                    <a:pt x="51744" y="697941"/>
                  </a:lnTo>
                  <a:lnTo>
                    <a:pt x="51744" y="697693"/>
                  </a:lnTo>
                  <a:lnTo>
                    <a:pt x="51744" y="697445"/>
                  </a:lnTo>
                  <a:lnTo>
                    <a:pt x="51744" y="697197"/>
                  </a:lnTo>
                  <a:lnTo>
                    <a:pt x="51744" y="696950"/>
                  </a:lnTo>
                  <a:lnTo>
                    <a:pt x="51744" y="696702"/>
                  </a:lnTo>
                  <a:lnTo>
                    <a:pt x="51744" y="696454"/>
                  </a:lnTo>
                  <a:lnTo>
                    <a:pt x="51744" y="696206"/>
                  </a:lnTo>
                  <a:lnTo>
                    <a:pt x="51744" y="695958"/>
                  </a:lnTo>
                  <a:lnTo>
                    <a:pt x="51744" y="695710"/>
                  </a:lnTo>
                  <a:lnTo>
                    <a:pt x="51744" y="695462"/>
                  </a:lnTo>
                  <a:lnTo>
                    <a:pt x="51744" y="695214"/>
                  </a:lnTo>
                  <a:lnTo>
                    <a:pt x="51744" y="694966"/>
                  </a:lnTo>
                  <a:lnTo>
                    <a:pt x="51744" y="694718"/>
                  </a:lnTo>
                  <a:lnTo>
                    <a:pt x="51744" y="694470"/>
                  </a:lnTo>
                  <a:lnTo>
                    <a:pt x="51744" y="694222"/>
                  </a:lnTo>
                  <a:lnTo>
                    <a:pt x="51744" y="693974"/>
                  </a:lnTo>
                  <a:lnTo>
                    <a:pt x="51744" y="693726"/>
                  </a:lnTo>
                  <a:lnTo>
                    <a:pt x="51744" y="693478"/>
                  </a:lnTo>
                  <a:lnTo>
                    <a:pt x="51744" y="693231"/>
                  </a:lnTo>
                  <a:lnTo>
                    <a:pt x="51744" y="692983"/>
                  </a:lnTo>
                  <a:lnTo>
                    <a:pt x="51744" y="692735"/>
                  </a:lnTo>
                  <a:lnTo>
                    <a:pt x="51744" y="692487"/>
                  </a:lnTo>
                  <a:lnTo>
                    <a:pt x="51744" y="692239"/>
                  </a:lnTo>
                  <a:lnTo>
                    <a:pt x="51744" y="691991"/>
                  </a:lnTo>
                  <a:lnTo>
                    <a:pt x="51744" y="691743"/>
                  </a:lnTo>
                  <a:lnTo>
                    <a:pt x="51744" y="691495"/>
                  </a:lnTo>
                  <a:lnTo>
                    <a:pt x="51744" y="691247"/>
                  </a:lnTo>
                  <a:lnTo>
                    <a:pt x="51744" y="690999"/>
                  </a:lnTo>
                  <a:lnTo>
                    <a:pt x="51744" y="690751"/>
                  </a:lnTo>
                  <a:lnTo>
                    <a:pt x="52453" y="690751"/>
                  </a:lnTo>
                  <a:lnTo>
                    <a:pt x="52453" y="690503"/>
                  </a:lnTo>
                  <a:lnTo>
                    <a:pt x="52453" y="690255"/>
                  </a:lnTo>
                  <a:lnTo>
                    <a:pt x="52453" y="690007"/>
                  </a:lnTo>
                  <a:lnTo>
                    <a:pt x="52453" y="689759"/>
                  </a:lnTo>
                  <a:lnTo>
                    <a:pt x="52453" y="689511"/>
                  </a:lnTo>
                  <a:lnTo>
                    <a:pt x="52453" y="689264"/>
                  </a:lnTo>
                  <a:lnTo>
                    <a:pt x="52453" y="689016"/>
                  </a:lnTo>
                  <a:lnTo>
                    <a:pt x="52453" y="688768"/>
                  </a:lnTo>
                  <a:lnTo>
                    <a:pt x="52453" y="688520"/>
                  </a:lnTo>
                  <a:lnTo>
                    <a:pt x="52453" y="688272"/>
                  </a:lnTo>
                  <a:lnTo>
                    <a:pt x="52453" y="688024"/>
                  </a:lnTo>
                  <a:lnTo>
                    <a:pt x="52453" y="687776"/>
                  </a:lnTo>
                  <a:lnTo>
                    <a:pt x="52453" y="687528"/>
                  </a:lnTo>
                  <a:lnTo>
                    <a:pt x="52453" y="687280"/>
                  </a:lnTo>
                  <a:lnTo>
                    <a:pt x="52453" y="687032"/>
                  </a:lnTo>
                  <a:lnTo>
                    <a:pt x="52453" y="686784"/>
                  </a:lnTo>
                  <a:lnTo>
                    <a:pt x="52453" y="686536"/>
                  </a:lnTo>
                  <a:lnTo>
                    <a:pt x="52453" y="686288"/>
                  </a:lnTo>
                  <a:lnTo>
                    <a:pt x="52453" y="686040"/>
                  </a:lnTo>
                  <a:lnTo>
                    <a:pt x="52453" y="685792"/>
                  </a:lnTo>
                  <a:lnTo>
                    <a:pt x="52453" y="685544"/>
                  </a:lnTo>
                  <a:lnTo>
                    <a:pt x="52453" y="685297"/>
                  </a:lnTo>
                  <a:lnTo>
                    <a:pt x="52453" y="685049"/>
                  </a:lnTo>
                  <a:lnTo>
                    <a:pt x="52453" y="684801"/>
                  </a:lnTo>
                  <a:lnTo>
                    <a:pt x="52453" y="684553"/>
                  </a:lnTo>
                  <a:lnTo>
                    <a:pt x="52453" y="684305"/>
                  </a:lnTo>
                  <a:lnTo>
                    <a:pt x="52453" y="684057"/>
                  </a:lnTo>
                  <a:lnTo>
                    <a:pt x="52453" y="683809"/>
                  </a:lnTo>
                  <a:lnTo>
                    <a:pt x="52453" y="683561"/>
                  </a:lnTo>
                  <a:lnTo>
                    <a:pt x="52453" y="683313"/>
                  </a:lnTo>
                  <a:lnTo>
                    <a:pt x="52453" y="683065"/>
                  </a:lnTo>
                  <a:lnTo>
                    <a:pt x="52453" y="682817"/>
                  </a:lnTo>
                  <a:lnTo>
                    <a:pt x="52453" y="682569"/>
                  </a:lnTo>
                  <a:lnTo>
                    <a:pt x="52453" y="682321"/>
                  </a:lnTo>
                  <a:lnTo>
                    <a:pt x="53162" y="682321"/>
                  </a:lnTo>
                  <a:lnTo>
                    <a:pt x="53162" y="682073"/>
                  </a:lnTo>
                  <a:lnTo>
                    <a:pt x="53162" y="681825"/>
                  </a:lnTo>
                  <a:lnTo>
                    <a:pt x="53162" y="681577"/>
                  </a:lnTo>
                  <a:lnTo>
                    <a:pt x="53162" y="681330"/>
                  </a:lnTo>
                  <a:lnTo>
                    <a:pt x="53162" y="681082"/>
                  </a:lnTo>
                  <a:lnTo>
                    <a:pt x="53162" y="680834"/>
                  </a:lnTo>
                  <a:lnTo>
                    <a:pt x="53162" y="680586"/>
                  </a:lnTo>
                  <a:lnTo>
                    <a:pt x="53162" y="680338"/>
                  </a:lnTo>
                  <a:lnTo>
                    <a:pt x="53162" y="680090"/>
                  </a:lnTo>
                  <a:lnTo>
                    <a:pt x="53162" y="679842"/>
                  </a:lnTo>
                  <a:lnTo>
                    <a:pt x="53162" y="679594"/>
                  </a:lnTo>
                  <a:lnTo>
                    <a:pt x="53162" y="679346"/>
                  </a:lnTo>
                  <a:lnTo>
                    <a:pt x="53162" y="679098"/>
                  </a:lnTo>
                  <a:lnTo>
                    <a:pt x="53162" y="678850"/>
                  </a:lnTo>
                  <a:lnTo>
                    <a:pt x="53162" y="678602"/>
                  </a:lnTo>
                  <a:lnTo>
                    <a:pt x="53162" y="678354"/>
                  </a:lnTo>
                  <a:lnTo>
                    <a:pt x="53162" y="678106"/>
                  </a:lnTo>
                  <a:lnTo>
                    <a:pt x="53162" y="677858"/>
                  </a:lnTo>
                  <a:lnTo>
                    <a:pt x="53162" y="677611"/>
                  </a:lnTo>
                  <a:lnTo>
                    <a:pt x="53162" y="677363"/>
                  </a:lnTo>
                  <a:lnTo>
                    <a:pt x="53162" y="677115"/>
                  </a:lnTo>
                  <a:lnTo>
                    <a:pt x="53162" y="676867"/>
                  </a:lnTo>
                  <a:lnTo>
                    <a:pt x="53162" y="676619"/>
                  </a:lnTo>
                  <a:lnTo>
                    <a:pt x="53162" y="676371"/>
                  </a:lnTo>
                  <a:lnTo>
                    <a:pt x="53162" y="676123"/>
                  </a:lnTo>
                  <a:lnTo>
                    <a:pt x="53162" y="675875"/>
                  </a:lnTo>
                  <a:lnTo>
                    <a:pt x="53162" y="675627"/>
                  </a:lnTo>
                  <a:lnTo>
                    <a:pt x="53162" y="675379"/>
                  </a:lnTo>
                  <a:lnTo>
                    <a:pt x="53162" y="675131"/>
                  </a:lnTo>
                  <a:lnTo>
                    <a:pt x="53162" y="674883"/>
                  </a:lnTo>
                  <a:lnTo>
                    <a:pt x="53162" y="674635"/>
                  </a:lnTo>
                  <a:lnTo>
                    <a:pt x="53162" y="674387"/>
                  </a:lnTo>
                  <a:lnTo>
                    <a:pt x="53162" y="674139"/>
                  </a:lnTo>
                  <a:lnTo>
                    <a:pt x="53162" y="673891"/>
                  </a:lnTo>
                  <a:lnTo>
                    <a:pt x="53162" y="673644"/>
                  </a:lnTo>
                  <a:lnTo>
                    <a:pt x="53162" y="673396"/>
                  </a:lnTo>
                  <a:lnTo>
                    <a:pt x="53162" y="673148"/>
                  </a:lnTo>
                  <a:lnTo>
                    <a:pt x="53870" y="673148"/>
                  </a:lnTo>
                  <a:lnTo>
                    <a:pt x="53870" y="672900"/>
                  </a:lnTo>
                  <a:lnTo>
                    <a:pt x="53870" y="672652"/>
                  </a:lnTo>
                  <a:lnTo>
                    <a:pt x="53870" y="672404"/>
                  </a:lnTo>
                  <a:lnTo>
                    <a:pt x="53870" y="672156"/>
                  </a:lnTo>
                  <a:lnTo>
                    <a:pt x="53870" y="671908"/>
                  </a:lnTo>
                  <a:lnTo>
                    <a:pt x="53870" y="671660"/>
                  </a:lnTo>
                  <a:lnTo>
                    <a:pt x="53870" y="671412"/>
                  </a:lnTo>
                  <a:lnTo>
                    <a:pt x="53870" y="671164"/>
                  </a:lnTo>
                  <a:lnTo>
                    <a:pt x="53870" y="670916"/>
                  </a:lnTo>
                  <a:lnTo>
                    <a:pt x="53870" y="670668"/>
                  </a:lnTo>
                  <a:lnTo>
                    <a:pt x="53870" y="670420"/>
                  </a:lnTo>
                  <a:lnTo>
                    <a:pt x="53870" y="670172"/>
                  </a:lnTo>
                  <a:lnTo>
                    <a:pt x="53870" y="669924"/>
                  </a:lnTo>
                  <a:lnTo>
                    <a:pt x="53870" y="669677"/>
                  </a:lnTo>
                  <a:lnTo>
                    <a:pt x="53870" y="669429"/>
                  </a:lnTo>
                  <a:lnTo>
                    <a:pt x="53870" y="669181"/>
                  </a:lnTo>
                  <a:lnTo>
                    <a:pt x="53870" y="668933"/>
                  </a:lnTo>
                  <a:lnTo>
                    <a:pt x="53870" y="668685"/>
                  </a:lnTo>
                  <a:lnTo>
                    <a:pt x="53870" y="668437"/>
                  </a:lnTo>
                  <a:lnTo>
                    <a:pt x="53870" y="668189"/>
                  </a:lnTo>
                  <a:lnTo>
                    <a:pt x="53870" y="667941"/>
                  </a:lnTo>
                  <a:lnTo>
                    <a:pt x="53870" y="667693"/>
                  </a:lnTo>
                  <a:lnTo>
                    <a:pt x="53870" y="667445"/>
                  </a:lnTo>
                  <a:lnTo>
                    <a:pt x="53870" y="667197"/>
                  </a:lnTo>
                  <a:lnTo>
                    <a:pt x="53870" y="666949"/>
                  </a:lnTo>
                  <a:lnTo>
                    <a:pt x="53870" y="666701"/>
                  </a:lnTo>
                  <a:lnTo>
                    <a:pt x="53870" y="666453"/>
                  </a:lnTo>
                  <a:lnTo>
                    <a:pt x="53870" y="666205"/>
                  </a:lnTo>
                  <a:lnTo>
                    <a:pt x="53870" y="665957"/>
                  </a:lnTo>
                  <a:lnTo>
                    <a:pt x="53870" y="665710"/>
                  </a:lnTo>
                  <a:lnTo>
                    <a:pt x="53870" y="665462"/>
                  </a:lnTo>
                  <a:lnTo>
                    <a:pt x="53870" y="665214"/>
                  </a:lnTo>
                  <a:lnTo>
                    <a:pt x="53870" y="664966"/>
                  </a:lnTo>
                  <a:lnTo>
                    <a:pt x="54579" y="664966"/>
                  </a:lnTo>
                  <a:lnTo>
                    <a:pt x="54579" y="664718"/>
                  </a:lnTo>
                  <a:lnTo>
                    <a:pt x="54579" y="664470"/>
                  </a:lnTo>
                  <a:lnTo>
                    <a:pt x="54579" y="664222"/>
                  </a:lnTo>
                  <a:lnTo>
                    <a:pt x="54579" y="663974"/>
                  </a:lnTo>
                  <a:lnTo>
                    <a:pt x="54579" y="663726"/>
                  </a:lnTo>
                  <a:lnTo>
                    <a:pt x="54579" y="663478"/>
                  </a:lnTo>
                  <a:lnTo>
                    <a:pt x="54579" y="663230"/>
                  </a:lnTo>
                  <a:lnTo>
                    <a:pt x="54579" y="662982"/>
                  </a:lnTo>
                  <a:lnTo>
                    <a:pt x="54579" y="662734"/>
                  </a:lnTo>
                  <a:lnTo>
                    <a:pt x="54579" y="662486"/>
                  </a:lnTo>
                  <a:lnTo>
                    <a:pt x="54579" y="662238"/>
                  </a:lnTo>
                  <a:lnTo>
                    <a:pt x="54579" y="661990"/>
                  </a:lnTo>
                  <a:lnTo>
                    <a:pt x="54579" y="661743"/>
                  </a:lnTo>
                  <a:lnTo>
                    <a:pt x="54579" y="661495"/>
                  </a:lnTo>
                  <a:lnTo>
                    <a:pt x="54579" y="661247"/>
                  </a:lnTo>
                  <a:lnTo>
                    <a:pt x="55288" y="661247"/>
                  </a:lnTo>
                  <a:lnTo>
                    <a:pt x="55288" y="660999"/>
                  </a:lnTo>
                  <a:lnTo>
                    <a:pt x="55288" y="660751"/>
                  </a:lnTo>
                  <a:lnTo>
                    <a:pt x="55288" y="660503"/>
                  </a:lnTo>
                  <a:lnTo>
                    <a:pt x="55288" y="660255"/>
                  </a:lnTo>
                  <a:lnTo>
                    <a:pt x="55288" y="660007"/>
                  </a:lnTo>
                  <a:lnTo>
                    <a:pt x="55288" y="659759"/>
                  </a:lnTo>
                  <a:lnTo>
                    <a:pt x="55288" y="659511"/>
                  </a:lnTo>
                  <a:lnTo>
                    <a:pt x="55288" y="659263"/>
                  </a:lnTo>
                  <a:lnTo>
                    <a:pt x="55288" y="659015"/>
                  </a:lnTo>
                  <a:lnTo>
                    <a:pt x="55288" y="658767"/>
                  </a:lnTo>
                  <a:lnTo>
                    <a:pt x="55288" y="658519"/>
                  </a:lnTo>
                  <a:lnTo>
                    <a:pt x="55288" y="658271"/>
                  </a:lnTo>
                  <a:lnTo>
                    <a:pt x="55288" y="658024"/>
                  </a:lnTo>
                  <a:lnTo>
                    <a:pt x="55288" y="657776"/>
                  </a:lnTo>
                  <a:lnTo>
                    <a:pt x="55288" y="657528"/>
                  </a:lnTo>
                  <a:lnTo>
                    <a:pt x="55288" y="657280"/>
                  </a:lnTo>
                  <a:lnTo>
                    <a:pt x="55288" y="657032"/>
                  </a:lnTo>
                  <a:lnTo>
                    <a:pt x="55288" y="656784"/>
                  </a:lnTo>
                  <a:lnTo>
                    <a:pt x="55288" y="656536"/>
                  </a:lnTo>
                  <a:lnTo>
                    <a:pt x="55288" y="656288"/>
                  </a:lnTo>
                  <a:lnTo>
                    <a:pt x="55288" y="656040"/>
                  </a:lnTo>
                  <a:lnTo>
                    <a:pt x="55288" y="655792"/>
                  </a:lnTo>
                  <a:lnTo>
                    <a:pt x="55288" y="655544"/>
                  </a:lnTo>
                  <a:lnTo>
                    <a:pt x="55288" y="655296"/>
                  </a:lnTo>
                  <a:lnTo>
                    <a:pt x="55997" y="655296"/>
                  </a:lnTo>
                  <a:lnTo>
                    <a:pt x="55997" y="655048"/>
                  </a:lnTo>
                  <a:lnTo>
                    <a:pt x="55997" y="654800"/>
                  </a:lnTo>
                  <a:lnTo>
                    <a:pt x="55997" y="654552"/>
                  </a:lnTo>
                  <a:lnTo>
                    <a:pt x="55997" y="654304"/>
                  </a:lnTo>
                  <a:lnTo>
                    <a:pt x="55997" y="654057"/>
                  </a:lnTo>
                  <a:lnTo>
                    <a:pt x="55997" y="653809"/>
                  </a:lnTo>
                  <a:lnTo>
                    <a:pt x="55997" y="653561"/>
                  </a:lnTo>
                  <a:lnTo>
                    <a:pt x="55997" y="653313"/>
                  </a:lnTo>
                  <a:lnTo>
                    <a:pt x="55997" y="653065"/>
                  </a:lnTo>
                  <a:lnTo>
                    <a:pt x="55997" y="652817"/>
                  </a:lnTo>
                  <a:lnTo>
                    <a:pt x="55997" y="652569"/>
                  </a:lnTo>
                  <a:lnTo>
                    <a:pt x="55997" y="652321"/>
                  </a:lnTo>
                  <a:lnTo>
                    <a:pt x="55997" y="652073"/>
                  </a:lnTo>
                  <a:lnTo>
                    <a:pt x="55997" y="651825"/>
                  </a:lnTo>
                  <a:lnTo>
                    <a:pt x="55997" y="651577"/>
                  </a:lnTo>
                  <a:lnTo>
                    <a:pt x="55997" y="651329"/>
                  </a:lnTo>
                  <a:lnTo>
                    <a:pt x="55997" y="651081"/>
                  </a:lnTo>
                  <a:lnTo>
                    <a:pt x="55997" y="650833"/>
                  </a:lnTo>
                  <a:lnTo>
                    <a:pt x="55997" y="650585"/>
                  </a:lnTo>
                  <a:lnTo>
                    <a:pt x="55997" y="650337"/>
                  </a:lnTo>
                  <a:lnTo>
                    <a:pt x="55997" y="650090"/>
                  </a:lnTo>
                  <a:lnTo>
                    <a:pt x="55997" y="649842"/>
                  </a:lnTo>
                  <a:lnTo>
                    <a:pt x="55997" y="649594"/>
                  </a:lnTo>
                  <a:lnTo>
                    <a:pt x="56706" y="649594"/>
                  </a:lnTo>
                  <a:lnTo>
                    <a:pt x="56706" y="649346"/>
                  </a:lnTo>
                  <a:lnTo>
                    <a:pt x="56706" y="649098"/>
                  </a:lnTo>
                  <a:lnTo>
                    <a:pt x="56706" y="648850"/>
                  </a:lnTo>
                  <a:lnTo>
                    <a:pt x="56706" y="648602"/>
                  </a:lnTo>
                  <a:lnTo>
                    <a:pt x="56706" y="648354"/>
                  </a:lnTo>
                  <a:lnTo>
                    <a:pt x="56706" y="648106"/>
                  </a:lnTo>
                  <a:lnTo>
                    <a:pt x="56706" y="647858"/>
                  </a:lnTo>
                  <a:lnTo>
                    <a:pt x="56706" y="647610"/>
                  </a:lnTo>
                  <a:lnTo>
                    <a:pt x="56706" y="647362"/>
                  </a:lnTo>
                  <a:lnTo>
                    <a:pt x="56706" y="647114"/>
                  </a:lnTo>
                  <a:lnTo>
                    <a:pt x="56706" y="646866"/>
                  </a:lnTo>
                  <a:lnTo>
                    <a:pt x="56706" y="646618"/>
                  </a:lnTo>
                  <a:lnTo>
                    <a:pt x="56706" y="646370"/>
                  </a:lnTo>
                  <a:lnTo>
                    <a:pt x="56706" y="646123"/>
                  </a:lnTo>
                  <a:lnTo>
                    <a:pt x="56706" y="645875"/>
                  </a:lnTo>
                  <a:lnTo>
                    <a:pt x="56706" y="645627"/>
                  </a:lnTo>
                  <a:lnTo>
                    <a:pt x="56706" y="645379"/>
                  </a:lnTo>
                  <a:lnTo>
                    <a:pt x="56706" y="645131"/>
                  </a:lnTo>
                  <a:lnTo>
                    <a:pt x="56706" y="644883"/>
                  </a:lnTo>
                  <a:lnTo>
                    <a:pt x="56706" y="644635"/>
                  </a:lnTo>
                  <a:lnTo>
                    <a:pt x="56706" y="644387"/>
                  </a:lnTo>
                  <a:lnTo>
                    <a:pt x="56706" y="644139"/>
                  </a:lnTo>
                  <a:lnTo>
                    <a:pt x="56706" y="643891"/>
                  </a:lnTo>
                  <a:lnTo>
                    <a:pt x="56706" y="643643"/>
                  </a:lnTo>
                  <a:lnTo>
                    <a:pt x="56706" y="643395"/>
                  </a:lnTo>
                  <a:lnTo>
                    <a:pt x="56706" y="643147"/>
                  </a:lnTo>
                  <a:lnTo>
                    <a:pt x="56706" y="642899"/>
                  </a:lnTo>
                  <a:lnTo>
                    <a:pt x="56706" y="642651"/>
                  </a:lnTo>
                  <a:lnTo>
                    <a:pt x="56706" y="642403"/>
                  </a:lnTo>
                  <a:lnTo>
                    <a:pt x="56706" y="642156"/>
                  </a:lnTo>
                  <a:lnTo>
                    <a:pt x="56706" y="641908"/>
                  </a:lnTo>
                  <a:lnTo>
                    <a:pt x="56706" y="641660"/>
                  </a:lnTo>
                  <a:lnTo>
                    <a:pt x="56706" y="641412"/>
                  </a:lnTo>
                  <a:lnTo>
                    <a:pt x="56706" y="641164"/>
                  </a:lnTo>
                  <a:lnTo>
                    <a:pt x="56706" y="640916"/>
                  </a:lnTo>
                  <a:lnTo>
                    <a:pt x="56706" y="640668"/>
                  </a:lnTo>
                  <a:lnTo>
                    <a:pt x="56706" y="640420"/>
                  </a:lnTo>
                  <a:lnTo>
                    <a:pt x="56706" y="640172"/>
                  </a:lnTo>
                  <a:lnTo>
                    <a:pt x="56706" y="639924"/>
                  </a:lnTo>
                  <a:lnTo>
                    <a:pt x="56706" y="639676"/>
                  </a:lnTo>
                  <a:lnTo>
                    <a:pt x="56706" y="639428"/>
                  </a:lnTo>
                  <a:lnTo>
                    <a:pt x="56706" y="639180"/>
                  </a:lnTo>
                  <a:lnTo>
                    <a:pt x="56706" y="638932"/>
                  </a:lnTo>
                  <a:lnTo>
                    <a:pt x="56706" y="638684"/>
                  </a:lnTo>
                  <a:lnTo>
                    <a:pt x="56706" y="638437"/>
                  </a:lnTo>
                  <a:lnTo>
                    <a:pt x="56706" y="638189"/>
                  </a:lnTo>
                  <a:lnTo>
                    <a:pt x="56706" y="637941"/>
                  </a:lnTo>
                  <a:lnTo>
                    <a:pt x="56706" y="637693"/>
                  </a:lnTo>
                  <a:lnTo>
                    <a:pt x="56706" y="637445"/>
                  </a:lnTo>
                  <a:lnTo>
                    <a:pt x="56706" y="637197"/>
                  </a:lnTo>
                  <a:lnTo>
                    <a:pt x="56706" y="636949"/>
                  </a:lnTo>
                  <a:lnTo>
                    <a:pt x="56706" y="636701"/>
                  </a:lnTo>
                  <a:lnTo>
                    <a:pt x="56706" y="636453"/>
                  </a:lnTo>
                  <a:lnTo>
                    <a:pt x="56706" y="636205"/>
                  </a:lnTo>
                  <a:lnTo>
                    <a:pt x="56706" y="635957"/>
                  </a:lnTo>
                  <a:lnTo>
                    <a:pt x="56706" y="635709"/>
                  </a:lnTo>
                  <a:lnTo>
                    <a:pt x="56706" y="635461"/>
                  </a:lnTo>
                  <a:lnTo>
                    <a:pt x="56706" y="635213"/>
                  </a:lnTo>
                  <a:lnTo>
                    <a:pt x="56706" y="634965"/>
                  </a:lnTo>
                  <a:lnTo>
                    <a:pt x="56706" y="634717"/>
                  </a:lnTo>
                  <a:lnTo>
                    <a:pt x="56706" y="634470"/>
                  </a:lnTo>
                  <a:lnTo>
                    <a:pt x="56706" y="634222"/>
                  </a:lnTo>
                  <a:lnTo>
                    <a:pt x="57415" y="634222"/>
                  </a:lnTo>
                  <a:lnTo>
                    <a:pt x="57415" y="633974"/>
                  </a:lnTo>
                  <a:lnTo>
                    <a:pt x="57415" y="633726"/>
                  </a:lnTo>
                  <a:lnTo>
                    <a:pt x="57415" y="633478"/>
                  </a:lnTo>
                  <a:lnTo>
                    <a:pt x="58123" y="633478"/>
                  </a:lnTo>
                  <a:lnTo>
                    <a:pt x="58123" y="633230"/>
                  </a:lnTo>
                  <a:lnTo>
                    <a:pt x="58123" y="632982"/>
                  </a:lnTo>
                  <a:lnTo>
                    <a:pt x="58123" y="632734"/>
                  </a:lnTo>
                  <a:lnTo>
                    <a:pt x="58123" y="632486"/>
                  </a:lnTo>
                  <a:lnTo>
                    <a:pt x="58123" y="632238"/>
                  </a:lnTo>
                  <a:lnTo>
                    <a:pt x="58123" y="631990"/>
                  </a:lnTo>
                  <a:lnTo>
                    <a:pt x="58123" y="631742"/>
                  </a:lnTo>
                  <a:lnTo>
                    <a:pt x="58123" y="631494"/>
                  </a:lnTo>
                  <a:lnTo>
                    <a:pt x="58123" y="631246"/>
                  </a:lnTo>
                  <a:lnTo>
                    <a:pt x="58123" y="630998"/>
                  </a:lnTo>
                  <a:lnTo>
                    <a:pt x="58832" y="630998"/>
                  </a:lnTo>
                  <a:lnTo>
                    <a:pt x="58832" y="630750"/>
                  </a:lnTo>
                  <a:lnTo>
                    <a:pt x="58832" y="630503"/>
                  </a:lnTo>
                  <a:lnTo>
                    <a:pt x="58832" y="630255"/>
                  </a:lnTo>
                  <a:lnTo>
                    <a:pt x="58832" y="630007"/>
                  </a:lnTo>
                  <a:lnTo>
                    <a:pt x="58832" y="629759"/>
                  </a:lnTo>
                  <a:lnTo>
                    <a:pt x="58832" y="629511"/>
                  </a:lnTo>
                  <a:lnTo>
                    <a:pt x="58832" y="629263"/>
                  </a:lnTo>
                  <a:lnTo>
                    <a:pt x="58832" y="629015"/>
                  </a:lnTo>
                  <a:lnTo>
                    <a:pt x="58832" y="628767"/>
                  </a:lnTo>
                  <a:lnTo>
                    <a:pt x="58832" y="628519"/>
                  </a:lnTo>
                  <a:lnTo>
                    <a:pt x="58832" y="628271"/>
                  </a:lnTo>
                  <a:lnTo>
                    <a:pt x="58832" y="628023"/>
                  </a:lnTo>
                  <a:lnTo>
                    <a:pt x="58832" y="627775"/>
                  </a:lnTo>
                  <a:lnTo>
                    <a:pt x="58832" y="627527"/>
                  </a:lnTo>
                  <a:lnTo>
                    <a:pt x="58832" y="627279"/>
                  </a:lnTo>
                  <a:lnTo>
                    <a:pt x="58832" y="627031"/>
                  </a:lnTo>
                  <a:lnTo>
                    <a:pt x="58832" y="626783"/>
                  </a:lnTo>
                  <a:lnTo>
                    <a:pt x="58832" y="626536"/>
                  </a:lnTo>
                  <a:lnTo>
                    <a:pt x="58832" y="626288"/>
                  </a:lnTo>
                  <a:lnTo>
                    <a:pt x="58832" y="626040"/>
                  </a:lnTo>
                  <a:lnTo>
                    <a:pt x="58832" y="625792"/>
                  </a:lnTo>
                  <a:lnTo>
                    <a:pt x="58832" y="625544"/>
                  </a:lnTo>
                  <a:lnTo>
                    <a:pt x="58832" y="625296"/>
                  </a:lnTo>
                  <a:lnTo>
                    <a:pt x="58832" y="625048"/>
                  </a:lnTo>
                  <a:lnTo>
                    <a:pt x="58832" y="624800"/>
                  </a:lnTo>
                  <a:lnTo>
                    <a:pt x="58832" y="624552"/>
                  </a:lnTo>
                  <a:lnTo>
                    <a:pt x="58832" y="624304"/>
                  </a:lnTo>
                  <a:lnTo>
                    <a:pt x="58832" y="624056"/>
                  </a:lnTo>
                  <a:lnTo>
                    <a:pt x="58832" y="623808"/>
                  </a:lnTo>
                  <a:lnTo>
                    <a:pt x="58832" y="623560"/>
                  </a:lnTo>
                  <a:lnTo>
                    <a:pt x="58832" y="623312"/>
                  </a:lnTo>
                  <a:lnTo>
                    <a:pt x="58832" y="623064"/>
                  </a:lnTo>
                  <a:lnTo>
                    <a:pt x="58832" y="622816"/>
                  </a:lnTo>
                  <a:lnTo>
                    <a:pt x="58832" y="622569"/>
                  </a:lnTo>
                  <a:lnTo>
                    <a:pt x="58832" y="622321"/>
                  </a:lnTo>
                  <a:lnTo>
                    <a:pt x="59541" y="622321"/>
                  </a:lnTo>
                  <a:lnTo>
                    <a:pt x="59541" y="622073"/>
                  </a:lnTo>
                  <a:lnTo>
                    <a:pt x="59541" y="621825"/>
                  </a:lnTo>
                  <a:lnTo>
                    <a:pt x="59541" y="621577"/>
                  </a:lnTo>
                  <a:lnTo>
                    <a:pt x="59541" y="621329"/>
                  </a:lnTo>
                  <a:lnTo>
                    <a:pt x="59541" y="621081"/>
                  </a:lnTo>
                  <a:lnTo>
                    <a:pt x="59541" y="620833"/>
                  </a:lnTo>
                  <a:lnTo>
                    <a:pt x="59541" y="620585"/>
                  </a:lnTo>
                  <a:lnTo>
                    <a:pt x="59541" y="620337"/>
                  </a:lnTo>
                  <a:lnTo>
                    <a:pt x="59541" y="620089"/>
                  </a:lnTo>
                  <a:lnTo>
                    <a:pt x="59541" y="619841"/>
                  </a:lnTo>
                  <a:lnTo>
                    <a:pt x="59541" y="619593"/>
                  </a:lnTo>
                  <a:lnTo>
                    <a:pt x="59541" y="619345"/>
                  </a:lnTo>
                  <a:lnTo>
                    <a:pt x="59541" y="619097"/>
                  </a:lnTo>
                  <a:lnTo>
                    <a:pt x="59541" y="618850"/>
                  </a:lnTo>
                  <a:lnTo>
                    <a:pt x="59541" y="618602"/>
                  </a:lnTo>
                  <a:lnTo>
                    <a:pt x="59541" y="618354"/>
                  </a:lnTo>
                  <a:lnTo>
                    <a:pt x="59541" y="618106"/>
                  </a:lnTo>
                  <a:lnTo>
                    <a:pt x="59541" y="617858"/>
                  </a:lnTo>
                  <a:lnTo>
                    <a:pt x="59541" y="617610"/>
                  </a:lnTo>
                  <a:lnTo>
                    <a:pt x="59541" y="617362"/>
                  </a:lnTo>
                  <a:lnTo>
                    <a:pt x="59541" y="617114"/>
                  </a:lnTo>
                  <a:lnTo>
                    <a:pt x="59541" y="616866"/>
                  </a:lnTo>
                  <a:lnTo>
                    <a:pt x="59541" y="616618"/>
                  </a:lnTo>
                  <a:lnTo>
                    <a:pt x="59541" y="616370"/>
                  </a:lnTo>
                  <a:lnTo>
                    <a:pt x="59541" y="616122"/>
                  </a:lnTo>
                  <a:lnTo>
                    <a:pt x="59541" y="615874"/>
                  </a:lnTo>
                  <a:lnTo>
                    <a:pt x="59541" y="615626"/>
                  </a:lnTo>
                  <a:lnTo>
                    <a:pt x="59541" y="615378"/>
                  </a:lnTo>
                  <a:lnTo>
                    <a:pt x="59541" y="615130"/>
                  </a:lnTo>
                  <a:lnTo>
                    <a:pt x="59541" y="614883"/>
                  </a:lnTo>
                  <a:lnTo>
                    <a:pt x="60250" y="614883"/>
                  </a:lnTo>
                  <a:lnTo>
                    <a:pt x="60250" y="614635"/>
                  </a:lnTo>
                  <a:lnTo>
                    <a:pt x="60250" y="614387"/>
                  </a:lnTo>
                  <a:lnTo>
                    <a:pt x="60250" y="614139"/>
                  </a:lnTo>
                  <a:lnTo>
                    <a:pt x="60250" y="613891"/>
                  </a:lnTo>
                  <a:lnTo>
                    <a:pt x="60250" y="613643"/>
                  </a:lnTo>
                  <a:lnTo>
                    <a:pt x="60250" y="613395"/>
                  </a:lnTo>
                  <a:lnTo>
                    <a:pt x="60250" y="613147"/>
                  </a:lnTo>
                  <a:lnTo>
                    <a:pt x="60250" y="612899"/>
                  </a:lnTo>
                  <a:lnTo>
                    <a:pt x="60959" y="612899"/>
                  </a:lnTo>
                  <a:lnTo>
                    <a:pt x="60959" y="612651"/>
                  </a:lnTo>
                  <a:lnTo>
                    <a:pt x="60959" y="612403"/>
                  </a:lnTo>
                  <a:lnTo>
                    <a:pt x="60959" y="612155"/>
                  </a:lnTo>
                  <a:lnTo>
                    <a:pt x="60959" y="611907"/>
                  </a:lnTo>
                  <a:lnTo>
                    <a:pt x="60959" y="611659"/>
                  </a:lnTo>
                  <a:lnTo>
                    <a:pt x="60959" y="611411"/>
                  </a:lnTo>
                  <a:lnTo>
                    <a:pt x="60959" y="611163"/>
                  </a:lnTo>
                  <a:lnTo>
                    <a:pt x="60959" y="610916"/>
                  </a:lnTo>
                  <a:lnTo>
                    <a:pt x="60959" y="610668"/>
                  </a:lnTo>
                  <a:lnTo>
                    <a:pt x="60959" y="610420"/>
                  </a:lnTo>
                  <a:lnTo>
                    <a:pt x="60959" y="610172"/>
                  </a:lnTo>
                  <a:lnTo>
                    <a:pt x="61668" y="610172"/>
                  </a:lnTo>
                  <a:lnTo>
                    <a:pt x="61668" y="609924"/>
                  </a:lnTo>
                  <a:lnTo>
                    <a:pt x="61668" y="609676"/>
                  </a:lnTo>
                  <a:lnTo>
                    <a:pt x="61668" y="609428"/>
                  </a:lnTo>
                  <a:lnTo>
                    <a:pt x="61668" y="609180"/>
                  </a:lnTo>
                  <a:lnTo>
                    <a:pt x="61668" y="608932"/>
                  </a:lnTo>
                  <a:lnTo>
                    <a:pt x="61668" y="608684"/>
                  </a:lnTo>
                  <a:lnTo>
                    <a:pt x="61668" y="608436"/>
                  </a:lnTo>
                  <a:lnTo>
                    <a:pt x="61668" y="608188"/>
                  </a:lnTo>
                  <a:lnTo>
                    <a:pt x="61668" y="607940"/>
                  </a:lnTo>
                  <a:lnTo>
                    <a:pt x="61668" y="607692"/>
                  </a:lnTo>
                  <a:lnTo>
                    <a:pt x="61668" y="607444"/>
                  </a:lnTo>
                  <a:lnTo>
                    <a:pt x="62376" y="607444"/>
                  </a:lnTo>
                  <a:lnTo>
                    <a:pt x="62376" y="607196"/>
                  </a:lnTo>
                  <a:lnTo>
                    <a:pt x="62376" y="606949"/>
                  </a:lnTo>
                  <a:lnTo>
                    <a:pt x="62376" y="606701"/>
                  </a:lnTo>
                  <a:lnTo>
                    <a:pt x="62376" y="606453"/>
                  </a:lnTo>
                  <a:lnTo>
                    <a:pt x="62376" y="606205"/>
                  </a:lnTo>
                  <a:lnTo>
                    <a:pt x="62376" y="605957"/>
                  </a:lnTo>
                  <a:lnTo>
                    <a:pt x="62376" y="605709"/>
                  </a:lnTo>
                  <a:lnTo>
                    <a:pt x="62376" y="605461"/>
                  </a:lnTo>
                  <a:lnTo>
                    <a:pt x="62376" y="605213"/>
                  </a:lnTo>
                  <a:lnTo>
                    <a:pt x="62376" y="604965"/>
                  </a:lnTo>
                  <a:lnTo>
                    <a:pt x="62376" y="604717"/>
                  </a:lnTo>
                  <a:lnTo>
                    <a:pt x="62376" y="604469"/>
                  </a:lnTo>
                  <a:lnTo>
                    <a:pt x="62376" y="604221"/>
                  </a:lnTo>
                  <a:lnTo>
                    <a:pt x="62376" y="603973"/>
                  </a:lnTo>
                  <a:lnTo>
                    <a:pt x="62376" y="603725"/>
                  </a:lnTo>
                  <a:lnTo>
                    <a:pt x="62376" y="603477"/>
                  </a:lnTo>
                  <a:lnTo>
                    <a:pt x="62376" y="603229"/>
                  </a:lnTo>
                  <a:lnTo>
                    <a:pt x="62376" y="602982"/>
                  </a:lnTo>
                  <a:lnTo>
                    <a:pt x="62376" y="602734"/>
                  </a:lnTo>
                  <a:lnTo>
                    <a:pt x="62376" y="602486"/>
                  </a:lnTo>
                  <a:lnTo>
                    <a:pt x="63085" y="602486"/>
                  </a:lnTo>
                  <a:lnTo>
                    <a:pt x="63085" y="602238"/>
                  </a:lnTo>
                  <a:lnTo>
                    <a:pt x="63085" y="601990"/>
                  </a:lnTo>
                  <a:lnTo>
                    <a:pt x="63085" y="601742"/>
                  </a:lnTo>
                  <a:lnTo>
                    <a:pt x="63085" y="601494"/>
                  </a:lnTo>
                  <a:lnTo>
                    <a:pt x="63085" y="601246"/>
                  </a:lnTo>
                  <a:lnTo>
                    <a:pt x="63085" y="600998"/>
                  </a:lnTo>
                  <a:lnTo>
                    <a:pt x="63085" y="600750"/>
                  </a:lnTo>
                  <a:lnTo>
                    <a:pt x="63085" y="600502"/>
                  </a:lnTo>
                  <a:lnTo>
                    <a:pt x="63085" y="600254"/>
                  </a:lnTo>
                  <a:lnTo>
                    <a:pt x="63085" y="600006"/>
                  </a:lnTo>
                  <a:lnTo>
                    <a:pt x="63085" y="599758"/>
                  </a:lnTo>
                  <a:lnTo>
                    <a:pt x="63085" y="599510"/>
                  </a:lnTo>
                  <a:lnTo>
                    <a:pt x="63085" y="599263"/>
                  </a:lnTo>
                  <a:lnTo>
                    <a:pt x="63085" y="599015"/>
                  </a:lnTo>
                  <a:lnTo>
                    <a:pt x="63085" y="598767"/>
                  </a:lnTo>
                  <a:lnTo>
                    <a:pt x="63085" y="598519"/>
                  </a:lnTo>
                  <a:lnTo>
                    <a:pt x="63794" y="598519"/>
                  </a:lnTo>
                  <a:lnTo>
                    <a:pt x="63794" y="598271"/>
                  </a:lnTo>
                  <a:lnTo>
                    <a:pt x="63794" y="598023"/>
                  </a:lnTo>
                  <a:lnTo>
                    <a:pt x="63794" y="597775"/>
                  </a:lnTo>
                  <a:lnTo>
                    <a:pt x="63794" y="597527"/>
                  </a:lnTo>
                  <a:lnTo>
                    <a:pt x="63794" y="597279"/>
                  </a:lnTo>
                  <a:lnTo>
                    <a:pt x="63794" y="597031"/>
                  </a:lnTo>
                  <a:lnTo>
                    <a:pt x="63794" y="596783"/>
                  </a:lnTo>
                  <a:lnTo>
                    <a:pt x="63794" y="596535"/>
                  </a:lnTo>
                  <a:lnTo>
                    <a:pt x="63794" y="596287"/>
                  </a:lnTo>
                  <a:lnTo>
                    <a:pt x="63794" y="596039"/>
                  </a:lnTo>
                  <a:lnTo>
                    <a:pt x="63794" y="595791"/>
                  </a:lnTo>
                  <a:lnTo>
                    <a:pt x="63794" y="595543"/>
                  </a:lnTo>
                  <a:lnTo>
                    <a:pt x="64503" y="595543"/>
                  </a:lnTo>
                  <a:lnTo>
                    <a:pt x="64503" y="595296"/>
                  </a:lnTo>
                  <a:lnTo>
                    <a:pt x="65212" y="595296"/>
                  </a:lnTo>
                  <a:lnTo>
                    <a:pt x="65212" y="595048"/>
                  </a:lnTo>
                  <a:lnTo>
                    <a:pt x="65212" y="594800"/>
                  </a:lnTo>
                  <a:lnTo>
                    <a:pt x="65212" y="594552"/>
                  </a:lnTo>
                  <a:lnTo>
                    <a:pt x="65212" y="594304"/>
                  </a:lnTo>
                  <a:lnTo>
                    <a:pt x="65212" y="594056"/>
                  </a:lnTo>
                  <a:lnTo>
                    <a:pt x="65212" y="593808"/>
                  </a:lnTo>
                  <a:lnTo>
                    <a:pt x="65212" y="593560"/>
                  </a:lnTo>
                  <a:lnTo>
                    <a:pt x="65212" y="593312"/>
                  </a:lnTo>
                  <a:lnTo>
                    <a:pt x="65212" y="593064"/>
                  </a:lnTo>
                  <a:lnTo>
                    <a:pt x="65212" y="592816"/>
                  </a:lnTo>
                  <a:lnTo>
                    <a:pt x="65212" y="592568"/>
                  </a:lnTo>
                  <a:lnTo>
                    <a:pt x="65212" y="592320"/>
                  </a:lnTo>
                  <a:lnTo>
                    <a:pt x="65212" y="592072"/>
                  </a:lnTo>
                  <a:lnTo>
                    <a:pt x="65921" y="592072"/>
                  </a:lnTo>
                  <a:lnTo>
                    <a:pt x="66629" y="592072"/>
                  </a:lnTo>
                  <a:lnTo>
                    <a:pt x="66629" y="591824"/>
                  </a:lnTo>
                  <a:lnTo>
                    <a:pt x="67338" y="591824"/>
                  </a:lnTo>
                  <a:lnTo>
                    <a:pt x="67338" y="591576"/>
                  </a:lnTo>
                  <a:lnTo>
                    <a:pt x="67338" y="591329"/>
                  </a:lnTo>
                  <a:lnTo>
                    <a:pt x="67338" y="591081"/>
                  </a:lnTo>
                  <a:lnTo>
                    <a:pt x="67338" y="590833"/>
                  </a:lnTo>
                  <a:lnTo>
                    <a:pt x="68047" y="590833"/>
                  </a:lnTo>
                  <a:lnTo>
                    <a:pt x="68047" y="590585"/>
                  </a:lnTo>
                  <a:lnTo>
                    <a:pt x="68047" y="590337"/>
                  </a:lnTo>
                  <a:lnTo>
                    <a:pt x="68047" y="590089"/>
                  </a:lnTo>
                  <a:lnTo>
                    <a:pt x="68047" y="589841"/>
                  </a:lnTo>
                  <a:lnTo>
                    <a:pt x="68047" y="589593"/>
                  </a:lnTo>
                  <a:lnTo>
                    <a:pt x="68047" y="589345"/>
                  </a:lnTo>
                  <a:lnTo>
                    <a:pt x="68047" y="589097"/>
                  </a:lnTo>
                  <a:lnTo>
                    <a:pt x="68047" y="588849"/>
                  </a:lnTo>
                  <a:lnTo>
                    <a:pt x="68047" y="588601"/>
                  </a:lnTo>
                  <a:lnTo>
                    <a:pt x="68047" y="588353"/>
                  </a:lnTo>
                  <a:lnTo>
                    <a:pt x="68756" y="588353"/>
                  </a:lnTo>
                  <a:lnTo>
                    <a:pt x="68756" y="588105"/>
                  </a:lnTo>
                  <a:lnTo>
                    <a:pt x="68756" y="587857"/>
                  </a:lnTo>
                  <a:lnTo>
                    <a:pt x="69465" y="587857"/>
                  </a:lnTo>
                  <a:lnTo>
                    <a:pt x="69465" y="587609"/>
                  </a:lnTo>
                  <a:lnTo>
                    <a:pt x="69465" y="587362"/>
                  </a:lnTo>
                  <a:lnTo>
                    <a:pt x="69465" y="587114"/>
                  </a:lnTo>
                  <a:lnTo>
                    <a:pt x="69465" y="586866"/>
                  </a:lnTo>
                  <a:lnTo>
                    <a:pt x="69465" y="586618"/>
                  </a:lnTo>
                  <a:lnTo>
                    <a:pt x="69465" y="586370"/>
                  </a:lnTo>
                  <a:lnTo>
                    <a:pt x="69465" y="586122"/>
                  </a:lnTo>
                  <a:lnTo>
                    <a:pt x="69465" y="585874"/>
                  </a:lnTo>
                  <a:lnTo>
                    <a:pt x="69465" y="585626"/>
                  </a:lnTo>
                  <a:lnTo>
                    <a:pt x="69465" y="585378"/>
                  </a:lnTo>
                  <a:lnTo>
                    <a:pt x="69465" y="585130"/>
                  </a:lnTo>
                  <a:lnTo>
                    <a:pt x="69465" y="584882"/>
                  </a:lnTo>
                  <a:lnTo>
                    <a:pt x="69465" y="584634"/>
                  </a:lnTo>
                  <a:lnTo>
                    <a:pt x="69465" y="584386"/>
                  </a:lnTo>
                  <a:lnTo>
                    <a:pt x="69465" y="584138"/>
                  </a:lnTo>
                  <a:lnTo>
                    <a:pt x="69465" y="583890"/>
                  </a:lnTo>
                  <a:lnTo>
                    <a:pt x="69465" y="583642"/>
                  </a:lnTo>
                  <a:lnTo>
                    <a:pt x="69465" y="583395"/>
                  </a:lnTo>
                  <a:lnTo>
                    <a:pt x="69465" y="583147"/>
                  </a:lnTo>
                  <a:lnTo>
                    <a:pt x="69465" y="582899"/>
                  </a:lnTo>
                  <a:lnTo>
                    <a:pt x="70174" y="582899"/>
                  </a:lnTo>
                  <a:lnTo>
                    <a:pt x="70174" y="582651"/>
                  </a:lnTo>
                  <a:lnTo>
                    <a:pt x="70174" y="582403"/>
                  </a:lnTo>
                  <a:lnTo>
                    <a:pt x="70174" y="582155"/>
                  </a:lnTo>
                  <a:lnTo>
                    <a:pt x="70174" y="581907"/>
                  </a:lnTo>
                  <a:lnTo>
                    <a:pt x="70174" y="581659"/>
                  </a:lnTo>
                  <a:lnTo>
                    <a:pt x="70174" y="581411"/>
                  </a:lnTo>
                  <a:lnTo>
                    <a:pt x="70174" y="581163"/>
                  </a:lnTo>
                  <a:lnTo>
                    <a:pt x="70174" y="580915"/>
                  </a:lnTo>
                  <a:lnTo>
                    <a:pt x="70174" y="580667"/>
                  </a:lnTo>
                  <a:lnTo>
                    <a:pt x="70174" y="580419"/>
                  </a:lnTo>
                  <a:lnTo>
                    <a:pt x="70174" y="580171"/>
                  </a:lnTo>
                  <a:lnTo>
                    <a:pt x="70174" y="579923"/>
                  </a:lnTo>
                  <a:lnTo>
                    <a:pt x="70174" y="579676"/>
                  </a:lnTo>
                  <a:lnTo>
                    <a:pt x="70174" y="579428"/>
                  </a:lnTo>
                  <a:lnTo>
                    <a:pt x="70882" y="579428"/>
                  </a:lnTo>
                  <a:lnTo>
                    <a:pt x="70882" y="579180"/>
                  </a:lnTo>
                  <a:lnTo>
                    <a:pt x="70882" y="578932"/>
                  </a:lnTo>
                  <a:lnTo>
                    <a:pt x="70882" y="578684"/>
                  </a:lnTo>
                  <a:lnTo>
                    <a:pt x="70882" y="578436"/>
                  </a:lnTo>
                  <a:lnTo>
                    <a:pt x="70882" y="578188"/>
                  </a:lnTo>
                  <a:lnTo>
                    <a:pt x="70882" y="577940"/>
                  </a:lnTo>
                  <a:lnTo>
                    <a:pt x="70882" y="577692"/>
                  </a:lnTo>
                  <a:lnTo>
                    <a:pt x="70882" y="577444"/>
                  </a:lnTo>
                  <a:lnTo>
                    <a:pt x="71591" y="577444"/>
                  </a:lnTo>
                  <a:lnTo>
                    <a:pt x="72300" y="577444"/>
                  </a:lnTo>
                  <a:lnTo>
                    <a:pt x="72300" y="577196"/>
                  </a:lnTo>
                  <a:lnTo>
                    <a:pt x="72300" y="576948"/>
                  </a:lnTo>
                  <a:lnTo>
                    <a:pt x="72300" y="576700"/>
                  </a:lnTo>
                  <a:lnTo>
                    <a:pt x="72300" y="576452"/>
                  </a:lnTo>
                  <a:lnTo>
                    <a:pt x="72300" y="576204"/>
                  </a:lnTo>
                  <a:lnTo>
                    <a:pt x="72300" y="575956"/>
                  </a:lnTo>
                  <a:lnTo>
                    <a:pt x="73009" y="575956"/>
                  </a:lnTo>
                  <a:lnTo>
                    <a:pt x="73009" y="575709"/>
                  </a:lnTo>
                  <a:lnTo>
                    <a:pt x="73009" y="575461"/>
                  </a:lnTo>
                  <a:lnTo>
                    <a:pt x="73009" y="575213"/>
                  </a:lnTo>
                  <a:lnTo>
                    <a:pt x="73009" y="574965"/>
                  </a:lnTo>
                  <a:lnTo>
                    <a:pt x="73009" y="574717"/>
                  </a:lnTo>
                  <a:lnTo>
                    <a:pt x="73009" y="574469"/>
                  </a:lnTo>
                  <a:lnTo>
                    <a:pt x="73009" y="574221"/>
                  </a:lnTo>
                  <a:lnTo>
                    <a:pt x="73009" y="573973"/>
                  </a:lnTo>
                  <a:lnTo>
                    <a:pt x="73009" y="573725"/>
                  </a:lnTo>
                  <a:lnTo>
                    <a:pt x="73009" y="573477"/>
                  </a:lnTo>
                  <a:lnTo>
                    <a:pt x="73009" y="573229"/>
                  </a:lnTo>
                  <a:lnTo>
                    <a:pt x="73009" y="572981"/>
                  </a:lnTo>
                  <a:lnTo>
                    <a:pt x="73009" y="572733"/>
                  </a:lnTo>
                  <a:lnTo>
                    <a:pt x="73009" y="572485"/>
                  </a:lnTo>
                  <a:lnTo>
                    <a:pt x="73009" y="572237"/>
                  </a:lnTo>
                  <a:lnTo>
                    <a:pt x="73009" y="571989"/>
                  </a:lnTo>
                  <a:lnTo>
                    <a:pt x="73009" y="571742"/>
                  </a:lnTo>
                  <a:lnTo>
                    <a:pt x="73009" y="571494"/>
                  </a:lnTo>
                  <a:lnTo>
                    <a:pt x="73718" y="571494"/>
                  </a:lnTo>
                  <a:lnTo>
                    <a:pt x="73718" y="571246"/>
                  </a:lnTo>
                  <a:lnTo>
                    <a:pt x="73718" y="570998"/>
                  </a:lnTo>
                  <a:lnTo>
                    <a:pt x="73718" y="570750"/>
                  </a:lnTo>
                  <a:lnTo>
                    <a:pt x="73718" y="570502"/>
                  </a:lnTo>
                  <a:lnTo>
                    <a:pt x="73718" y="570254"/>
                  </a:lnTo>
                  <a:lnTo>
                    <a:pt x="73718" y="570006"/>
                  </a:lnTo>
                  <a:lnTo>
                    <a:pt x="73718" y="569758"/>
                  </a:lnTo>
                  <a:lnTo>
                    <a:pt x="73718" y="569510"/>
                  </a:lnTo>
                  <a:lnTo>
                    <a:pt x="73718" y="569262"/>
                  </a:lnTo>
                  <a:lnTo>
                    <a:pt x="73718" y="569014"/>
                  </a:lnTo>
                  <a:lnTo>
                    <a:pt x="73718" y="568766"/>
                  </a:lnTo>
                  <a:lnTo>
                    <a:pt x="73718" y="568518"/>
                  </a:lnTo>
                  <a:lnTo>
                    <a:pt x="74427" y="568518"/>
                  </a:lnTo>
                  <a:lnTo>
                    <a:pt x="75135" y="568518"/>
                  </a:lnTo>
                  <a:lnTo>
                    <a:pt x="75135" y="568270"/>
                  </a:lnTo>
                  <a:lnTo>
                    <a:pt x="75135" y="568022"/>
                  </a:lnTo>
                  <a:lnTo>
                    <a:pt x="75135" y="567775"/>
                  </a:lnTo>
                  <a:lnTo>
                    <a:pt x="75135" y="567527"/>
                  </a:lnTo>
                  <a:lnTo>
                    <a:pt x="75135" y="567279"/>
                  </a:lnTo>
                  <a:lnTo>
                    <a:pt x="75135" y="567031"/>
                  </a:lnTo>
                  <a:lnTo>
                    <a:pt x="75135" y="566783"/>
                  </a:lnTo>
                  <a:lnTo>
                    <a:pt x="75135" y="566535"/>
                  </a:lnTo>
                  <a:lnTo>
                    <a:pt x="75135" y="566287"/>
                  </a:lnTo>
                  <a:lnTo>
                    <a:pt x="75135" y="566039"/>
                  </a:lnTo>
                  <a:lnTo>
                    <a:pt x="75135" y="565791"/>
                  </a:lnTo>
                  <a:lnTo>
                    <a:pt x="75135" y="565543"/>
                  </a:lnTo>
                  <a:lnTo>
                    <a:pt x="75135" y="565295"/>
                  </a:lnTo>
                  <a:lnTo>
                    <a:pt x="75135" y="565047"/>
                  </a:lnTo>
                  <a:lnTo>
                    <a:pt x="75135" y="564799"/>
                  </a:lnTo>
                  <a:lnTo>
                    <a:pt x="75135" y="564551"/>
                  </a:lnTo>
                  <a:lnTo>
                    <a:pt x="75135" y="564303"/>
                  </a:lnTo>
                  <a:lnTo>
                    <a:pt x="75135" y="564055"/>
                  </a:lnTo>
                  <a:lnTo>
                    <a:pt x="75135" y="563808"/>
                  </a:lnTo>
                  <a:lnTo>
                    <a:pt x="75135" y="563560"/>
                  </a:lnTo>
                  <a:lnTo>
                    <a:pt x="75135" y="563312"/>
                  </a:lnTo>
                  <a:lnTo>
                    <a:pt x="75135" y="563064"/>
                  </a:lnTo>
                  <a:lnTo>
                    <a:pt x="75135" y="562816"/>
                  </a:lnTo>
                  <a:lnTo>
                    <a:pt x="75135" y="562568"/>
                  </a:lnTo>
                  <a:lnTo>
                    <a:pt x="75135" y="562320"/>
                  </a:lnTo>
                  <a:lnTo>
                    <a:pt x="75135" y="562072"/>
                  </a:lnTo>
                  <a:lnTo>
                    <a:pt x="75135" y="561824"/>
                  </a:lnTo>
                  <a:lnTo>
                    <a:pt x="75135" y="561576"/>
                  </a:lnTo>
                  <a:lnTo>
                    <a:pt x="75135" y="561328"/>
                  </a:lnTo>
                  <a:lnTo>
                    <a:pt x="75135" y="561080"/>
                  </a:lnTo>
                  <a:lnTo>
                    <a:pt x="75135" y="560832"/>
                  </a:lnTo>
                  <a:lnTo>
                    <a:pt x="75135" y="560584"/>
                  </a:lnTo>
                  <a:lnTo>
                    <a:pt x="75135" y="560336"/>
                  </a:lnTo>
                  <a:lnTo>
                    <a:pt x="75135" y="560089"/>
                  </a:lnTo>
                  <a:lnTo>
                    <a:pt x="75135" y="559841"/>
                  </a:lnTo>
                  <a:lnTo>
                    <a:pt x="75135" y="559593"/>
                  </a:lnTo>
                  <a:lnTo>
                    <a:pt x="75135" y="559345"/>
                  </a:lnTo>
                  <a:lnTo>
                    <a:pt x="75135" y="559097"/>
                  </a:lnTo>
                  <a:lnTo>
                    <a:pt x="75844" y="559097"/>
                  </a:lnTo>
                  <a:lnTo>
                    <a:pt x="75844" y="558849"/>
                  </a:lnTo>
                  <a:lnTo>
                    <a:pt x="75844" y="558601"/>
                  </a:lnTo>
                  <a:lnTo>
                    <a:pt x="76553" y="558601"/>
                  </a:lnTo>
                  <a:lnTo>
                    <a:pt x="76553" y="558353"/>
                  </a:lnTo>
                  <a:lnTo>
                    <a:pt x="76553" y="558105"/>
                  </a:lnTo>
                  <a:lnTo>
                    <a:pt x="76553" y="557857"/>
                  </a:lnTo>
                  <a:lnTo>
                    <a:pt x="76553" y="557609"/>
                  </a:lnTo>
                  <a:lnTo>
                    <a:pt x="76553" y="557361"/>
                  </a:lnTo>
                  <a:lnTo>
                    <a:pt x="76553" y="557113"/>
                  </a:lnTo>
                  <a:lnTo>
                    <a:pt x="76553" y="556865"/>
                  </a:lnTo>
                  <a:lnTo>
                    <a:pt x="76553" y="556617"/>
                  </a:lnTo>
                  <a:lnTo>
                    <a:pt x="76553" y="556369"/>
                  </a:lnTo>
                  <a:lnTo>
                    <a:pt x="76553" y="556122"/>
                  </a:lnTo>
                  <a:lnTo>
                    <a:pt x="76553" y="555874"/>
                  </a:lnTo>
                  <a:lnTo>
                    <a:pt x="76553" y="555626"/>
                  </a:lnTo>
                  <a:lnTo>
                    <a:pt x="76553" y="555378"/>
                  </a:lnTo>
                  <a:lnTo>
                    <a:pt x="76553" y="555130"/>
                  </a:lnTo>
                  <a:lnTo>
                    <a:pt x="76553" y="554882"/>
                  </a:lnTo>
                  <a:lnTo>
                    <a:pt x="76553" y="554634"/>
                  </a:lnTo>
                  <a:lnTo>
                    <a:pt x="76553" y="554386"/>
                  </a:lnTo>
                  <a:lnTo>
                    <a:pt x="76553" y="554138"/>
                  </a:lnTo>
                  <a:lnTo>
                    <a:pt x="76553" y="553890"/>
                  </a:lnTo>
                  <a:lnTo>
                    <a:pt x="76553" y="553642"/>
                  </a:lnTo>
                  <a:lnTo>
                    <a:pt x="76553" y="553394"/>
                  </a:lnTo>
                  <a:lnTo>
                    <a:pt x="76553" y="553146"/>
                  </a:lnTo>
                  <a:lnTo>
                    <a:pt x="76553" y="552898"/>
                  </a:lnTo>
                  <a:lnTo>
                    <a:pt x="76553" y="552650"/>
                  </a:lnTo>
                  <a:lnTo>
                    <a:pt x="77262" y="552650"/>
                  </a:lnTo>
                  <a:lnTo>
                    <a:pt x="77262" y="552402"/>
                  </a:lnTo>
                  <a:lnTo>
                    <a:pt x="77262" y="552155"/>
                  </a:lnTo>
                  <a:lnTo>
                    <a:pt x="77262" y="551907"/>
                  </a:lnTo>
                  <a:lnTo>
                    <a:pt x="77262" y="551659"/>
                  </a:lnTo>
                  <a:lnTo>
                    <a:pt x="77262" y="551411"/>
                  </a:lnTo>
                  <a:lnTo>
                    <a:pt x="77262" y="551163"/>
                  </a:lnTo>
                  <a:lnTo>
                    <a:pt x="77262" y="550915"/>
                  </a:lnTo>
                  <a:lnTo>
                    <a:pt x="77262" y="550667"/>
                  </a:lnTo>
                  <a:lnTo>
                    <a:pt x="77262" y="550419"/>
                  </a:lnTo>
                  <a:lnTo>
                    <a:pt x="77971" y="550419"/>
                  </a:lnTo>
                  <a:lnTo>
                    <a:pt x="77971" y="550171"/>
                  </a:lnTo>
                  <a:lnTo>
                    <a:pt x="77971" y="549923"/>
                  </a:lnTo>
                  <a:lnTo>
                    <a:pt x="77971" y="549675"/>
                  </a:lnTo>
                  <a:lnTo>
                    <a:pt x="77971" y="549427"/>
                  </a:lnTo>
                  <a:lnTo>
                    <a:pt x="77971" y="549179"/>
                  </a:lnTo>
                  <a:lnTo>
                    <a:pt x="78679" y="549179"/>
                  </a:lnTo>
                  <a:lnTo>
                    <a:pt x="78679" y="548931"/>
                  </a:lnTo>
                  <a:lnTo>
                    <a:pt x="78679" y="548683"/>
                  </a:lnTo>
                  <a:lnTo>
                    <a:pt x="78679" y="548435"/>
                  </a:lnTo>
                  <a:lnTo>
                    <a:pt x="78679" y="548188"/>
                  </a:lnTo>
                  <a:lnTo>
                    <a:pt x="79388" y="548188"/>
                  </a:lnTo>
                  <a:lnTo>
                    <a:pt x="79388" y="547940"/>
                  </a:lnTo>
                  <a:lnTo>
                    <a:pt x="79388" y="547692"/>
                  </a:lnTo>
                  <a:lnTo>
                    <a:pt x="79388" y="547444"/>
                  </a:lnTo>
                  <a:lnTo>
                    <a:pt x="80097" y="547444"/>
                  </a:lnTo>
                  <a:lnTo>
                    <a:pt x="80097" y="547196"/>
                  </a:lnTo>
                  <a:lnTo>
                    <a:pt x="80097" y="546948"/>
                  </a:lnTo>
                  <a:lnTo>
                    <a:pt x="80097" y="546700"/>
                  </a:lnTo>
                  <a:lnTo>
                    <a:pt x="80097" y="546452"/>
                  </a:lnTo>
                  <a:lnTo>
                    <a:pt x="80097" y="546204"/>
                  </a:lnTo>
                  <a:lnTo>
                    <a:pt x="80097" y="545956"/>
                  </a:lnTo>
                  <a:lnTo>
                    <a:pt x="80097" y="545708"/>
                  </a:lnTo>
                  <a:lnTo>
                    <a:pt x="80097" y="545460"/>
                  </a:lnTo>
                  <a:lnTo>
                    <a:pt x="80097" y="545212"/>
                  </a:lnTo>
                  <a:lnTo>
                    <a:pt x="80097" y="544964"/>
                  </a:lnTo>
                  <a:lnTo>
                    <a:pt x="80097" y="544716"/>
                  </a:lnTo>
                  <a:lnTo>
                    <a:pt x="80097" y="544468"/>
                  </a:lnTo>
                  <a:lnTo>
                    <a:pt x="80097" y="544221"/>
                  </a:lnTo>
                  <a:lnTo>
                    <a:pt x="80097" y="543973"/>
                  </a:lnTo>
                  <a:lnTo>
                    <a:pt x="80097" y="543725"/>
                  </a:lnTo>
                  <a:lnTo>
                    <a:pt x="80097" y="543477"/>
                  </a:lnTo>
                  <a:lnTo>
                    <a:pt x="80097" y="543229"/>
                  </a:lnTo>
                  <a:lnTo>
                    <a:pt x="80097" y="542981"/>
                  </a:lnTo>
                  <a:lnTo>
                    <a:pt x="80097" y="542733"/>
                  </a:lnTo>
                  <a:lnTo>
                    <a:pt x="80097" y="542485"/>
                  </a:lnTo>
                  <a:lnTo>
                    <a:pt x="80097" y="542237"/>
                  </a:lnTo>
                  <a:lnTo>
                    <a:pt x="80097" y="541989"/>
                  </a:lnTo>
                  <a:lnTo>
                    <a:pt x="80097" y="541741"/>
                  </a:lnTo>
                  <a:lnTo>
                    <a:pt x="80097" y="541493"/>
                  </a:lnTo>
                  <a:lnTo>
                    <a:pt x="80097" y="541245"/>
                  </a:lnTo>
                  <a:lnTo>
                    <a:pt x="80097" y="540997"/>
                  </a:lnTo>
                  <a:lnTo>
                    <a:pt x="80097" y="540749"/>
                  </a:lnTo>
                  <a:lnTo>
                    <a:pt x="80097" y="540502"/>
                  </a:lnTo>
                  <a:lnTo>
                    <a:pt x="80097" y="540254"/>
                  </a:lnTo>
                  <a:lnTo>
                    <a:pt x="80097" y="540006"/>
                  </a:lnTo>
                  <a:lnTo>
                    <a:pt x="80097" y="539758"/>
                  </a:lnTo>
                  <a:lnTo>
                    <a:pt x="80097" y="539510"/>
                  </a:lnTo>
                  <a:lnTo>
                    <a:pt x="80097" y="539262"/>
                  </a:lnTo>
                  <a:lnTo>
                    <a:pt x="80097" y="539014"/>
                  </a:lnTo>
                  <a:lnTo>
                    <a:pt x="80097" y="538766"/>
                  </a:lnTo>
                  <a:lnTo>
                    <a:pt x="80097" y="538518"/>
                  </a:lnTo>
                  <a:lnTo>
                    <a:pt x="80806" y="538518"/>
                  </a:lnTo>
                  <a:lnTo>
                    <a:pt x="80806" y="538270"/>
                  </a:lnTo>
                  <a:lnTo>
                    <a:pt x="80806" y="538022"/>
                  </a:lnTo>
                  <a:lnTo>
                    <a:pt x="80806" y="537774"/>
                  </a:lnTo>
                  <a:lnTo>
                    <a:pt x="80806" y="537526"/>
                  </a:lnTo>
                  <a:lnTo>
                    <a:pt x="80806" y="537278"/>
                  </a:lnTo>
                  <a:lnTo>
                    <a:pt x="80806" y="537030"/>
                  </a:lnTo>
                  <a:lnTo>
                    <a:pt x="80806" y="536782"/>
                  </a:lnTo>
                  <a:lnTo>
                    <a:pt x="80806" y="536535"/>
                  </a:lnTo>
                  <a:lnTo>
                    <a:pt x="80806" y="536287"/>
                  </a:lnTo>
                  <a:lnTo>
                    <a:pt x="80806" y="536039"/>
                  </a:lnTo>
                  <a:lnTo>
                    <a:pt x="80806" y="535791"/>
                  </a:lnTo>
                  <a:lnTo>
                    <a:pt x="80806" y="535543"/>
                  </a:lnTo>
                  <a:lnTo>
                    <a:pt x="80806" y="535295"/>
                  </a:lnTo>
                  <a:lnTo>
                    <a:pt x="80806" y="535047"/>
                  </a:lnTo>
                  <a:lnTo>
                    <a:pt x="80806" y="534799"/>
                  </a:lnTo>
                  <a:lnTo>
                    <a:pt x="80806" y="534551"/>
                  </a:lnTo>
                  <a:lnTo>
                    <a:pt x="80806" y="534303"/>
                  </a:lnTo>
                  <a:lnTo>
                    <a:pt x="81515" y="534303"/>
                  </a:lnTo>
                  <a:lnTo>
                    <a:pt x="81515" y="534055"/>
                  </a:lnTo>
                  <a:lnTo>
                    <a:pt x="82224" y="534055"/>
                  </a:lnTo>
                  <a:lnTo>
                    <a:pt x="82224" y="533807"/>
                  </a:lnTo>
                  <a:lnTo>
                    <a:pt x="82224" y="533559"/>
                  </a:lnTo>
                  <a:lnTo>
                    <a:pt x="82224" y="533311"/>
                  </a:lnTo>
                  <a:lnTo>
                    <a:pt x="82224" y="533063"/>
                  </a:lnTo>
                  <a:lnTo>
                    <a:pt x="82224" y="532815"/>
                  </a:lnTo>
                  <a:lnTo>
                    <a:pt x="82224" y="532568"/>
                  </a:lnTo>
                  <a:lnTo>
                    <a:pt x="82224" y="532320"/>
                  </a:lnTo>
                  <a:lnTo>
                    <a:pt x="82932" y="532320"/>
                  </a:lnTo>
                  <a:lnTo>
                    <a:pt x="82932" y="532072"/>
                  </a:lnTo>
                  <a:lnTo>
                    <a:pt x="82932" y="531824"/>
                  </a:lnTo>
                  <a:lnTo>
                    <a:pt x="82932" y="531576"/>
                  </a:lnTo>
                  <a:lnTo>
                    <a:pt x="82932" y="531328"/>
                  </a:lnTo>
                  <a:lnTo>
                    <a:pt x="82932" y="531080"/>
                  </a:lnTo>
                  <a:lnTo>
                    <a:pt x="82932" y="530832"/>
                  </a:lnTo>
                  <a:lnTo>
                    <a:pt x="82932" y="530584"/>
                  </a:lnTo>
                  <a:lnTo>
                    <a:pt x="82932" y="530336"/>
                  </a:lnTo>
                  <a:lnTo>
                    <a:pt x="83641" y="530336"/>
                  </a:lnTo>
                  <a:lnTo>
                    <a:pt x="83641" y="530088"/>
                  </a:lnTo>
                  <a:lnTo>
                    <a:pt x="83641" y="529840"/>
                  </a:lnTo>
                  <a:lnTo>
                    <a:pt x="83641" y="529592"/>
                  </a:lnTo>
                  <a:lnTo>
                    <a:pt x="83641" y="529344"/>
                  </a:lnTo>
                  <a:lnTo>
                    <a:pt x="83641" y="529096"/>
                  </a:lnTo>
                  <a:lnTo>
                    <a:pt x="83641" y="528848"/>
                  </a:lnTo>
                  <a:lnTo>
                    <a:pt x="83641" y="528601"/>
                  </a:lnTo>
                  <a:lnTo>
                    <a:pt x="83641" y="528353"/>
                  </a:lnTo>
                  <a:lnTo>
                    <a:pt x="83641" y="528105"/>
                  </a:lnTo>
                  <a:lnTo>
                    <a:pt x="83641" y="527857"/>
                  </a:lnTo>
                  <a:lnTo>
                    <a:pt x="83641" y="527609"/>
                  </a:lnTo>
                  <a:lnTo>
                    <a:pt x="83641" y="527361"/>
                  </a:lnTo>
                  <a:lnTo>
                    <a:pt x="83641" y="527113"/>
                  </a:lnTo>
                  <a:lnTo>
                    <a:pt x="84350" y="527113"/>
                  </a:lnTo>
                  <a:lnTo>
                    <a:pt x="84350" y="526865"/>
                  </a:lnTo>
                  <a:lnTo>
                    <a:pt x="84350" y="526617"/>
                  </a:lnTo>
                  <a:lnTo>
                    <a:pt x="84350" y="526369"/>
                  </a:lnTo>
                  <a:lnTo>
                    <a:pt x="85059" y="526369"/>
                  </a:lnTo>
                  <a:lnTo>
                    <a:pt x="85059" y="526121"/>
                  </a:lnTo>
                  <a:lnTo>
                    <a:pt x="85059" y="525873"/>
                  </a:lnTo>
                  <a:lnTo>
                    <a:pt x="85059" y="525625"/>
                  </a:lnTo>
                  <a:lnTo>
                    <a:pt x="85059" y="525377"/>
                  </a:lnTo>
                  <a:lnTo>
                    <a:pt x="85768" y="525377"/>
                  </a:lnTo>
                  <a:lnTo>
                    <a:pt x="86477" y="525377"/>
                  </a:lnTo>
                  <a:lnTo>
                    <a:pt x="86477" y="525129"/>
                  </a:lnTo>
                  <a:lnTo>
                    <a:pt x="86477" y="524881"/>
                  </a:lnTo>
                  <a:lnTo>
                    <a:pt x="86477" y="524634"/>
                  </a:lnTo>
                  <a:lnTo>
                    <a:pt x="86477" y="524386"/>
                  </a:lnTo>
                  <a:lnTo>
                    <a:pt x="86477" y="524138"/>
                  </a:lnTo>
                  <a:lnTo>
                    <a:pt x="86477" y="523890"/>
                  </a:lnTo>
                  <a:lnTo>
                    <a:pt x="86477" y="523642"/>
                  </a:lnTo>
                  <a:lnTo>
                    <a:pt x="86477" y="523394"/>
                  </a:lnTo>
                  <a:lnTo>
                    <a:pt x="87185" y="523394"/>
                  </a:lnTo>
                  <a:lnTo>
                    <a:pt x="87185" y="523146"/>
                  </a:lnTo>
                  <a:lnTo>
                    <a:pt x="87185" y="522898"/>
                  </a:lnTo>
                  <a:lnTo>
                    <a:pt x="87185" y="522650"/>
                  </a:lnTo>
                  <a:lnTo>
                    <a:pt x="87185" y="522402"/>
                  </a:lnTo>
                  <a:lnTo>
                    <a:pt x="87185" y="522154"/>
                  </a:lnTo>
                  <a:lnTo>
                    <a:pt x="87185" y="521906"/>
                  </a:lnTo>
                  <a:lnTo>
                    <a:pt x="87185" y="521658"/>
                  </a:lnTo>
                  <a:lnTo>
                    <a:pt x="87185" y="521410"/>
                  </a:lnTo>
                  <a:lnTo>
                    <a:pt x="87185" y="521162"/>
                  </a:lnTo>
                  <a:lnTo>
                    <a:pt x="87185" y="520915"/>
                  </a:lnTo>
                  <a:lnTo>
                    <a:pt x="87185" y="520667"/>
                  </a:lnTo>
                  <a:lnTo>
                    <a:pt x="87185" y="520419"/>
                  </a:lnTo>
                  <a:lnTo>
                    <a:pt x="87185" y="520171"/>
                  </a:lnTo>
                  <a:lnTo>
                    <a:pt x="87185" y="519923"/>
                  </a:lnTo>
                  <a:lnTo>
                    <a:pt x="87894" y="519923"/>
                  </a:lnTo>
                  <a:lnTo>
                    <a:pt x="87894" y="519675"/>
                  </a:lnTo>
                  <a:lnTo>
                    <a:pt x="87894" y="519427"/>
                  </a:lnTo>
                  <a:lnTo>
                    <a:pt x="87894" y="519179"/>
                  </a:lnTo>
                  <a:lnTo>
                    <a:pt x="87894" y="518931"/>
                  </a:lnTo>
                  <a:lnTo>
                    <a:pt x="87894" y="518683"/>
                  </a:lnTo>
                  <a:lnTo>
                    <a:pt x="87894" y="518435"/>
                  </a:lnTo>
                  <a:lnTo>
                    <a:pt x="87894" y="518187"/>
                  </a:lnTo>
                  <a:lnTo>
                    <a:pt x="87894" y="517939"/>
                  </a:lnTo>
                  <a:lnTo>
                    <a:pt x="87894" y="517691"/>
                  </a:lnTo>
                  <a:lnTo>
                    <a:pt x="87894" y="517443"/>
                  </a:lnTo>
                  <a:lnTo>
                    <a:pt x="87894" y="517195"/>
                  </a:lnTo>
                  <a:lnTo>
                    <a:pt x="87894" y="516948"/>
                  </a:lnTo>
                  <a:lnTo>
                    <a:pt x="87894" y="516700"/>
                  </a:lnTo>
                  <a:lnTo>
                    <a:pt x="87894" y="516452"/>
                  </a:lnTo>
                  <a:lnTo>
                    <a:pt x="88603" y="516452"/>
                  </a:lnTo>
                  <a:lnTo>
                    <a:pt x="88603" y="516204"/>
                  </a:lnTo>
                  <a:lnTo>
                    <a:pt x="88603" y="515956"/>
                  </a:lnTo>
                  <a:lnTo>
                    <a:pt x="88603" y="515708"/>
                  </a:lnTo>
                  <a:lnTo>
                    <a:pt x="89312" y="515708"/>
                  </a:lnTo>
                  <a:lnTo>
                    <a:pt x="89312" y="515460"/>
                  </a:lnTo>
                  <a:lnTo>
                    <a:pt x="89312" y="515212"/>
                  </a:lnTo>
                  <a:lnTo>
                    <a:pt x="89312" y="514964"/>
                  </a:lnTo>
                  <a:lnTo>
                    <a:pt x="90021" y="514964"/>
                  </a:lnTo>
                  <a:lnTo>
                    <a:pt x="90021" y="514716"/>
                  </a:lnTo>
                  <a:lnTo>
                    <a:pt x="90021" y="514468"/>
                  </a:lnTo>
                  <a:lnTo>
                    <a:pt x="90021" y="514220"/>
                  </a:lnTo>
                  <a:lnTo>
                    <a:pt x="90021" y="513972"/>
                  </a:lnTo>
                  <a:lnTo>
                    <a:pt x="90021" y="513724"/>
                  </a:lnTo>
                  <a:lnTo>
                    <a:pt x="90021" y="513476"/>
                  </a:lnTo>
                  <a:lnTo>
                    <a:pt x="90021" y="513228"/>
                  </a:lnTo>
                  <a:lnTo>
                    <a:pt x="90021" y="512981"/>
                  </a:lnTo>
                  <a:lnTo>
                    <a:pt x="90021" y="512733"/>
                  </a:lnTo>
                  <a:lnTo>
                    <a:pt x="90730" y="512733"/>
                  </a:lnTo>
                  <a:lnTo>
                    <a:pt x="90730" y="512485"/>
                  </a:lnTo>
                  <a:lnTo>
                    <a:pt x="90730" y="512237"/>
                  </a:lnTo>
                  <a:lnTo>
                    <a:pt x="90730" y="511989"/>
                  </a:lnTo>
                  <a:lnTo>
                    <a:pt x="90730" y="511741"/>
                  </a:lnTo>
                  <a:lnTo>
                    <a:pt x="91438" y="511741"/>
                  </a:lnTo>
                  <a:lnTo>
                    <a:pt x="91438" y="511493"/>
                  </a:lnTo>
                  <a:lnTo>
                    <a:pt x="91438" y="511245"/>
                  </a:lnTo>
                  <a:lnTo>
                    <a:pt x="91438" y="510997"/>
                  </a:lnTo>
                  <a:lnTo>
                    <a:pt x="91438" y="510749"/>
                  </a:lnTo>
                  <a:lnTo>
                    <a:pt x="92147" y="510749"/>
                  </a:lnTo>
                  <a:lnTo>
                    <a:pt x="92147" y="510501"/>
                  </a:lnTo>
                  <a:lnTo>
                    <a:pt x="92147" y="510253"/>
                  </a:lnTo>
                  <a:lnTo>
                    <a:pt x="92147" y="510005"/>
                  </a:lnTo>
                  <a:lnTo>
                    <a:pt x="92147" y="509757"/>
                  </a:lnTo>
                  <a:lnTo>
                    <a:pt x="92856" y="509757"/>
                  </a:lnTo>
                  <a:lnTo>
                    <a:pt x="92856" y="509509"/>
                  </a:lnTo>
                  <a:lnTo>
                    <a:pt x="92856" y="509261"/>
                  </a:lnTo>
                  <a:lnTo>
                    <a:pt x="92856" y="509014"/>
                  </a:lnTo>
                  <a:lnTo>
                    <a:pt x="92856" y="508766"/>
                  </a:lnTo>
                  <a:lnTo>
                    <a:pt x="92856" y="508518"/>
                  </a:lnTo>
                  <a:lnTo>
                    <a:pt x="92856" y="508270"/>
                  </a:lnTo>
                  <a:lnTo>
                    <a:pt x="93565" y="508270"/>
                  </a:lnTo>
                  <a:lnTo>
                    <a:pt x="93565" y="508022"/>
                  </a:lnTo>
                  <a:lnTo>
                    <a:pt x="93565" y="507774"/>
                  </a:lnTo>
                  <a:lnTo>
                    <a:pt x="93565" y="507526"/>
                  </a:lnTo>
                  <a:lnTo>
                    <a:pt x="93565" y="507278"/>
                  </a:lnTo>
                  <a:lnTo>
                    <a:pt x="93565" y="507030"/>
                  </a:lnTo>
                  <a:lnTo>
                    <a:pt x="93565" y="506782"/>
                  </a:lnTo>
                  <a:lnTo>
                    <a:pt x="93565" y="506534"/>
                  </a:lnTo>
                  <a:lnTo>
                    <a:pt x="93565" y="506286"/>
                  </a:lnTo>
                  <a:lnTo>
                    <a:pt x="93565" y="506038"/>
                  </a:lnTo>
                  <a:lnTo>
                    <a:pt x="93565" y="505790"/>
                  </a:lnTo>
                  <a:lnTo>
                    <a:pt x="93565" y="505542"/>
                  </a:lnTo>
                  <a:lnTo>
                    <a:pt x="93565" y="505294"/>
                  </a:lnTo>
                  <a:lnTo>
                    <a:pt x="93565" y="505047"/>
                  </a:lnTo>
                  <a:lnTo>
                    <a:pt x="93565" y="504799"/>
                  </a:lnTo>
                  <a:lnTo>
                    <a:pt x="93565" y="504551"/>
                  </a:lnTo>
                  <a:lnTo>
                    <a:pt x="93565" y="504303"/>
                  </a:lnTo>
                  <a:lnTo>
                    <a:pt x="93565" y="504055"/>
                  </a:lnTo>
                  <a:lnTo>
                    <a:pt x="93565" y="503807"/>
                  </a:lnTo>
                  <a:lnTo>
                    <a:pt x="93565" y="503559"/>
                  </a:lnTo>
                  <a:lnTo>
                    <a:pt x="93565" y="503311"/>
                  </a:lnTo>
                  <a:lnTo>
                    <a:pt x="93565" y="503063"/>
                  </a:lnTo>
                  <a:lnTo>
                    <a:pt x="93565" y="502815"/>
                  </a:lnTo>
                  <a:lnTo>
                    <a:pt x="93565" y="502567"/>
                  </a:lnTo>
                  <a:lnTo>
                    <a:pt x="93565" y="502319"/>
                  </a:lnTo>
                  <a:lnTo>
                    <a:pt x="93565" y="502071"/>
                  </a:lnTo>
                  <a:lnTo>
                    <a:pt x="93565" y="501823"/>
                  </a:lnTo>
                  <a:lnTo>
                    <a:pt x="93565" y="501575"/>
                  </a:lnTo>
                  <a:lnTo>
                    <a:pt x="93565" y="501328"/>
                  </a:lnTo>
                  <a:lnTo>
                    <a:pt x="93565" y="501080"/>
                  </a:lnTo>
                  <a:lnTo>
                    <a:pt x="93565" y="500832"/>
                  </a:lnTo>
                  <a:lnTo>
                    <a:pt x="93565" y="500584"/>
                  </a:lnTo>
                  <a:lnTo>
                    <a:pt x="93565" y="500336"/>
                  </a:lnTo>
                  <a:lnTo>
                    <a:pt x="93565" y="500088"/>
                  </a:lnTo>
                  <a:lnTo>
                    <a:pt x="93565" y="499840"/>
                  </a:lnTo>
                  <a:lnTo>
                    <a:pt x="93565" y="499592"/>
                  </a:lnTo>
                  <a:lnTo>
                    <a:pt x="93565" y="499344"/>
                  </a:lnTo>
                  <a:lnTo>
                    <a:pt x="93565" y="499096"/>
                  </a:lnTo>
                  <a:lnTo>
                    <a:pt x="93565" y="498848"/>
                  </a:lnTo>
                  <a:lnTo>
                    <a:pt x="94274" y="498848"/>
                  </a:lnTo>
                  <a:lnTo>
                    <a:pt x="94274" y="498600"/>
                  </a:lnTo>
                  <a:lnTo>
                    <a:pt x="94274" y="498352"/>
                  </a:lnTo>
                  <a:lnTo>
                    <a:pt x="94274" y="498104"/>
                  </a:lnTo>
                  <a:lnTo>
                    <a:pt x="94274" y="497856"/>
                  </a:lnTo>
                  <a:lnTo>
                    <a:pt x="94274" y="497608"/>
                  </a:lnTo>
                  <a:lnTo>
                    <a:pt x="94274" y="497361"/>
                  </a:lnTo>
                  <a:lnTo>
                    <a:pt x="94274" y="497113"/>
                  </a:lnTo>
                  <a:lnTo>
                    <a:pt x="94274" y="496865"/>
                  </a:lnTo>
                  <a:lnTo>
                    <a:pt x="94274" y="496617"/>
                  </a:lnTo>
                  <a:lnTo>
                    <a:pt x="94274" y="496369"/>
                  </a:lnTo>
                  <a:lnTo>
                    <a:pt x="94274" y="496121"/>
                  </a:lnTo>
                  <a:lnTo>
                    <a:pt x="94274" y="495873"/>
                  </a:lnTo>
                  <a:lnTo>
                    <a:pt x="94274" y="495625"/>
                  </a:lnTo>
                  <a:lnTo>
                    <a:pt x="94274" y="495377"/>
                  </a:lnTo>
                  <a:lnTo>
                    <a:pt x="94274" y="495129"/>
                  </a:lnTo>
                  <a:lnTo>
                    <a:pt x="94983" y="495129"/>
                  </a:lnTo>
                  <a:lnTo>
                    <a:pt x="94983" y="494881"/>
                  </a:lnTo>
                  <a:lnTo>
                    <a:pt x="94983" y="494633"/>
                  </a:lnTo>
                  <a:lnTo>
                    <a:pt x="94983" y="494385"/>
                  </a:lnTo>
                  <a:lnTo>
                    <a:pt x="94983" y="494137"/>
                  </a:lnTo>
                  <a:lnTo>
                    <a:pt x="94983" y="493889"/>
                  </a:lnTo>
                  <a:lnTo>
                    <a:pt x="94983" y="493641"/>
                  </a:lnTo>
                  <a:lnTo>
                    <a:pt x="94983" y="493394"/>
                  </a:lnTo>
                  <a:lnTo>
                    <a:pt x="94983" y="493146"/>
                  </a:lnTo>
                  <a:lnTo>
                    <a:pt x="94983" y="492898"/>
                  </a:lnTo>
                  <a:lnTo>
                    <a:pt x="94983" y="492650"/>
                  </a:lnTo>
                  <a:lnTo>
                    <a:pt x="94983" y="492402"/>
                  </a:lnTo>
                  <a:lnTo>
                    <a:pt x="94983" y="492154"/>
                  </a:lnTo>
                  <a:lnTo>
                    <a:pt x="94983" y="491906"/>
                  </a:lnTo>
                  <a:lnTo>
                    <a:pt x="94983" y="491658"/>
                  </a:lnTo>
                  <a:lnTo>
                    <a:pt x="95691" y="491658"/>
                  </a:lnTo>
                  <a:lnTo>
                    <a:pt x="95691" y="491410"/>
                  </a:lnTo>
                  <a:lnTo>
                    <a:pt x="95691" y="491162"/>
                  </a:lnTo>
                  <a:lnTo>
                    <a:pt x="95691" y="490914"/>
                  </a:lnTo>
                  <a:lnTo>
                    <a:pt x="95691" y="490666"/>
                  </a:lnTo>
                  <a:lnTo>
                    <a:pt x="95691" y="490418"/>
                  </a:lnTo>
                  <a:lnTo>
                    <a:pt x="95691" y="490170"/>
                  </a:lnTo>
                  <a:lnTo>
                    <a:pt x="95691" y="489922"/>
                  </a:lnTo>
                  <a:lnTo>
                    <a:pt x="96400" y="489922"/>
                  </a:lnTo>
                  <a:lnTo>
                    <a:pt x="97109" y="489922"/>
                  </a:lnTo>
                  <a:lnTo>
                    <a:pt x="97109" y="489674"/>
                  </a:lnTo>
                  <a:lnTo>
                    <a:pt x="97818" y="489674"/>
                  </a:lnTo>
                  <a:lnTo>
                    <a:pt x="97818" y="489427"/>
                  </a:lnTo>
                  <a:lnTo>
                    <a:pt x="98527" y="489427"/>
                  </a:lnTo>
                  <a:lnTo>
                    <a:pt x="98527" y="489179"/>
                  </a:lnTo>
                  <a:lnTo>
                    <a:pt x="98527" y="488931"/>
                  </a:lnTo>
                  <a:lnTo>
                    <a:pt x="98527" y="488683"/>
                  </a:lnTo>
                  <a:lnTo>
                    <a:pt x="98527" y="488435"/>
                  </a:lnTo>
                  <a:lnTo>
                    <a:pt x="98527" y="488187"/>
                  </a:lnTo>
                  <a:lnTo>
                    <a:pt x="98527" y="487939"/>
                  </a:lnTo>
                  <a:lnTo>
                    <a:pt x="98527" y="487691"/>
                  </a:lnTo>
                  <a:lnTo>
                    <a:pt x="98527" y="487443"/>
                  </a:lnTo>
                  <a:lnTo>
                    <a:pt x="98527" y="487195"/>
                  </a:lnTo>
                  <a:lnTo>
                    <a:pt x="99236" y="487195"/>
                  </a:lnTo>
                  <a:lnTo>
                    <a:pt x="99236" y="486947"/>
                  </a:lnTo>
                  <a:lnTo>
                    <a:pt x="99236" y="486699"/>
                  </a:lnTo>
                  <a:lnTo>
                    <a:pt x="99236" y="486451"/>
                  </a:lnTo>
                  <a:lnTo>
                    <a:pt x="99236" y="486203"/>
                  </a:lnTo>
                  <a:lnTo>
                    <a:pt x="99236" y="485955"/>
                  </a:lnTo>
                  <a:lnTo>
                    <a:pt x="99236" y="485707"/>
                  </a:lnTo>
                  <a:lnTo>
                    <a:pt x="99236" y="485460"/>
                  </a:lnTo>
                  <a:lnTo>
                    <a:pt x="99236" y="485212"/>
                  </a:lnTo>
                  <a:lnTo>
                    <a:pt x="99236" y="484964"/>
                  </a:lnTo>
                  <a:lnTo>
                    <a:pt x="99236" y="484716"/>
                  </a:lnTo>
                  <a:lnTo>
                    <a:pt x="99236" y="484468"/>
                  </a:lnTo>
                  <a:lnTo>
                    <a:pt x="99236" y="484220"/>
                  </a:lnTo>
                  <a:lnTo>
                    <a:pt x="99236" y="483972"/>
                  </a:lnTo>
                  <a:lnTo>
                    <a:pt x="99236" y="483724"/>
                  </a:lnTo>
                  <a:lnTo>
                    <a:pt x="99236" y="483476"/>
                  </a:lnTo>
                  <a:lnTo>
                    <a:pt x="99236" y="483228"/>
                  </a:lnTo>
                  <a:lnTo>
                    <a:pt x="99236" y="482980"/>
                  </a:lnTo>
                  <a:lnTo>
                    <a:pt x="99236" y="482732"/>
                  </a:lnTo>
                  <a:lnTo>
                    <a:pt x="99236" y="482484"/>
                  </a:lnTo>
                  <a:lnTo>
                    <a:pt x="99236" y="482236"/>
                  </a:lnTo>
                  <a:lnTo>
                    <a:pt x="99236" y="481988"/>
                  </a:lnTo>
                  <a:lnTo>
                    <a:pt x="99944" y="481988"/>
                  </a:lnTo>
                  <a:lnTo>
                    <a:pt x="99944" y="481741"/>
                  </a:lnTo>
                  <a:lnTo>
                    <a:pt x="99944" y="481493"/>
                  </a:lnTo>
                  <a:lnTo>
                    <a:pt x="99944" y="481245"/>
                  </a:lnTo>
                  <a:lnTo>
                    <a:pt x="99944" y="480997"/>
                  </a:lnTo>
                  <a:lnTo>
                    <a:pt x="99944" y="480749"/>
                  </a:lnTo>
                  <a:lnTo>
                    <a:pt x="99944" y="480501"/>
                  </a:lnTo>
                  <a:lnTo>
                    <a:pt x="99944" y="480253"/>
                  </a:lnTo>
                  <a:lnTo>
                    <a:pt x="99944" y="480005"/>
                  </a:lnTo>
                  <a:lnTo>
                    <a:pt x="99944" y="479757"/>
                  </a:lnTo>
                  <a:lnTo>
                    <a:pt x="100653" y="479757"/>
                  </a:lnTo>
                  <a:lnTo>
                    <a:pt x="101362" y="479757"/>
                  </a:lnTo>
                  <a:lnTo>
                    <a:pt x="101362" y="479509"/>
                  </a:lnTo>
                  <a:lnTo>
                    <a:pt x="101362" y="479261"/>
                  </a:lnTo>
                  <a:lnTo>
                    <a:pt x="101362" y="479013"/>
                  </a:lnTo>
                  <a:lnTo>
                    <a:pt x="101362" y="478765"/>
                  </a:lnTo>
                  <a:lnTo>
                    <a:pt x="101362" y="478517"/>
                  </a:lnTo>
                  <a:lnTo>
                    <a:pt x="101362" y="478269"/>
                  </a:lnTo>
                  <a:lnTo>
                    <a:pt x="102071" y="478269"/>
                  </a:lnTo>
                  <a:lnTo>
                    <a:pt x="102071" y="478021"/>
                  </a:lnTo>
                  <a:lnTo>
                    <a:pt x="102071" y="477774"/>
                  </a:lnTo>
                  <a:lnTo>
                    <a:pt x="102071" y="477526"/>
                  </a:lnTo>
                  <a:lnTo>
                    <a:pt x="102071" y="477278"/>
                  </a:lnTo>
                  <a:lnTo>
                    <a:pt x="102071" y="477030"/>
                  </a:lnTo>
                  <a:lnTo>
                    <a:pt x="102071" y="476782"/>
                  </a:lnTo>
                  <a:lnTo>
                    <a:pt x="102071" y="476534"/>
                  </a:lnTo>
                  <a:lnTo>
                    <a:pt x="102780" y="476534"/>
                  </a:lnTo>
                  <a:lnTo>
                    <a:pt x="102780" y="476286"/>
                  </a:lnTo>
                  <a:lnTo>
                    <a:pt x="102780" y="476038"/>
                  </a:lnTo>
                  <a:lnTo>
                    <a:pt x="102780" y="475790"/>
                  </a:lnTo>
                  <a:lnTo>
                    <a:pt x="102780" y="475542"/>
                  </a:lnTo>
                  <a:lnTo>
                    <a:pt x="102780" y="475294"/>
                  </a:lnTo>
                  <a:lnTo>
                    <a:pt x="102780" y="475046"/>
                  </a:lnTo>
                  <a:lnTo>
                    <a:pt x="102780" y="474798"/>
                  </a:lnTo>
                  <a:lnTo>
                    <a:pt x="102780" y="474550"/>
                  </a:lnTo>
                  <a:lnTo>
                    <a:pt x="102780" y="474302"/>
                  </a:lnTo>
                  <a:lnTo>
                    <a:pt x="102780" y="474054"/>
                  </a:lnTo>
                  <a:lnTo>
                    <a:pt x="103488" y="474054"/>
                  </a:lnTo>
                  <a:lnTo>
                    <a:pt x="103488" y="473807"/>
                  </a:lnTo>
                  <a:lnTo>
                    <a:pt x="103488" y="473559"/>
                  </a:lnTo>
                  <a:lnTo>
                    <a:pt x="103488" y="473311"/>
                  </a:lnTo>
                  <a:lnTo>
                    <a:pt x="103488" y="473063"/>
                  </a:lnTo>
                  <a:lnTo>
                    <a:pt x="103488" y="472815"/>
                  </a:lnTo>
                  <a:lnTo>
                    <a:pt x="103488" y="472567"/>
                  </a:lnTo>
                  <a:lnTo>
                    <a:pt x="103488" y="472319"/>
                  </a:lnTo>
                  <a:lnTo>
                    <a:pt x="103488" y="472071"/>
                  </a:lnTo>
                  <a:lnTo>
                    <a:pt x="103488" y="471823"/>
                  </a:lnTo>
                  <a:lnTo>
                    <a:pt x="103488" y="471575"/>
                  </a:lnTo>
                  <a:lnTo>
                    <a:pt x="103488" y="471327"/>
                  </a:lnTo>
                  <a:lnTo>
                    <a:pt x="103488" y="471079"/>
                  </a:lnTo>
                  <a:lnTo>
                    <a:pt x="103488" y="470831"/>
                  </a:lnTo>
                  <a:lnTo>
                    <a:pt x="103488" y="470583"/>
                  </a:lnTo>
                  <a:lnTo>
                    <a:pt x="103488" y="470335"/>
                  </a:lnTo>
                  <a:lnTo>
                    <a:pt x="103488" y="470087"/>
                  </a:lnTo>
                  <a:lnTo>
                    <a:pt x="103488" y="469840"/>
                  </a:lnTo>
                  <a:lnTo>
                    <a:pt x="104197" y="469840"/>
                  </a:lnTo>
                  <a:lnTo>
                    <a:pt x="104197" y="469592"/>
                  </a:lnTo>
                  <a:lnTo>
                    <a:pt x="104197" y="469344"/>
                  </a:lnTo>
                  <a:lnTo>
                    <a:pt x="104197" y="469096"/>
                  </a:lnTo>
                  <a:lnTo>
                    <a:pt x="104197" y="468848"/>
                  </a:lnTo>
                  <a:lnTo>
                    <a:pt x="104197" y="468600"/>
                  </a:lnTo>
                  <a:lnTo>
                    <a:pt x="104197" y="468352"/>
                  </a:lnTo>
                  <a:lnTo>
                    <a:pt x="104197" y="468104"/>
                  </a:lnTo>
                  <a:lnTo>
                    <a:pt x="104197" y="467856"/>
                  </a:lnTo>
                  <a:lnTo>
                    <a:pt x="104197" y="467608"/>
                  </a:lnTo>
                  <a:lnTo>
                    <a:pt x="104906" y="467608"/>
                  </a:lnTo>
                  <a:lnTo>
                    <a:pt x="104906" y="467360"/>
                  </a:lnTo>
                  <a:lnTo>
                    <a:pt x="104906" y="467112"/>
                  </a:lnTo>
                  <a:lnTo>
                    <a:pt x="104906" y="466864"/>
                  </a:lnTo>
                  <a:lnTo>
                    <a:pt x="104906" y="466616"/>
                  </a:lnTo>
                  <a:lnTo>
                    <a:pt x="104906" y="466368"/>
                  </a:lnTo>
                  <a:lnTo>
                    <a:pt x="104906" y="466120"/>
                  </a:lnTo>
                  <a:lnTo>
                    <a:pt x="104906" y="465873"/>
                  </a:lnTo>
                  <a:lnTo>
                    <a:pt x="104906" y="465625"/>
                  </a:lnTo>
                  <a:lnTo>
                    <a:pt x="104906" y="465377"/>
                  </a:lnTo>
                  <a:lnTo>
                    <a:pt x="105615" y="465377"/>
                  </a:lnTo>
                  <a:lnTo>
                    <a:pt x="105615" y="465129"/>
                  </a:lnTo>
                  <a:lnTo>
                    <a:pt x="105615" y="464881"/>
                  </a:lnTo>
                  <a:lnTo>
                    <a:pt x="105615" y="464633"/>
                  </a:lnTo>
                  <a:lnTo>
                    <a:pt x="106324" y="464633"/>
                  </a:lnTo>
                  <a:lnTo>
                    <a:pt x="106324" y="464385"/>
                  </a:lnTo>
                  <a:lnTo>
                    <a:pt x="106324" y="464137"/>
                  </a:lnTo>
                  <a:lnTo>
                    <a:pt x="106324" y="463889"/>
                  </a:lnTo>
                  <a:lnTo>
                    <a:pt x="106324" y="463641"/>
                  </a:lnTo>
                  <a:lnTo>
                    <a:pt x="106324" y="463393"/>
                  </a:lnTo>
                  <a:lnTo>
                    <a:pt x="106324" y="463145"/>
                  </a:lnTo>
                  <a:lnTo>
                    <a:pt x="107033" y="463145"/>
                  </a:lnTo>
                  <a:lnTo>
                    <a:pt x="107033" y="462897"/>
                  </a:lnTo>
                  <a:lnTo>
                    <a:pt x="107033" y="462649"/>
                  </a:lnTo>
                  <a:lnTo>
                    <a:pt x="107033" y="462401"/>
                  </a:lnTo>
                  <a:lnTo>
                    <a:pt x="107741" y="462401"/>
                  </a:lnTo>
                  <a:lnTo>
                    <a:pt x="107741" y="462154"/>
                  </a:lnTo>
                  <a:lnTo>
                    <a:pt x="107741" y="461906"/>
                  </a:lnTo>
                  <a:lnTo>
                    <a:pt x="107741" y="461658"/>
                  </a:lnTo>
                  <a:lnTo>
                    <a:pt x="107741" y="461410"/>
                  </a:lnTo>
                  <a:lnTo>
                    <a:pt x="107741" y="461162"/>
                  </a:lnTo>
                  <a:lnTo>
                    <a:pt x="107741" y="460914"/>
                  </a:lnTo>
                  <a:lnTo>
                    <a:pt x="107741" y="460666"/>
                  </a:lnTo>
                  <a:lnTo>
                    <a:pt x="108450" y="460666"/>
                  </a:lnTo>
                  <a:lnTo>
                    <a:pt x="108450" y="460418"/>
                  </a:lnTo>
                  <a:lnTo>
                    <a:pt x="108450" y="460170"/>
                  </a:lnTo>
                  <a:lnTo>
                    <a:pt x="108450" y="459922"/>
                  </a:lnTo>
                  <a:lnTo>
                    <a:pt x="108450" y="459674"/>
                  </a:lnTo>
                  <a:lnTo>
                    <a:pt x="108450" y="459426"/>
                  </a:lnTo>
                  <a:lnTo>
                    <a:pt x="108450" y="459178"/>
                  </a:lnTo>
                  <a:lnTo>
                    <a:pt x="108450" y="458930"/>
                  </a:lnTo>
                  <a:lnTo>
                    <a:pt x="108450" y="458682"/>
                  </a:lnTo>
                  <a:lnTo>
                    <a:pt x="108450" y="458434"/>
                  </a:lnTo>
                  <a:lnTo>
                    <a:pt x="108450" y="458187"/>
                  </a:lnTo>
                  <a:lnTo>
                    <a:pt x="109159" y="458187"/>
                  </a:lnTo>
                  <a:lnTo>
                    <a:pt x="109159" y="457939"/>
                  </a:lnTo>
                  <a:lnTo>
                    <a:pt x="109159" y="457691"/>
                  </a:lnTo>
                  <a:lnTo>
                    <a:pt x="109159" y="457443"/>
                  </a:lnTo>
                  <a:lnTo>
                    <a:pt x="109159" y="457195"/>
                  </a:lnTo>
                  <a:lnTo>
                    <a:pt x="109159" y="456947"/>
                  </a:lnTo>
                  <a:lnTo>
                    <a:pt x="109159" y="456699"/>
                  </a:lnTo>
                  <a:lnTo>
                    <a:pt x="109159" y="456451"/>
                  </a:lnTo>
                  <a:lnTo>
                    <a:pt x="109159" y="456203"/>
                  </a:lnTo>
                  <a:lnTo>
                    <a:pt x="109159" y="455955"/>
                  </a:lnTo>
                  <a:lnTo>
                    <a:pt x="109159" y="455707"/>
                  </a:lnTo>
                  <a:lnTo>
                    <a:pt x="109159" y="455459"/>
                  </a:lnTo>
                  <a:lnTo>
                    <a:pt x="109159" y="455211"/>
                  </a:lnTo>
                  <a:lnTo>
                    <a:pt x="109159" y="454963"/>
                  </a:lnTo>
                  <a:lnTo>
                    <a:pt x="109159" y="454715"/>
                  </a:lnTo>
                  <a:lnTo>
                    <a:pt x="109159" y="454467"/>
                  </a:lnTo>
                  <a:lnTo>
                    <a:pt x="109159" y="454220"/>
                  </a:lnTo>
                  <a:lnTo>
                    <a:pt x="109159" y="453972"/>
                  </a:lnTo>
                  <a:lnTo>
                    <a:pt x="109159" y="453724"/>
                  </a:lnTo>
                  <a:lnTo>
                    <a:pt x="109159" y="453476"/>
                  </a:lnTo>
                  <a:lnTo>
                    <a:pt x="109159" y="453228"/>
                  </a:lnTo>
                  <a:lnTo>
                    <a:pt x="109159" y="452980"/>
                  </a:lnTo>
                  <a:lnTo>
                    <a:pt x="109159" y="452732"/>
                  </a:lnTo>
                  <a:lnTo>
                    <a:pt x="109159" y="452484"/>
                  </a:lnTo>
                  <a:lnTo>
                    <a:pt x="109159" y="452236"/>
                  </a:lnTo>
                  <a:lnTo>
                    <a:pt x="109159" y="451988"/>
                  </a:lnTo>
                  <a:lnTo>
                    <a:pt x="109159" y="451740"/>
                  </a:lnTo>
                  <a:lnTo>
                    <a:pt x="109868" y="451740"/>
                  </a:lnTo>
                  <a:lnTo>
                    <a:pt x="109868" y="451492"/>
                  </a:lnTo>
                  <a:lnTo>
                    <a:pt x="109868" y="451244"/>
                  </a:lnTo>
                  <a:lnTo>
                    <a:pt x="110577" y="451244"/>
                  </a:lnTo>
                  <a:lnTo>
                    <a:pt x="110577" y="450996"/>
                  </a:lnTo>
                  <a:lnTo>
                    <a:pt x="110577" y="450748"/>
                  </a:lnTo>
                  <a:lnTo>
                    <a:pt x="111286" y="450748"/>
                  </a:lnTo>
                  <a:lnTo>
                    <a:pt x="111286" y="450500"/>
                  </a:lnTo>
                  <a:lnTo>
                    <a:pt x="111286" y="450253"/>
                  </a:lnTo>
                  <a:lnTo>
                    <a:pt x="111286" y="450005"/>
                  </a:lnTo>
                  <a:lnTo>
                    <a:pt x="111286" y="449757"/>
                  </a:lnTo>
                  <a:lnTo>
                    <a:pt x="111286" y="449509"/>
                  </a:lnTo>
                  <a:lnTo>
                    <a:pt x="111286" y="449261"/>
                  </a:lnTo>
                  <a:lnTo>
                    <a:pt x="111994" y="449261"/>
                  </a:lnTo>
                  <a:lnTo>
                    <a:pt x="111994" y="449013"/>
                  </a:lnTo>
                  <a:lnTo>
                    <a:pt x="111994" y="448765"/>
                  </a:lnTo>
                  <a:lnTo>
                    <a:pt x="111994" y="448517"/>
                  </a:lnTo>
                  <a:lnTo>
                    <a:pt x="111994" y="448269"/>
                  </a:lnTo>
                  <a:lnTo>
                    <a:pt x="112703" y="448269"/>
                  </a:lnTo>
                  <a:lnTo>
                    <a:pt x="112703" y="448021"/>
                  </a:lnTo>
                  <a:lnTo>
                    <a:pt x="112703" y="447773"/>
                  </a:lnTo>
                  <a:lnTo>
                    <a:pt x="113412" y="447773"/>
                  </a:lnTo>
                  <a:lnTo>
                    <a:pt x="113412" y="447525"/>
                  </a:lnTo>
                  <a:lnTo>
                    <a:pt x="113412" y="447277"/>
                  </a:lnTo>
                  <a:lnTo>
                    <a:pt x="113412" y="447029"/>
                  </a:lnTo>
                  <a:lnTo>
                    <a:pt x="114121" y="447029"/>
                  </a:lnTo>
                  <a:lnTo>
                    <a:pt x="114121" y="446781"/>
                  </a:lnTo>
                  <a:lnTo>
                    <a:pt x="114121" y="446533"/>
                  </a:lnTo>
                  <a:lnTo>
                    <a:pt x="114121" y="446286"/>
                  </a:lnTo>
                  <a:lnTo>
                    <a:pt x="114121" y="446038"/>
                  </a:lnTo>
                  <a:lnTo>
                    <a:pt x="114121" y="445790"/>
                  </a:lnTo>
                  <a:lnTo>
                    <a:pt x="114121" y="445542"/>
                  </a:lnTo>
                  <a:lnTo>
                    <a:pt x="114121" y="445294"/>
                  </a:lnTo>
                  <a:lnTo>
                    <a:pt x="114121" y="445046"/>
                  </a:lnTo>
                  <a:lnTo>
                    <a:pt x="114121" y="444798"/>
                  </a:lnTo>
                  <a:lnTo>
                    <a:pt x="114121" y="444550"/>
                  </a:lnTo>
                  <a:lnTo>
                    <a:pt x="114121" y="444302"/>
                  </a:lnTo>
                  <a:lnTo>
                    <a:pt x="114121" y="444054"/>
                  </a:lnTo>
                  <a:lnTo>
                    <a:pt x="114121" y="443806"/>
                  </a:lnTo>
                  <a:lnTo>
                    <a:pt x="114121" y="443558"/>
                  </a:lnTo>
                  <a:lnTo>
                    <a:pt x="114121" y="443310"/>
                  </a:lnTo>
                  <a:lnTo>
                    <a:pt x="114121" y="443062"/>
                  </a:lnTo>
                  <a:lnTo>
                    <a:pt x="114830" y="443062"/>
                  </a:lnTo>
                  <a:lnTo>
                    <a:pt x="114830" y="442814"/>
                  </a:lnTo>
                  <a:lnTo>
                    <a:pt x="114830" y="442567"/>
                  </a:lnTo>
                  <a:lnTo>
                    <a:pt x="115539" y="442567"/>
                  </a:lnTo>
                  <a:lnTo>
                    <a:pt x="115539" y="442319"/>
                  </a:lnTo>
                  <a:lnTo>
                    <a:pt x="116247" y="442319"/>
                  </a:lnTo>
                  <a:lnTo>
                    <a:pt x="116247" y="442071"/>
                  </a:lnTo>
                  <a:lnTo>
                    <a:pt x="116247" y="441823"/>
                  </a:lnTo>
                  <a:lnTo>
                    <a:pt x="116247" y="441575"/>
                  </a:lnTo>
                  <a:lnTo>
                    <a:pt x="116247" y="441327"/>
                  </a:lnTo>
                  <a:lnTo>
                    <a:pt x="116247" y="441079"/>
                  </a:lnTo>
                  <a:lnTo>
                    <a:pt x="116956" y="441079"/>
                  </a:lnTo>
                  <a:lnTo>
                    <a:pt x="117665" y="441079"/>
                  </a:lnTo>
                  <a:lnTo>
                    <a:pt x="117665" y="440831"/>
                  </a:lnTo>
                  <a:lnTo>
                    <a:pt x="117665" y="440583"/>
                  </a:lnTo>
                  <a:lnTo>
                    <a:pt x="118374" y="440583"/>
                  </a:lnTo>
                  <a:lnTo>
                    <a:pt x="118374" y="440335"/>
                  </a:lnTo>
                  <a:lnTo>
                    <a:pt x="118374" y="440087"/>
                  </a:lnTo>
                  <a:lnTo>
                    <a:pt x="118374" y="439839"/>
                  </a:lnTo>
                  <a:lnTo>
                    <a:pt x="118374" y="439591"/>
                  </a:lnTo>
                  <a:lnTo>
                    <a:pt x="118374" y="439343"/>
                  </a:lnTo>
                  <a:lnTo>
                    <a:pt x="118374" y="439095"/>
                  </a:lnTo>
                  <a:lnTo>
                    <a:pt x="118374" y="438847"/>
                  </a:lnTo>
                  <a:lnTo>
                    <a:pt x="119083" y="438847"/>
                  </a:lnTo>
                  <a:lnTo>
                    <a:pt x="119083" y="438600"/>
                  </a:lnTo>
                  <a:lnTo>
                    <a:pt x="119083" y="438352"/>
                  </a:lnTo>
                  <a:lnTo>
                    <a:pt x="119083" y="438104"/>
                  </a:lnTo>
                  <a:lnTo>
                    <a:pt x="119083" y="437856"/>
                  </a:lnTo>
                  <a:lnTo>
                    <a:pt x="119083" y="437608"/>
                  </a:lnTo>
                  <a:lnTo>
                    <a:pt x="119083" y="437360"/>
                  </a:lnTo>
                  <a:lnTo>
                    <a:pt x="119083" y="437112"/>
                  </a:lnTo>
                  <a:lnTo>
                    <a:pt x="119083" y="436864"/>
                  </a:lnTo>
                  <a:lnTo>
                    <a:pt x="119083" y="436616"/>
                  </a:lnTo>
                  <a:lnTo>
                    <a:pt x="119792" y="436616"/>
                  </a:lnTo>
                  <a:lnTo>
                    <a:pt x="120500" y="436616"/>
                  </a:lnTo>
                  <a:lnTo>
                    <a:pt x="120500" y="436368"/>
                  </a:lnTo>
                  <a:lnTo>
                    <a:pt x="120500" y="436120"/>
                  </a:lnTo>
                  <a:lnTo>
                    <a:pt x="120500" y="435872"/>
                  </a:lnTo>
                  <a:lnTo>
                    <a:pt x="120500" y="435624"/>
                  </a:lnTo>
                  <a:lnTo>
                    <a:pt x="120500" y="435376"/>
                  </a:lnTo>
                  <a:lnTo>
                    <a:pt x="120500" y="435128"/>
                  </a:lnTo>
                  <a:lnTo>
                    <a:pt x="120500" y="434880"/>
                  </a:lnTo>
                  <a:lnTo>
                    <a:pt x="120500" y="434633"/>
                  </a:lnTo>
                  <a:lnTo>
                    <a:pt x="120500" y="434385"/>
                  </a:lnTo>
                  <a:lnTo>
                    <a:pt x="120500" y="434137"/>
                  </a:lnTo>
                  <a:lnTo>
                    <a:pt x="120500" y="433889"/>
                  </a:lnTo>
                  <a:lnTo>
                    <a:pt x="121209" y="433889"/>
                  </a:lnTo>
                  <a:lnTo>
                    <a:pt x="121209" y="433641"/>
                  </a:lnTo>
                  <a:lnTo>
                    <a:pt x="121209" y="433393"/>
                  </a:lnTo>
                  <a:lnTo>
                    <a:pt x="121209" y="433145"/>
                  </a:lnTo>
                  <a:lnTo>
                    <a:pt x="121209" y="432897"/>
                  </a:lnTo>
                  <a:lnTo>
                    <a:pt x="121209" y="432649"/>
                  </a:lnTo>
                  <a:lnTo>
                    <a:pt x="121209" y="432401"/>
                  </a:lnTo>
                  <a:lnTo>
                    <a:pt x="121209" y="432153"/>
                  </a:lnTo>
                  <a:lnTo>
                    <a:pt x="121209" y="431905"/>
                  </a:lnTo>
                  <a:lnTo>
                    <a:pt x="121918" y="431905"/>
                  </a:lnTo>
                  <a:lnTo>
                    <a:pt x="121918" y="431657"/>
                  </a:lnTo>
                  <a:lnTo>
                    <a:pt x="121918" y="431409"/>
                  </a:lnTo>
                  <a:lnTo>
                    <a:pt x="122627" y="431409"/>
                  </a:lnTo>
                  <a:lnTo>
                    <a:pt x="122627" y="431161"/>
                  </a:lnTo>
                  <a:lnTo>
                    <a:pt x="122627" y="430913"/>
                  </a:lnTo>
                  <a:lnTo>
                    <a:pt x="122627" y="430666"/>
                  </a:lnTo>
                  <a:lnTo>
                    <a:pt x="122627" y="430418"/>
                  </a:lnTo>
                  <a:lnTo>
                    <a:pt x="122627" y="430170"/>
                  </a:lnTo>
                  <a:lnTo>
                    <a:pt x="122627" y="429922"/>
                  </a:lnTo>
                  <a:lnTo>
                    <a:pt x="122627" y="429674"/>
                  </a:lnTo>
                  <a:lnTo>
                    <a:pt x="122627" y="429426"/>
                  </a:lnTo>
                  <a:lnTo>
                    <a:pt x="122627" y="429178"/>
                  </a:lnTo>
                  <a:lnTo>
                    <a:pt x="122627" y="428930"/>
                  </a:lnTo>
                  <a:lnTo>
                    <a:pt x="123336" y="428930"/>
                  </a:lnTo>
                  <a:lnTo>
                    <a:pt x="123336" y="428682"/>
                  </a:lnTo>
                  <a:lnTo>
                    <a:pt x="123336" y="428434"/>
                  </a:lnTo>
                  <a:lnTo>
                    <a:pt x="123336" y="428186"/>
                  </a:lnTo>
                  <a:lnTo>
                    <a:pt x="123336" y="427938"/>
                  </a:lnTo>
                  <a:lnTo>
                    <a:pt x="123336" y="427690"/>
                  </a:lnTo>
                  <a:lnTo>
                    <a:pt x="123336" y="427442"/>
                  </a:lnTo>
                  <a:lnTo>
                    <a:pt x="124045" y="427442"/>
                  </a:lnTo>
                  <a:lnTo>
                    <a:pt x="124753" y="427442"/>
                  </a:lnTo>
                  <a:lnTo>
                    <a:pt x="124753" y="427194"/>
                  </a:lnTo>
                  <a:lnTo>
                    <a:pt x="124753" y="426946"/>
                  </a:lnTo>
                  <a:lnTo>
                    <a:pt x="124753" y="426699"/>
                  </a:lnTo>
                  <a:lnTo>
                    <a:pt x="124753" y="426451"/>
                  </a:lnTo>
                  <a:lnTo>
                    <a:pt x="124753" y="426203"/>
                  </a:lnTo>
                  <a:lnTo>
                    <a:pt x="124753" y="425955"/>
                  </a:lnTo>
                  <a:lnTo>
                    <a:pt x="124753" y="425707"/>
                  </a:lnTo>
                  <a:lnTo>
                    <a:pt x="124753" y="425459"/>
                  </a:lnTo>
                  <a:lnTo>
                    <a:pt x="124753" y="425211"/>
                  </a:lnTo>
                  <a:lnTo>
                    <a:pt x="124753" y="424963"/>
                  </a:lnTo>
                  <a:lnTo>
                    <a:pt x="124753" y="424715"/>
                  </a:lnTo>
                  <a:lnTo>
                    <a:pt x="124753" y="424467"/>
                  </a:lnTo>
                  <a:lnTo>
                    <a:pt x="124753" y="424219"/>
                  </a:lnTo>
                  <a:lnTo>
                    <a:pt x="125462" y="424219"/>
                  </a:lnTo>
                  <a:lnTo>
                    <a:pt x="125462" y="423971"/>
                  </a:lnTo>
                  <a:lnTo>
                    <a:pt x="125462" y="423723"/>
                  </a:lnTo>
                  <a:lnTo>
                    <a:pt x="125462" y="423475"/>
                  </a:lnTo>
                  <a:lnTo>
                    <a:pt x="125462" y="423227"/>
                  </a:lnTo>
                  <a:lnTo>
                    <a:pt x="125462" y="422980"/>
                  </a:lnTo>
                  <a:lnTo>
                    <a:pt x="125462" y="422732"/>
                  </a:lnTo>
                  <a:lnTo>
                    <a:pt x="125462" y="422484"/>
                  </a:lnTo>
                  <a:lnTo>
                    <a:pt x="125462" y="422236"/>
                  </a:lnTo>
                  <a:lnTo>
                    <a:pt x="125462" y="421988"/>
                  </a:lnTo>
                  <a:lnTo>
                    <a:pt x="125462" y="421740"/>
                  </a:lnTo>
                  <a:lnTo>
                    <a:pt x="125462" y="421492"/>
                  </a:lnTo>
                  <a:lnTo>
                    <a:pt x="126171" y="421492"/>
                  </a:lnTo>
                  <a:lnTo>
                    <a:pt x="126171" y="421244"/>
                  </a:lnTo>
                  <a:lnTo>
                    <a:pt x="126171" y="420996"/>
                  </a:lnTo>
                  <a:lnTo>
                    <a:pt x="126171" y="420748"/>
                  </a:lnTo>
                  <a:lnTo>
                    <a:pt x="126171" y="420500"/>
                  </a:lnTo>
                  <a:lnTo>
                    <a:pt x="126880" y="420500"/>
                  </a:lnTo>
                  <a:lnTo>
                    <a:pt x="126880" y="420252"/>
                  </a:lnTo>
                  <a:lnTo>
                    <a:pt x="126880" y="420004"/>
                  </a:lnTo>
                  <a:lnTo>
                    <a:pt x="126880" y="419756"/>
                  </a:lnTo>
                  <a:lnTo>
                    <a:pt x="126880" y="419508"/>
                  </a:lnTo>
                  <a:lnTo>
                    <a:pt x="126880" y="419260"/>
                  </a:lnTo>
                  <a:lnTo>
                    <a:pt x="126880" y="419013"/>
                  </a:lnTo>
                  <a:lnTo>
                    <a:pt x="126880" y="418765"/>
                  </a:lnTo>
                  <a:lnTo>
                    <a:pt x="126880" y="418517"/>
                  </a:lnTo>
                  <a:lnTo>
                    <a:pt x="126880" y="418269"/>
                  </a:lnTo>
                  <a:lnTo>
                    <a:pt x="126880" y="418021"/>
                  </a:lnTo>
                  <a:lnTo>
                    <a:pt x="127589" y="418021"/>
                  </a:lnTo>
                  <a:lnTo>
                    <a:pt x="128297" y="418021"/>
                  </a:lnTo>
                  <a:lnTo>
                    <a:pt x="128297" y="417773"/>
                  </a:lnTo>
                  <a:lnTo>
                    <a:pt x="128297" y="417525"/>
                  </a:lnTo>
                  <a:lnTo>
                    <a:pt x="128297" y="417277"/>
                  </a:lnTo>
                  <a:lnTo>
                    <a:pt x="128297" y="417029"/>
                  </a:lnTo>
                  <a:lnTo>
                    <a:pt x="128297" y="416781"/>
                  </a:lnTo>
                  <a:lnTo>
                    <a:pt x="128297" y="416533"/>
                  </a:lnTo>
                  <a:lnTo>
                    <a:pt x="128297" y="416285"/>
                  </a:lnTo>
                  <a:lnTo>
                    <a:pt x="128297" y="416037"/>
                  </a:lnTo>
                  <a:lnTo>
                    <a:pt x="128297" y="415789"/>
                  </a:lnTo>
                  <a:lnTo>
                    <a:pt x="128297" y="415541"/>
                  </a:lnTo>
                  <a:lnTo>
                    <a:pt x="128297" y="415293"/>
                  </a:lnTo>
                  <a:lnTo>
                    <a:pt x="128297" y="415046"/>
                  </a:lnTo>
                  <a:lnTo>
                    <a:pt x="128297" y="414798"/>
                  </a:lnTo>
                  <a:lnTo>
                    <a:pt x="128297" y="414550"/>
                  </a:lnTo>
                  <a:lnTo>
                    <a:pt x="128297" y="414302"/>
                  </a:lnTo>
                  <a:lnTo>
                    <a:pt x="128297" y="414054"/>
                  </a:lnTo>
                  <a:lnTo>
                    <a:pt x="129006" y="414054"/>
                  </a:lnTo>
                  <a:lnTo>
                    <a:pt x="129715" y="414054"/>
                  </a:lnTo>
                  <a:lnTo>
                    <a:pt x="129715" y="413806"/>
                  </a:lnTo>
                  <a:lnTo>
                    <a:pt x="130424" y="413806"/>
                  </a:lnTo>
                  <a:lnTo>
                    <a:pt x="130424" y="413558"/>
                  </a:lnTo>
                  <a:lnTo>
                    <a:pt x="130424" y="413310"/>
                  </a:lnTo>
                  <a:lnTo>
                    <a:pt x="130424" y="413062"/>
                  </a:lnTo>
                  <a:lnTo>
                    <a:pt x="130424" y="412814"/>
                  </a:lnTo>
                  <a:lnTo>
                    <a:pt x="131133" y="412814"/>
                  </a:lnTo>
                  <a:lnTo>
                    <a:pt x="131133" y="412566"/>
                  </a:lnTo>
                  <a:lnTo>
                    <a:pt x="131842" y="412566"/>
                  </a:lnTo>
                  <a:lnTo>
                    <a:pt x="131842" y="412318"/>
                  </a:lnTo>
                  <a:lnTo>
                    <a:pt x="131842" y="412070"/>
                  </a:lnTo>
                  <a:lnTo>
                    <a:pt x="131842" y="411822"/>
                  </a:lnTo>
                  <a:lnTo>
                    <a:pt x="132550" y="411822"/>
                  </a:lnTo>
                  <a:lnTo>
                    <a:pt x="132550" y="411574"/>
                  </a:lnTo>
                  <a:lnTo>
                    <a:pt x="132550" y="411326"/>
                  </a:lnTo>
                  <a:lnTo>
                    <a:pt x="132550" y="411079"/>
                  </a:lnTo>
                  <a:lnTo>
                    <a:pt x="132550" y="410831"/>
                  </a:lnTo>
                  <a:lnTo>
                    <a:pt x="133259" y="410831"/>
                  </a:lnTo>
                  <a:lnTo>
                    <a:pt x="133968" y="410831"/>
                  </a:lnTo>
                  <a:lnTo>
                    <a:pt x="133968" y="410583"/>
                  </a:lnTo>
                  <a:lnTo>
                    <a:pt x="134677" y="410583"/>
                  </a:lnTo>
                  <a:lnTo>
                    <a:pt x="134677" y="410335"/>
                  </a:lnTo>
                  <a:lnTo>
                    <a:pt x="135386" y="410335"/>
                  </a:lnTo>
                  <a:lnTo>
                    <a:pt x="135386" y="410087"/>
                  </a:lnTo>
                  <a:lnTo>
                    <a:pt x="135386" y="409839"/>
                  </a:lnTo>
                  <a:lnTo>
                    <a:pt x="136095" y="409839"/>
                  </a:lnTo>
                  <a:lnTo>
                    <a:pt x="136095" y="409591"/>
                  </a:lnTo>
                  <a:lnTo>
                    <a:pt x="136803" y="409591"/>
                  </a:lnTo>
                  <a:lnTo>
                    <a:pt x="137512" y="409591"/>
                  </a:lnTo>
                  <a:lnTo>
                    <a:pt x="137512" y="409343"/>
                  </a:lnTo>
                  <a:lnTo>
                    <a:pt x="137512" y="409095"/>
                  </a:lnTo>
                  <a:lnTo>
                    <a:pt x="137512" y="408847"/>
                  </a:lnTo>
                  <a:lnTo>
                    <a:pt x="137512" y="408599"/>
                  </a:lnTo>
                  <a:lnTo>
                    <a:pt x="137512" y="408351"/>
                  </a:lnTo>
                  <a:lnTo>
                    <a:pt x="137512" y="408103"/>
                  </a:lnTo>
                  <a:lnTo>
                    <a:pt x="137512" y="407855"/>
                  </a:lnTo>
                  <a:lnTo>
                    <a:pt x="137512" y="407607"/>
                  </a:lnTo>
                  <a:lnTo>
                    <a:pt x="138221" y="407607"/>
                  </a:lnTo>
                  <a:lnTo>
                    <a:pt x="138930" y="407607"/>
                  </a:lnTo>
                  <a:lnTo>
                    <a:pt x="138930" y="407359"/>
                  </a:lnTo>
                  <a:lnTo>
                    <a:pt x="138930" y="407112"/>
                  </a:lnTo>
                  <a:lnTo>
                    <a:pt x="138930" y="406864"/>
                  </a:lnTo>
                  <a:lnTo>
                    <a:pt x="138930" y="406616"/>
                  </a:lnTo>
                  <a:lnTo>
                    <a:pt x="138930" y="406368"/>
                  </a:lnTo>
                  <a:lnTo>
                    <a:pt x="138930" y="406120"/>
                  </a:lnTo>
                  <a:lnTo>
                    <a:pt x="138930" y="405872"/>
                  </a:lnTo>
                  <a:lnTo>
                    <a:pt x="139639" y="405872"/>
                  </a:lnTo>
                  <a:lnTo>
                    <a:pt x="139639" y="405624"/>
                  </a:lnTo>
                  <a:lnTo>
                    <a:pt x="139639" y="405376"/>
                  </a:lnTo>
                  <a:lnTo>
                    <a:pt x="139639" y="405128"/>
                  </a:lnTo>
                  <a:lnTo>
                    <a:pt x="139639" y="404880"/>
                  </a:lnTo>
                  <a:lnTo>
                    <a:pt x="139639" y="404632"/>
                  </a:lnTo>
                  <a:lnTo>
                    <a:pt x="140348" y="404632"/>
                  </a:lnTo>
                  <a:lnTo>
                    <a:pt x="140348" y="404384"/>
                  </a:lnTo>
                  <a:lnTo>
                    <a:pt x="140348" y="404136"/>
                  </a:lnTo>
                  <a:lnTo>
                    <a:pt x="140348" y="403888"/>
                  </a:lnTo>
                  <a:lnTo>
                    <a:pt x="140348" y="403640"/>
                  </a:lnTo>
                  <a:lnTo>
                    <a:pt x="140348" y="403393"/>
                  </a:lnTo>
                  <a:lnTo>
                    <a:pt x="141056" y="403393"/>
                  </a:lnTo>
                  <a:lnTo>
                    <a:pt x="141056" y="403145"/>
                  </a:lnTo>
                  <a:lnTo>
                    <a:pt x="141056" y="402897"/>
                  </a:lnTo>
                  <a:lnTo>
                    <a:pt x="141765" y="402897"/>
                  </a:lnTo>
                  <a:lnTo>
                    <a:pt x="141765" y="402649"/>
                  </a:lnTo>
                  <a:lnTo>
                    <a:pt x="141765" y="402401"/>
                  </a:lnTo>
                  <a:lnTo>
                    <a:pt x="141765" y="402153"/>
                  </a:lnTo>
                  <a:lnTo>
                    <a:pt x="141765" y="401905"/>
                  </a:lnTo>
                  <a:lnTo>
                    <a:pt x="141765" y="401657"/>
                  </a:lnTo>
                  <a:lnTo>
                    <a:pt x="141765" y="401409"/>
                  </a:lnTo>
                  <a:lnTo>
                    <a:pt x="141765" y="401161"/>
                  </a:lnTo>
                  <a:lnTo>
                    <a:pt x="141765" y="400913"/>
                  </a:lnTo>
                  <a:lnTo>
                    <a:pt x="141765" y="400665"/>
                  </a:lnTo>
                  <a:lnTo>
                    <a:pt x="141765" y="400417"/>
                  </a:lnTo>
                  <a:lnTo>
                    <a:pt x="141765" y="400169"/>
                  </a:lnTo>
                  <a:lnTo>
                    <a:pt x="141765" y="399921"/>
                  </a:lnTo>
                  <a:lnTo>
                    <a:pt x="141765" y="399673"/>
                  </a:lnTo>
                  <a:lnTo>
                    <a:pt x="141765" y="399426"/>
                  </a:lnTo>
                  <a:lnTo>
                    <a:pt x="142474" y="399426"/>
                  </a:lnTo>
                  <a:lnTo>
                    <a:pt x="143183" y="399426"/>
                  </a:lnTo>
                  <a:lnTo>
                    <a:pt x="143183" y="399178"/>
                  </a:lnTo>
                  <a:lnTo>
                    <a:pt x="143892" y="399178"/>
                  </a:lnTo>
                  <a:lnTo>
                    <a:pt x="143892" y="398930"/>
                  </a:lnTo>
                  <a:lnTo>
                    <a:pt x="143892" y="398682"/>
                  </a:lnTo>
                  <a:lnTo>
                    <a:pt x="143892" y="398434"/>
                  </a:lnTo>
                  <a:lnTo>
                    <a:pt x="143892" y="398186"/>
                  </a:lnTo>
                  <a:lnTo>
                    <a:pt x="143892" y="397938"/>
                  </a:lnTo>
                  <a:lnTo>
                    <a:pt x="143892" y="397690"/>
                  </a:lnTo>
                  <a:lnTo>
                    <a:pt x="144601" y="397690"/>
                  </a:lnTo>
                  <a:lnTo>
                    <a:pt x="144601" y="397442"/>
                  </a:lnTo>
                  <a:lnTo>
                    <a:pt x="145309" y="397442"/>
                  </a:lnTo>
                  <a:lnTo>
                    <a:pt x="145309" y="397194"/>
                  </a:lnTo>
                  <a:lnTo>
                    <a:pt x="145309" y="396946"/>
                  </a:lnTo>
                  <a:lnTo>
                    <a:pt x="145309" y="396698"/>
                  </a:lnTo>
                  <a:lnTo>
                    <a:pt x="146018" y="396698"/>
                  </a:lnTo>
                  <a:lnTo>
                    <a:pt x="146727" y="396698"/>
                  </a:lnTo>
                  <a:lnTo>
                    <a:pt x="146727" y="396450"/>
                  </a:lnTo>
                  <a:lnTo>
                    <a:pt x="146727" y="396202"/>
                  </a:lnTo>
                  <a:lnTo>
                    <a:pt x="146727" y="395954"/>
                  </a:lnTo>
                  <a:lnTo>
                    <a:pt x="146727" y="395706"/>
                  </a:lnTo>
                  <a:lnTo>
                    <a:pt x="146727" y="395459"/>
                  </a:lnTo>
                  <a:lnTo>
                    <a:pt x="146727" y="395211"/>
                  </a:lnTo>
                  <a:lnTo>
                    <a:pt x="147436" y="395211"/>
                  </a:lnTo>
                  <a:lnTo>
                    <a:pt x="147436" y="394963"/>
                  </a:lnTo>
                  <a:lnTo>
                    <a:pt x="147436" y="394715"/>
                  </a:lnTo>
                  <a:lnTo>
                    <a:pt x="147436" y="394467"/>
                  </a:lnTo>
                  <a:lnTo>
                    <a:pt x="147436" y="394219"/>
                  </a:lnTo>
                  <a:lnTo>
                    <a:pt x="148145" y="394219"/>
                  </a:lnTo>
                  <a:lnTo>
                    <a:pt x="148145" y="393971"/>
                  </a:lnTo>
                  <a:lnTo>
                    <a:pt x="148145" y="393723"/>
                  </a:lnTo>
                  <a:lnTo>
                    <a:pt x="148145" y="393475"/>
                  </a:lnTo>
                  <a:lnTo>
                    <a:pt x="148145" y="393227"/>
                  </a:lnTo>
                  <a:lnTo>
                    <a:pt x="148145" y="392979"/>
                  </a:lnTo>
                  <a:lnTo>
                    <a:pt x="148145" y="392731"/>
                  </a:lnTo>
                  <a:lnTo>
                    <a:pt x="148145" y="392483"/>
                  </a:lnTo>
                  <a:lnTo>
                    <a:pt x="148145" y="392235"/>
                  </a:lnTo>
                  <a:lnTo>
                    <a:pt x="148145" y="391987"/>
                  </a:lnTo>
                  <a:lnTo>
                    <a:pt x="148145" y="391739"/>
                  </a:lnTo>
                  <a:lnTo>
                    <a:pt x="148145" y="391492"/>
                  </a:lnTo>
                  <a:lnTo>
                    <a:pt x="148145" y="391244"/>
                  </a:lnTo>
                  <a:lnTo>
                    <a:pt x="148145" y="390996"/>
                  </a:lnTo>
                  <a:lnTo>
                    <a:pt x="148145" y="390748"/>
                  </a:lnTo>
                  <a:lnTo>
                    <a:pt x="148854" y="390748"/>
                  </a:lnTo>
                  <a:lnTo>
                    <a:pt x="148854" y="390500"/>
                  </a:lnTo>
                  <a:lnTo>
                    <a:pt x="148854" y="390252"/>
                  </a:lnTo>
                  <a:lnTo>
                    <a:pt x="148854" y="390004"/>
                  </a:lnTo>
                  <a:lnTo>
                    <a:pt x="148854" y="389756"/>
                  </a:lnTo>
                  <a:lnTo>
                    <a:pt x="148854" y="389508"/>
                  </a:lnTo>
                  <a:lnTo>
                    <a:pt x="148854" y="389260"/>
                  </a:lnTo>
                  <a:lnTo>
                    <a:pt x="148854" y="389012"/>
                  </a:lnTo>
                  <a:lnTo>
                    <a:pt x="148854" y="388764"/>
                  </a:lnTo>
                  <a:lnTo>
                    <a:pt x="148854" y="388516"/>
                  </a:lnTo>
                  <a:lnTo>
                    <a:pt x="148854" y="388268"/>
                  </a:lnTo>
                  <a:lnTo>
                    <a:pt x="148854" y="388020"/>
                  </a:lnTo>
                  <a:lnTo>
                    <a:pt x="148854" y="387772"/>
                  </a:lnTo>
                  <a:lnTo>
                    <a:pt x="148854" y="387525"/>
                  </a:lnTo>
                  <a:lnTo>
                    <a:pt x="149562" y="387525"/>
                  </a:lnTo>
                  <a:lnTo>
                    <a:pt x="149562" y="387277"/>
                  </a:lnTo>
                  <a:lnTo>
                    <a:pt x="149562" y="387029"/>
                  </a:lnTo>
                  <a:lnTo>
                    <a:pt x="149562" y="386781"/>
                  </a:lnTo>
                  <a:lnTo>
                    <a:pt x="150271" y="386781"/>
                  </a:lnTo>
                  <a:lnTo>
                    <a:pt x="150271" y="386533"/>
                  </a:lnTo>
                  <a:lnTo>
                    <a:pt x="150271" y="386285"/>
                  </a:lnTo>
                  <a:lnTo>
                    <a:pt x="150271" y="386037"/>
                  </a:lnTo>
                  <a:lnTo>
                    <a:pt x="150271" y="385789"/>
                  </a:lnTo>
                  <a:lnTo>
                    <a:pt x="150271" y="385541"/>
                  </a:lnTo>
                  <a:lnTo>
                    <a:pt x="150271" y="385293"/>
                  </a:lnTo>
                  <a:lnTo>
                    <a:pt x="150271" y="385045"/>
                  </a:lnTo>
                  <a:lnTo>
                    <a:pt x="150271" y="384797"/>
                  </a:lnTo>
                  <a:lnTo>
                    <a:pt x="150271" y="384549"/>
                  </a:lnTo>
                  <a:lnTo>
                    <a:pt x="150271" y="384301"/>
                  </a:lnTo>
                  <a:lnTo>
                    <a:pt x="150271" y="384053"/>
                  </a:lnTo>
                  <a:lnTo>
                    <a:pt x="150271" y="383806"/>
                  </a:lnTo>
                  <a:lnTo>
                    <a:pt x="150271" y="383558"/>
                  </a:lnTo>
                  <a:lnTo>
                    <a:pt x="150271" y="383310"/>
                  </a:lnTo>
                  <a:lnTo>
                    <a:pt x="150271" y="383062"/>
                  </a:lnTo>
                  <a:lnTo>
                    <a:pt x="150271" y="382814"/>
                  </a:lnTo>
                  <a:lnTo>
                    <a:pt x="150271" y="382566"/>
                  </a:lnTo>
                  <a:lnTo>
                    <a:pt x="150271" y="382318"/>
                  </a:lnTo>
                  <a:lnTo>
                    <a:pt x="150271" y="382070"/>
                  </a:lnTo>
                  <a:lnTo>
                    <a:pt x="150271" y="381822"/>
                  </a:lnTo>
                  <a:lnTo>
                    <a:pt x="150271" y="381574"/>
                  </a:lnTo>
                  <a:lnTo>
                    <a:pt x="150271" y="381326"/>
                  </a:lnTo>
                  <a:lnTo>
                    <a:pt x="150980" y="381326"/>
                  </a:lnTo>
                  <a:lnTo>
                    <a:pt x="150980" y="381078"/>
                  </a:lnTo>
                  <a:lnTo>
                    <a:pt x="150980" y="380830"/>
                  </a:lnTo>
                  <a:lnTo>
                    <a:pt x="150980" y="380582"/>
                  </a:lnTo>
                  <a:lnTo>
                    <a:pt x="150980" y="380334"/>
                  </a:lnTo>
                  <a:lnTo>
                    <a:pt x="150980" y="380086"/>
                  </a:lnTo>
                  <a:lnTo>
                    <a:pt x="150980" y="379839"/>
                  </a:lnTo>
                  <a:lnTo>
                    <a:pt x="150980" y="379591"/>
                  </a:lnTo>
                  <a:lnTo>
                    <a:pt x="150980" y="379343"/>
                  </a:lnTo>
                  <a:lnTo>
                    <a:pt x="150980" y="379095"/>
                  </a:lnTo>
                  <a:lnTo>
                    <a:pt x="150980" y="378847"/>
                  </a:lnTo>
                  <a:lnTo>
                    <a:pt x="150980" y="378599"/>
                  </a:lnTo>
                  <a:lnTo>
                    <a:pt x="150980" y="378351"/>
                  </a:lnTo>
                  <a:lnTo>
                    <a:pt x="151689" y="378351"/>
                  </a:lnTo>
                  <a:lnTo>
                    <a:pt x="151689" y="378103"/>
                  </a:lnTo>
                  <a:lnTo>
                    <a:pt x="151689" y="377855"/>
                  </a:lnTo>
                  <a:lnTo>
                    <a:pt x="151689" y="377607"/>
                  </a:lnTo>
                  <a:lnTo>
                    <a:pt x="151689" y="377359"/>
                  </a:lnTo>
                  <a:lnTo>
                    <a:pt x="151689" y="377111"/>
                  </a:lnTo>
                  <a:lnTo>
                    <a:pt x="151689" y="376863"/>
                  </a:lnTo>
                  <a:lnTo>
                    <a:pt x="151689" y="376615"/>
                  </a:lnTo>
                  <a:lnTo>
                    <a:pt x="151689" y="376367"/>
                  </a:lnTo>
                  <a:lnTo>
                    <a:pt x="151689" y="376119"/>
                  </a:lnTo>
                  <a:lnTo>
                    <a:pt x="151689" y="375872"/>
                  </a:lnTo>
                  <a:lnTo>
                    <a:pt x="152398" y="375872"/>
                  </a:lnTo>
                  <a:lnTo>
                    <a:pt x="153107" y="375872"/>
                  </a:lnTo>
                  <a:lnTo>
                    <a:pt x="153107" y="375624"/>
                  </a:lnTo>
                  <a:lnTo>
                    <a:pt x="153107" y="375376"/>
                  </a:lnTo>
                  <a:lnTo>
                    <a:pt x="153107" y="375128"/>
                  </a:lnTo>
                  <a:lnTo>
                    <a:pt x="153107" y="374880"/>
                  </a:lnTo>
                  <a:lnTo>
                    <a:pt x="153107" y="374632"/>
                  </a:lnTo>
                  <a:lnTo>
                    <a:pt x="153107" y="374384"/>
                  </a:lnTo>
                  <a:lnTo>
                    <a:pt x="153107" y="374136"/>
                  </a:lnTo>
                  <a:lnTo>
                    <a:pt x="153107" y="373888"/>
                  </a:lnTo>
                  <a:lnTo>
                    <a:pt x="153815" y="373888"/>
                  </a:lnTo>
                  <a:lnTo>
                    <a:pt x="153815" y="373640"/>
                  </a:lnTo>
                  <a:lnTo>
                    <a:pt x="153815" y="373392"/>
                  </a:lnTo>
                  <a:lnTo>
                    <a:pt x="153815" y="373144"/>
                  </a:lnTo>
                  <a:lnTo>
                    <a:pt x="153815" y="372896"/>
                  </a:lnTo>
                  <a:lnTo>
                    <a:pt x="153815" y="372648"/>
                  </a:lnTo>
                  <a:lnTo>
                    <a:pt x="154524" y="372648"/>
                  </a:lnTo>
                  <a:lnTo>
                    <a:pt x="154524" y="372400"/>
                  </a:lnTo>
                  <a:lnTo>
                    <a:pt x="155233" y="372400"/>
                  </a:lnTo>
                  <a:lnTo>
                    <a:pt x="155233" y="372152"/>
                  </a:lnTo>
                  <a:lnTo>
                    <a:pt x="155233" y="371905"/>
                  </a:lnTo>
                  <a:lnTo>
                    <a:pt x="155233" y="371657"/>
                  </a:lnTo>
                  <a:lnTo>
                    <a:pt x="155233" y="371409"/>
                  </a:lnTo>
                  <a:lnTo>
                    <a:pt x="155233" y="371161"/>
                  </a:lnTo>
                  <a:lnTo>
                    <a:pt x="155233" y="370913"/>
                  </a:lnTo>
                  <a:lnTo>
                    <a:pt x="155233" y="370665"/>
                  </a:lnTo>
                  <a:lnTo>
                    <a:pt x="155233" y="370417"/>
                  </a:lnTo>
                  <a:lnTo>
                    <a:pt x="155233" y="370169"/>
                  </a:lnTo>
                  <a:lnTo>
                    <a:pt x="155233" y="369921"/>
                  </a:lnTo>
                  <a:lnTo>
                    <a:pt x="155233" y="369673"/>
                  </a:lnTo>
                  <a:lnTo>
                    <a:pt x="155233" y="369425"/>
                  </a:lnTo>
                  <a:lnTo>
                    <a:pt x="155942" y="369425"/>
                  </a:lnTo>
                  <a:lnTo>
                    <a:pt x="155942" y="369177"/>
                  </a:lnTo>
                  <a:lnTo>
                    <a:pt x="155942" y="368929"/>
                  </a:lnTo>
                  <a:lnTo>
                    <a:pt x="155942" y="368681"/>
                  </a:lnTo>
                  <a:lnTo>
                    <a:pt x="156651" y="368681"/>
                  </a:lnTo>
                  <a:lnTo>
                    <a:pt x="156651" y="368433"/>
                  </a:lnTo>
                  <a:lnTo>
                    <a:pt x="156651" y="368185"/>
                  </a:lnTo>
                  <a:lnTo>
                    <a:pt x="156651" y="367938"/>
                  </a:lnTo>
                  <a:lnTo>
                    <a:pt x="156651" y="367690"/>
                  </a:lnTo>
                  <a:lnTo>
                    <a:pt x="156651" y="367442"/>
                  </a:lnTo>
                  <a:lnTo>
                    <a:pt x="156651" y="367194"/>
                  </a:lnTo>
                  <a:lnTo>
                    <a:pt x="156651" y="366946"/>
                  </a:lnTo>
                  <a:lnTo>
                    <a:pt x="156651" y="366698"/>
                  </a:lnTo>
                  <a:lnTo>
                    <a:pt x="156651" y="366450"/>
                  </a:lnTo>
                  <a:lnTo>
                    <a:pt x="156651" y="366202"/>
                  </a:lnTo>
                  <a:lnTo>
                    <a:pt x="156651" y="365954"/>
                  </a:lnTo>
                  <a:lnTo>
                    <a:pt x="156651" y="365706"/>
                  </a:lnTo>
                  <a:lnTo>
                    <a:pt x="156651" y="365458"/>
                  </a:lnTo>
                  <a:lnTo>
                    <a:pt x="157359" y="365458"/>
                  </a:lnTo>
                  <a:lnTo>
                    <a:pt x="157359" y="365210"/>
                  </a:lnTo>
                  <a:lnTo>
                    <a:pt x="157359" y="364962"/>
                  </a:lnTo>
                  <a:lnTo>
                    <a:pt x="157359" y="364714"/>
                  </a:lnTo>
                  <a:lnTo>
                    <a:pt x="157359" y="364466"/>
                  </a:lnTo>
                  <a:lnTo>
                    <a:pt x="157359" y="364219"/>
                  </a:lnTo>
                  <a:lnTo>
                    <a:pt x="157359" y="363971"/>
                  </a:lnTo>
                  <a:lnTo>
                    <a:pt x="157359" y="363723"/>
                  </a:lnTo>
                  <a:lnTo>
                    <a:pt x="157359" y="363475"/>
                  </a:lnTo>
                  <a:lnTo>
                    <a:pt x="157359" y="363227"/>
                  </a:lnTo>
                  <a:lnTo>
                    <a:pt x="157359" y="362979"/>
                  </a:lnTo>
                  <a:lnTo>
                    <a:pt x="158068" y="362979"/>
                  </a:lnTo>
                  <a:lnTo>
                    <a:pt x="158068" y="362731"/>
                  </a:lnTo>
                  <a:lnTo>
                    <a:pt x="158068" y="362483"/>
                  </a:lnTo>
                  <a:lnTo>
                    <a:pt x="158068" y="362235"/>
                  </a:lnTo>
                  <a:lnTo>
                    <a:pt x="158068" y="361987"/>
                  </a:lnTo>
                  <a:lnTo>
                    <a:pt x="158068" y="361739"/>
                  </a:lnTo>
                  <a:lnTo>
                    <a:pt x="158068" y="361491"/>
                  </a:lnTo>
                  <a:lnTo>
                    <a:pt x="158068" y="361243"/>
                  </a:lnTo>
                  <a:lnTo>
                    <a:pt x="158068" y="360995"/>
                  </a:lnTo>
                  <a:lnTo>
                    <a:pt x="158068" y="360747"/>
                  </a:lnTo>
                  <a:lnTo>
                    <a:pt x="158068" y="360499"/>
                  </a:lnTo>
                  <a:lnTo>
                    <a:pt x="158068" y="360252"/>
                  </a:lnTo>
                  <a:lnTo>
                    <a:pt x="158068" y="360004"/>
                  </a:lnTo>
                  <a:lnTo>
                    <a:pt x="158068" y="359756"/>
                  </a:lnTo>
                  <a:lnTo>
                    <a:pt x="158068" y="359508"/>
                  </a:lnTo>
                  <a:lnTo>
                    <a:pt x="158068" y="359260"/>
                  </a:lnTo>
                  <a:lnTo>
                    <a:pt x="158068" y="359012"/>
                  </a:lnTo>
                  <a:lnTo>
                    <a:pt x="158068" y="358764"/>
                  </a:lnTo>
                  <a:lnTo>
                    <a:pt x="158068" y="358516"/>
                  </a:lnTo>
                  <a:lnTo>
                    <a:pt x="158068" y="358268"/>
                  </a:lnTo>
                  <a:lnTo>
                    <a:pt x="158068" y="358020"/>
                  </a:lnTo>
                  <a:lnTo>
                    <a:pt x="158068" y="357772"/>
                  </a:lnTo>
                  <a:lnTo>
                    <a:pt x="158068" y="357524"/>
                  </a:lnTo>
                  <a:lnTo>
                    <a:pt x="158777" y="357524"/>
                  </a:lnTo>
                  <a:lnTo>
                    <a:pt x="158777" y="357276"/>
                  </a:lnTo>
                  <a:lnTo>
                    <a:pt x="158777" y="357028"/>
                  </a:lnTo>
                  <a:lnTo>
                    <a:pt x="158777" y="356780"/>
                  </a:lnTo>
                  <a:lnTo>
                    <a:pt x="158777" y="356532"/>
                  </a:lnTo>
                  <a:lnTo>
                    <a:pt x="158777" y="356285"/>
                  </a:lnTo>
                  <a:lnTo>
                    <a:pt x="158777" y="356037"/>
                  </a:lnTo>
                  <a:lnTo>
                    <a:pt x="158777" y="355789"/>
                  </a:lnTo>
                  <a:lnTo>
                    <a:pt x="158777" y="355541"/>
                  </a:lnTo>
                  <a:lnTo>
                    <a:pt x="159486" y="355541"/>
                  </a:lnTo>
                  <a:lnTo>
                    <a:pt x="159486" y="355293"/>
                  </a:lnTo>
                  <a:lnTo>
                    <a:pt x="160195" y="355293"/>
                  </a:lnTo>
                  <a:lnTo>
                    <a:pt x="160195" y="355045"/>
                  </a:lnTo>
                  <a:lnTo>
                    <a:pt x="160195" y="354797"/>
                  </a:lnTo>
                  <a:lnTo>
                    <a:pt x="160195" y="354549"/>
                  </a:lnTo>
                  <a:lnTo>
                    <a:pt x="160195" y="354301"/>
                  </a:lnTo>
                  <a:lnTo>
                    <a:pt x="160195" y="354053"/>
                  </a:lnTo>
                  <a:lnTo>
                    <a:pt x="160195" y="353805"/>
                  </a:lnTo>
                  <a:lnTo>
                    <a:pt x="160904" y="353805"/>
                  </a:lnTo>
                  <a:lnTo>
                    <a:pt x="160904" y="353557"/>
                  </a:lnTo>
                  <a:lnTo>
                    <a:pt x="160904" y="353309"/>
                  </a:lnTo>
                  <a:lnTo>
                    <a:pt x="161612" y="353309"/>
                  </a:lnTo>
                  <a:lnTo>
                    <a:pt x="161612" y="353061"/>
                  </a:lnTo>
                  <a:lnTo>
                    <a:pt x="161612" y="352813"/>
                  </a:lnTo>
                  <a:lnTo>
                    <a:pt x="161612" y="352565"/>
                  </a:lnTo>
                  <a:lnTo>
                    <a:pt x="161612" y="352318"/>
                  </a:lnTo>
                  <a:lnTo>
                    <a:pt x="161612" y="352070"/>
                  </a:lnTo>
                  <a:lnTo>
                    <a:pt x="161612" y="351822"/>
                  </a:lnTo>
                  <a:lnTo>
                    <a:pt x="161612" y="351574"/>
                  </a:lnTo>
                  <a:lnTo>
                    <a:pt x="161612" y="351326"/>
                  </a:lnTo>
                  <a:lnTo>
                    <a:pt x="161612" y="351078"/>
                  </a:lnTo>
                  <a:lnTo>
                    <a:pt x="161612" y="350830"/>
                  </a:lnTo>
                  <a:lnTo>
                    <a:pt x="161612" y="350582"/>
                  </a:lnTo>
                  <a:lnTo>
                    <a:pt x="162321" y="350582"/>
                  </a:lnTo>
                  <a:lnTo>
                    <a:pt x="163030" y="350582"/>
                  </a:lnTo>
                  <a:lnTo>
                    <a:pt x="163030" y="350334"/>
                  </a:lnTo>
                  <a:lnTo>
                    <a:pt x="163030" y="350086"/>
                  </a:lnTo>
                  <a:lnTo>
                    <a:pt x="163030" y="349838"/>
                  </a:lnTo>
                  <a:lnTo>
                    <a:pt x="163030" y="349590"/>
                  </a:lnTo>
                  <a:lnTo>
                    <a:pt x="163030" y="349342"/>
                  </a:lnTo>
                  <a:lnTo>
                    <a:pt x="163030" y="349094"/>
                  </a:lnTo>
                  <a:lnTo>
                    <a:pt x="163030" y="348846"/>
                  </a:lnTo>
                  <a:lnTo>
                    <a:pt x="163030" y="348598"/>
                  </a:lnTo>
                  <a:lnTo>
                    <a:pt x="163030" y="348351"/>
                  </a:lnTo>
                  <a:lnTo>
                    <a:pt x="163030" y="348103"/>
                  </a:lnTo>
                  <a:lnTo>
                    <a:pt x="163739" y="348103"/>
                  </a:lnTo>
                  <a:lnTo>
                    <a:pt x="163739" y="347855"/>
                  </a:lnTo>
                  <a:lnTo>
                    <a:pt x="163739" y="347607"/>
                  </a:lnTo>
                  <a:lnTo>
                    <a:pt x="163739" y="347359"/>
                  </a:lnTo>
                  <a:lnTo>
                    <a:pt x="163739" y="347111"/>
                  </a:lnTo>
                  <a:lnTo>
                    <a:pt x="163739" y="346863"/>
                  </a:lnTo>
                  <a:lnTo>
                    <a:pt x="163739" y="346615"/>
                  </a:lnTo>
                  <a:lnTo>
                    <a:pt x="164448" y="346615"/>
                  </a:lnTo>
                  <a:lnTo>
                    <a:pt x="164448" y="346367"/>
                  </a:lnTo>
                  <a:lnTo>
                    <a:pt x="164448" y="346119"/>
                  </a:lnTo>
                  <a:lnTo>
                    <a:pt x="164448" y="345871"/>
                  </a:lnTo>
                  <a:lnTo>
                    <a:pt x="164448" y="345623"/>
                  </a:lnTo>
                  <a:lnTo>
                    <a:pt x="164448" y="345375"/>
                  </a:lnTo>
                  <a:lnTo>
                    <a:pt x="164448" y="345127"/>
                  </a:lnTo>
                  <a:lnTo>
                    <a:pt x="165157" y="345127"/>
                  </a:lnTo>
                  <a:lnTo>
                    <a:pt x="165157" y="344879"/>
                  </a:lnTo>
                  <a:lnTo>
                    <a:pt x="165157" y="344632"/>
                  </a:lnTo>
                  <a:lnTo>
                    <a:pt x="165865" y="344632"/>
                  </a:lnTo>
                  <a:lnTo>
                    <a:pt x="165865" y="344384"/>
                  </a:lnTo>
                  <a:lnTo>
                    <a:pt x="165865" y="344136"/>
                  </a:lnTo>
                  <a:lnTo>
                    <a:pt x="166574" y="344136"/>
                  </a:lnTo>
                  <a:lnTo>
                    <a:pt x="167283" y="344136"/>
                  </a:lnTo>
                  <a:lnTo>
                    <a:pt x="167283" y="343888"/>
                  </a:lnTo>
                  <a:lnTo>
                    <a:pt x="167283" y="343640"/>
                  </a:lnTo>
                  <a:lnTo>
                    <a:pt x="167283" y="343392"/>
                  </a:lnTo>
                  <a:lnTo>
                    <a:pt x="167992" y="343392"/>
                  </a:lnTo>
                  <a:lnTo>
                    <a:pt x="167992" y="343144"/>
                  </a:lnTo>
                  <a:lnTo>
                    <a:pt x="168701" y="343144"/>
                  </a:lnTo>
                  <a:lnTo>
                    <a:pt x="168701" y="342896"/>
                  </a:lnTo>
                  <a:lnTo>
                    <a:pt x="168701" y="342648"/>
                  </a:lnTo>
                  <a:lnTo>
                    <a:pt x="168701" y="342400"/>
                  </a:lnTo>
                  <a:lnTo>
                    <a:pt x="168701" y="342152"/>
                  </a:lnTo>
                  <a:lnTo>
                    <a:pt x="168701" y="341904"/>
                  </a:lnTo>
                  <a:lnTo>
                    <a:pt x="168701" y="341656"/>
                  </a:lnTo>
                  <a:lnTo>
                    <a:pt x="168701" y="341408"/>
                  </a:lnTo>
                  <a:lnTo>
                    <a:pt x="168701" y="341160"/>
                  </a:lnTo>
                  <a:lnTo>
                    <a:pt x="168701" y="340912"/>
                  </a:lnTo>
                  <a:lnTo>
                    <a:pt x="168701" y="340665"/>
                  </a:lnTo>
                  <a:lnTo>
                    <a:pt x="169410" y="340665"/>
                  </a:lnTo>
                  <a:lnTo>
                    <a:pt x="169410" y="340417"/>
                  </a:lnTo>
                  <a:lnTo>
                    <a:pt x="169410" y="340169"/>
                  </a:lnTo>
                  <a:lnTo>
                    <a:pt x="169410" y="339921"/>
                  </a:lnTo>
                  <a:lnTo>
                    <a:pt x="169410" y="339673"/>
                  </a:lnTo>
                  <a:lnTo>
                    <a:pt x="170118" y="339673"/>
                  </a:lnTo>
                  <a:lnTo>
                    <a:pt x="170118" y="339425"/>
                  </a:lnTo>
                  <a:lnTo>
                    <a:pt x="170827" y="339425"/>
                  </a:lnTo>
                  <a:lnTo>
                    <a:pt x="170827" y="339177"/>
                  </a:lnTo>
                  <a:lnTo>
                    <a:pt x="170827" y="338929"/>
                  </a:lnTo>
                  <a:lnTo>
                    <a:pt x="170827" y="338681"/>
                  </a:lnTo>
                  <a:lnTo>
                    <a:pt x="170827" y="338433"/>
                  </a:lnTo>
                  <a:lnTo>
                    <a:pt x="170827" y="338185"/>
                  </a:lnTo>
                  <a:lnTo>
                    <a:pt x="170827" y="337937"/>
                  </a:lnTo>
                  <a:lnTo>
                    <a:pt x="170827" y="337689"/>
                  </a:lnTo>
                  <a:lnTo>
                    <a:pt x="170827" y="337441"/>
                  </a:lnTo>
                  <a:lnTo>
                    <a:pt x="171536" y="337441"/>
                  </a:lnTo>
                  <a:lnTo>
                    <a:pt x="171536" y="337193"/>
                  </a:lnTo>
                  <a:lnTo>
                    <a:pt x="171536" y="336945"/>
                  </a:lnTo>
                  <a:lnTo>
                    <a:pt x="171536" y="336698"/>
                  </a:lnTo>
                  <a:lnTo>
                    <a:pt x="172245" y="336698"/>
                  </a:lnTo>
                  <a:lnTo>
                    <a:pt x="172245" y="336450"/>
                  </a:lnTo>
                  <a:lnTo>
                    <a:pt x="172954" y="336450"/>
                  </a:lnTo>
                  <a:lnTo>
                    <a:pt x="172954" y="336202"/>
                  </a:lnTo>
                  <a:lnTo>
                    <a:pt x="172954" y="335954"/>
                  </a:lnTo>
                  <a:lnTo>
                    <a:pt x="172954" y="335706"/>
                  </a:lnTo>
                  <a:lnTo>
                    <a:pt x="172954" y="335458"/>
                  </a:lnTo>
                  <a:lnTo>
                    <a:pt x="172954" y="335210"/>
                  </a:lnTo>
                  <a:lnTo>
                    <a:pt x="172954" y="334962"/>
                  </a:lnTo>
                  <a:lnTo>
                    <a:pt x="173663" y="334962"/>
                  </a:lnTo>
                  <a:lnTo>
                    <a:pt x="173663" y="334714"/>
                  </a:lnTo>
                  <a:lnTo>
                    <a:pt x="174371" y="334714"/>
                  </a:lnTo>
                  <a:lnTo>
                    <a:pt x="174371" y="334466"/>
                  </a:lnTo>
                  <a:lnTo>
                    <a:pt x="174371" y="334218"/>
                  </a:lnTo>
                  <a:lnTo>
                    <a:pt x="175080" y="334218"/>
                  </a:lnTo>
                  <a:lnTo>
                    <a:pt x="175080" y="333970"/>
                  </a:lnTo>
                  <a:lnTo>
                    <a:pt x="175080" y="333722"/>
                  </a:lnTo>
                  <a:lnTo>
                    <a:pt x="175789" y="333722"/>
                  </a:lnTo>
                  <a:lnTo>
                    <a:pt x="175789" y="333474"/>
                  </a:lnTo>
                  <a:lnTo>
                    <a:pt x="175789" y="333226"/>
                  </a:lnTo>
                  <a:lnTo>
                    <a:pt x="175789" y="332978"/>
                  </a:lnTo>
                  <a:lnTo>
                    <a:pt x="176498" y="332978"/>
                  </a:lnTo>
                  <a:lnTo>
                    <a:pt x="176498" y="332731"/>
                  </a:lnTo>
                  <a:lnTo>
                    <a:pt x="177207" y="332731"/>
                  </a:lnTo>
                  <a:lnTo>
                    <a:pt x="177207" y="332483"/>
                  </a:lnTo>
                  <a:lnTo>
                    <a:pt x="177207" y="332235"/>
                  </a:lnTo>
                  <a:lnTo>
                    <a:pt x="177207" y="331987"/>
                  </a:lnTo>
                  <a:lnTo>
                    <a:pt x="177207" y="331739"/>
                  </a:lnTo>
                  <a:lnTo>
                    <a:pt x="177207" y="331491"/>
                  </a:lnTo>
                  <a:lnTo>
                    <a:pt x="177207" y="331243"/>
                  </a:lnTo>
                  <a:lnTo>
                    <a:pt x="177207" y="330995"/>
                  </a:lnTo>
                  <a:lnTo>
                    <a:pt x="177916" y="330995"/>
                  </a:lnTo>
                  <a:lnTo>
                    <a:pt x="177916" y="330747"/>
                  </a:lnTo>
                  <a:lnTo>
                    <a:pt x="178624" y="330747"/>
                  </a:lnTo>
                  <a:lnTo>
                    <a:pt x="178624" y="330499"/>
                  </a:lnTo>
                  <a:lnTo>
                    <a:pt x="178624" y="330251"/>
                  </a:lnTo>
                  <a:lnTo>
                    <a:pt x="178624" y="330003"/>
                  </a:lnTo>
                  <a:lnTo>
                    <a:pt x="179333" y="330003"/>
                  </a:lnTo>
                  <a:lnTo>
                    <a:pt x="179333" y="329755"/>
                  </a:lnTo>
                  <a:lnTo>
                    <a:pt x="179333" y="329507"/>
                  </a:lnTo>
                  <a:lnTo>
                    <a:pt x="179333" y="329259"/>
                  </a:lnTo>
                  <a:lnTo>
                    <a:pt x="179333" y="329012"/>
                  </a:lnTo>
                  <a:lnTo>
                    <a:pt x="179333" y="328764"/>
                  </a:lnTo>
                  <a:lnTo>
                    <a:pt x="179333" y="328516"/>
                  </a:lnTo>
                  <a:lnTo>
                    <a:pt x="179333" y="328268"/>
                  </a:lnTo>
                  <a:lnTo>
                    <a:pt x="179333" y="328020"/>
                  </a:lnTo>
                  <a:lnTo>
                    <a:pt x="179333" y="327772"/>
                  </a:lnTo>
                  <a:lnTo>
                    <a:pt x="179333" y="327524"/>
                  </a:lnTo>
                  <a:lnTo>
                    <a:pt x="179333" y="327276"/>
                  </a:lnTo>
                  <a:lnTo>
                    <a:pt x="180042" y="327276"/>
                  </a:lnTo>
                  <a:lnTo>
                    <a:pt x="180751" y="327276"/>
                  </a:lnTo>
                  <a:lnTo>
                    <a:pt x="180751" y="327028"/>
                  </a:lnTo>
                  <a:lnTo>
                    <a:pt x="180751" y="326780"/>
                  </a:lnTo>
                  <a:lnTo>
                    <a:pt x="181460" y="326780"/>
                  </a:lnTo>
                  <a:lnTo>
                    <a:pt x="182168" y="326780"/>
                  </a:lnTo>
                  <a:lnTo>
                    <a:pt x="182168" y="326532"/>
                  </a:lnTo>
                  <a:lnTo>
                    <a:pt x="182168" y="326284"/>
                  </a:lnTo>
                  <a:lnTo>
                    <a:pt x="182168" y="326036"/>
                  </a:lnTo>
                  <a:lnTo>
                    <a:pt x="182877" y="326036"/>
                  </a:lnTo>
                  <a:lnTo>
                    <a:pt x="182877" y="325788"/>
                  </a:lnTo>
                  <a:lnTo>
                    <a:pt x="182877" y="325540"/>
                  </a:lnTo>
                  <a:lnTo>
                    <a:pt x="182877" y="325292"/>
                  </a:lnTo>
                  <a:lnTo>
                    <a:pt x="182877" y="325045"/>
                  </a:lnTo>
                  <a:lnTo>
                    <a:pt x="182877" y="324797"/>
                  </a:lnTo>
                  <a:lnTo>
                    <a:pt x="182877" y="324549"/>
                  </a:lnTo>
                  <a:lnTo>
                    <a:pt x="183586" y="324549"/>
                  </a:lnTo>
                  <a:lnTo>
                    <a:pt x="184295" y="324549"/>
                  </a:lnTo>
                  <a:lnTo>
                    <a:pt x="184295" y="324301"/>
                  </a:lnTo>
                  <a:lnTo>
                    <a:pt x="185004" y="324301"/>
                  </a:lnTo>
                  <a:lnTo>
                    <a:pt x="185713" y="324301"/>
                  </a:lnTo>
                  <a:lnTo>
                    <a:pt x="186421" y="324301"/>
                  </a:lnTo>
                  <a:lnTo>
                    <a:pt x="187130" y="324301"/>
                  </a:lnTo>
                  <a:lnTo>
                    <a:pt x="187130" y="324053"/>
                  </a:lnTo>
                  <a:lnTo>
                    <a:pt x="187130" y="323805"/>
                  </a:lnTo>
                  <a:lnTo>
                    <a:pt x="187130" y="323557"/>
                  </a:lnTo>
                  <a:lnTo>
                    <a:pt x="187839" y="323557"/>
                  </a:lnTo>
                  <a:lnTo>
                    <a:pt x="187839" y="323309"/>
                  </a:lnTo>
                  <a:lnTo>
                    <a:pt x="187839" y="323061"/>
                  </a:lnTo>
                  <a:lnTo>
                    <a:pt x="187839" y="322813"/>
                  </a:lnTo>
                  <a:lnTo>
                    <a:pt x="187839" y="322565"/>
                  </a:lnTo>
                  <a:lnTo>
                    <a:pt x="187839" y="322317"/>
                  </a:lnTo>
                  <a:lnTo>
                    <a:pt x="187839" y="322069"/>
                  </a:lnTo>
                  <a:lnTo>
                    <a:pt x="187839" y="321821"/>
                  </a:lnTo>
                  <a:lnTo>
                    <a:pt x="187839" y="321573"/>
                  </a:lnTo>
                  <a:lnTo>
                    <a:pt x="187839" y="321325"/>
                  </a:lnTo>
                  <a:lnTo>
                    <a:pt x="188548" y="321325"/>
                  </a:lnTo>
                  <a:lnTo>
                    <a:pt x="188548" y="321078"/>
                  </a:lnTo>
                  <a:lnTo>
                    <a:pt x="188548" y="320830"/>
                  </a:lnTo>
                  <a:lnTo>
                    <a:pt x="188548" y="320582"/>
                  </a:lnTo>
                  <a:lnTo>
                    <a:pt x="188548" y="320334"/>
                  </a:lnTo>
                  <a:lnTo>
                    <a:pt x="188548" y="320086"/>
                  </a:lnTo>
                  <a:lnTo>
                    <a:pt x="188548" y="319838"/>
                  </a:lnTo>
                  <a:lnTo>
                    <a:pt x="188548" y="319590"/>
                  </a:lnTo>
                  <a:lnTo>
                    <a:pt x="188548" y="319342"/>
                  </a:lnTo>
                  <a:lnTo>
                    <a:pt x="189257" y="319342"/>
                  </a:lnTo>
                  <a:lnTo>
                    <a:pt x="189257" y="319094"/>
                  </a:lnTo>
                  <a:lnTo>
                    <a:pt x="189966" y="319094"/>
                  </a:lnTo>
                  <a:lnTo>
                    <a:pt x="189966" y="318846"/>
                  </a:lnTo>
                  <a:lnTo>
                    <a:pt x="189966" y="318598"/>
                  </a:lnTo>
                  <a:lnTo>
                    <a:pt x="190674" y="318598"/>
                  </a:lnTo>
                  <a:lnTo>
                    <a:pt x="190674" y="318350"/>
                  </a:lnTo>
                  <a:lnTo>
                    <a:pt x="191383" y="318350"/>
                  </a:lnTo>
                  <a:lnTo>
                    <a:pt x="191383" y="318102"/>
                  </a:lnTo>
                  <a:lnTo>
                    <a:pt x="191383" y="317854"/>
                  </a:lnTo>
                  <a:lnTo>
                    <a:pt x="191383" y="317606"/>
                  </a:lnTo>
                  <a:lnTo>
                    <a:pt x="192092" y="317606"/>
                  </a:lnTo>
                  <a:lnTo>
                    <a:pt x="192092" y="317358"/>
                  </a:lnTo>
                  <a:lnTo>
                    <a:pt x="192092" y="317111"/>
                  </a:lnTo>
                  <a:lnTo>
                    <a:pt x="192092" y="316863"/>
                  </a:lnTo>
                  <a:lnTo>
                    <a:pt x="192092" y="316615"/>
                  </a:lnTo>
                  <a:lnTo>
                    <a:pt x="192092" y="316367"/>
                  </a:lnTo>
                  <a:lnTo>
                    <a:pt x="192092" y="316119"/>
                  </a:lnTo>
                  <a:lnTo>
                    <a:pt x="192092" y="315871"/>
                  </a:lnTo>
                  <a:lnTo>
                    <a:pt x="192092" y="315623"/>
                  </a:lnTo>
                  <a:lnTo>
                    <a:pt x="192092" y="315375"/>
                  </a:lnTo>
                  <a:lnTo>
                    <a:pt x="192092" y="315127"/>
                  </a:lnTo>
                  <a:lnTo>
                    <a:pt x="192092" y="314879"/>
                  </a:lnTo>
                  <a:lnTo>
                    <a:pt x="192092" y="314631"/>
                  </a:lnTo>
                  <a:lnTo>
                    <a:pt x="192801" y="314631"/>
                  </a:lnTo>
                  <a:lnTo>
                    <a:pt x="192801" y="314383"/>
                  </a:lnTo>
                  <a:lnTo>
                    <a:pt x="193510" y="314383"/>
                  </a:lnTo>
                  <a:lnTo>
                    <a:pt x="193510" y="314135"/>
                  </a:lnTo>
                  <a:lnTo>
                    <a:pt x="193510" y="313887"/>
                  </a:lnTo>
                  <a:lnTo>
                    <a:pt x="193510" y="313639"/>
                  </a:lnTo>
                  <a:lnTo>
                    <a:pt x="194219" y="313639"/>
                  </a:lnTo>
                  <a:lnTo>
                    <a:pt x="194219" y="313391"/>
                  </a:lnTo>
                  <a:lnTo>
                    <a:pt x="194219" y="313144"/>
                  </a:lnTo>
                  <a:lnTo>
                    <a:pt x="194219" y="312896"/>
                  </a:lnTo>
                  <a:lnTo>
                    <a:pt x="194927" y="312896"/>
                  </a:lnTo>
                  <a:lnTo>
                    <a:pt x="194927" y="312648"/>
                  </a:lnTo>
                  <a:lnTo>
                    <a:pt x="194927" y="312400"/>
                  </a:lnTo>
                  <a:lnTo>
                    <a:pt x="195636" y="312400"/>
                  </a:lnTo>
                  <a:lnTo>
                    <a:pt x="195636" y="312152"/>
                  </a:lnTo>
                  <a:lnTo>
                    <a:pt x="195636" y="311904"/>
                  </a:lnTo>
                  <a:lnTo>
                    <a:pt x="195636" y="311656"/>
                  </a:lnTo>
                  <a:lnTo>
                    <a:pt x="196345" y="311656"/>
                  </a:lnTo>
                  <a:lnTo>
                    <a:pt x="196345" y="311408"/>
                  </a:lnTo>
                  <a:lnTo>
                    <a:pt x="196345" y="311160"/>
                  </a:lnTo>
                  <a:lnTo>
                    <a:pt x="196345" y="310912"/>
                  </a:lnTo>
                  <a:lnTo>
                    <a:pt x="196345" y="310664"/>
                  </a:lnTo>
                  <a:lnTo>
                    <a:pt x="196345" y="310416"/>
                  </a:lnTo>
                  <a:lnTo>
                    <a:pt x="196345" y="310168"/>
                  </a:lnTo>
                  <a:lnTo>
                    <a:pt x="197054" y="310168"/>
                  </a:lnTo>
                  <a:lnTo>
                    <a:pt x="197054" y="309920"/>
                  </a:lnTo>
                  <a:lnTo>
                    <a:pt x="197054" y="309672"/>
                  </a:lnTo>
                  <a:lnTo>
                    <a:pt x="197763" y="309672"/>
                  </a:lnTo>
                  <a:lnTo>
                    <a:pt x="197763" y="309425"/>
                  </a:lnTo>
                  <a:lnTo>
                    <a:pt x="198472" y="309425"/>
                  </a:lnTo>
                  <a:lnTo>
                    <a:pt x="198472" y="309177"/>
                  </a:lnTo>
                  <a:lnTo>
                    <a:pt x="198472" y="308929"/>
                  </a:lnTo>
                  <a:lnTo>
                    <a:pt x="199180" y="308929"/>
                  </a:lnTo>
                  <a:lnTo>
                    <a:pt x="199889" y="308929"/>
                  </a:lnTo>
                  <a:lnTo>
                    <a:pt x="199889" y="308681"/>
                  </a:lnTo>
                  <a:lnTo>
                    <a:pt x="200598" y="308681"/>
                  </a:lnTo>
                  <a:lnTo>
                    <a:pt x="201307" y="308681"/>
                  </a:lnTo>
                  <a:lnTo>
                    <a:pt x="201307" y="308433"/>
                  </a:lnTo>
                  <a:lnTo>
                    <a:pt x="201307" y="308185"/>
                  </a:lnTo>
                  <a:lnTo>
                    <a:pt x="202016" y="308185"/>
                  </a:lnTo>
                  <a:lnTo>
                    <a:pt x="202016" y="307937"/>
                  </a:lnTo>
                  <a:lnTo>
                    <a:pt x="202016" y="307689"/>
                  </a:lnTo>
                  <a:lnTo>
                    <a:pt x="202016" y="307441"/>
                  </a:lnTo>
                  <a:lnTo>
                    <a:pt x="202725" y="307441"/>
                  </a:lnTo>
                  <a:lnTo>
                    <a:pt x="203433" y="307441"/>
                  </a:lnTo>
                  <a:lnTo>
                    <a:pt x="204142" y="307441"/>
                  </a:lnTo>
                  <a:lnTo>
                    <a:pt x="204142" y="307193"/>
                  </a:lnTo>
                  <a:lnTo>
                    <a:pt x="204142" y="306945"/>
                  </a:lnTo>
                  <a:lnTo>
                    <a:pt x="204142" y="306697"/>
                  </a:lnTo>
                  <a:lnTo>
                    <a:pt x="204142" y="306449"/>
                  </a:lnTo>
                  <a:lnTo>
                    <a:pt x="204851" y="306449"/>
                  </a:lnTo>
                  <a:lnTo>
                    <a:pt x="204851" y="306201"/>
                  </a:lnTo>
                  <a:lnTo>
                    <a:pt x="204851" y="305953"/>
                  </a:lnTo>
                  <a:lnTo>
                    <a:pt x="204851" y="305705"/>
                  </a:lnTo>
                  <a:lnTo>
                    <a:pt x="204851" y="305458"/>
                  </a:lnTo>
                  <a:lnTo>
                    <a:pt x="204851" y="305210"/>
                  </a:lnTo>
                  <a:lnTo>
                    <a:pt x="205560" y="305210"/>
                  </a:lnTo>
                  <a:lnTo>
                    <a:pt x="206269" y="305210"/>
                  </a:lnTo>
                  <a:lnTo>
                    <a:pt x="206269" y="304962"/>
                  </a:lnTo>
                  <a:lnTo>
                    <a:pt x="206269" y="304714"/>
                  </a:lnTo>
                  <a:lnTo>
                    <a:pt x="206269" y="304466"/>
                  </a:lnTo>
                  <a:lnTo>
                    <a:pt x="206269" y="304218"/>
                  </a:lnTo>
                  <a:lnTo>
                    <a:pt x="206269" y="303970"/>
                  </a:lnTo>
                  <a:lnTo>
                    <a:pt x="206269" y="303722"/>
                  </a:lnTo>
                  <a:lnTo>
                    <a:pt x="206977" y="303722"/>
                  </a:lnTo>
                  <a:lnTo>
                    <a:pt x="206977" y="303474"/>
                  </a:lnTo>
                  <a:lnTo>
                    <a:pt x="206977" y="303226"/>
                  </a:lnTo>
                  <a:lnTo>
                    <a:pt x="206977" y="302978"/>
                  </a:lnTo>
                  <a:lnTo>
                    <a:pt x="207686" y="302978"/>
                  </a:lnTo>
                  <a:lnTo>
                    <a:pt x="207686" y="302730"/>
                  </a:lnTo>
                  <a:lnTo>
                    <a:pt x="208395" y="302730"/>
                  </a:lnTo>
                  <a:lnTo>
                    <a:pt x="209104" y="302730"/>
                  </a:lnTo>
                  <a:lnTo>
                    <a:pt x="209104" y="302482"/>
                  </a:lnTo>
                  <a:lnTo>
                    <a:pt x="209104" y="302234"/>
                  </a:lnTo>
                  <a:lnTo>
                    <a:pt x="209104" y="301986"/>
                  </a:lnTo>
                  <a:lnTo>
                    <a:pt x="209104" y="301738"/>
                  </a:lnTo>
                  <a:lnTo>
                    <a:pt x="209104" y="301491"/>
                  </a:lnTo>
                  <a:lnTo>
                    <a:pt x="209104" y="301243"/>
                  </a:lnTo>
                  <a:lnTo>
                    <a:pt x="209813" y="301243"/>
                  </a:lnTo>
                  <a:lnTo>
                    <a:pt x="210522" y="301243"/>
                  </a:lnTo>
                  <a:lnTo>
                    <a:pt x="210522" y="300995"/>
                  </a:lnTo>
                  <a:lnTo>
                    <a:pt x="210522" y="300747"/>
                  </a:lnTo>
                  <a:lnTo>
                    <a:pt x="210522" y="300499"/>
                  </a:lnTo>
                  <a:lnTo>
                    <a:pt x="210522" y="300251"/>
                  </a:lnTo>
                  <a:lnTo>
                    <a:pt x="210522" y="300003"/>
                  </a:lnTo>
                  <a:lnTo>
                    <a:pt x="210522" y="299755"/>
                  </a:lnTo>
                  <a:lnTo>
                    <a:pt x="211230" y="299755"/>
                  </a:lnTo>
                  <a:lnTo>
                    <a:pt x="211230" y="299507"/>
                  </a:lnTo>
                  <a:lnTo>
                    <a:pt x="211939" y="299507"/>
                  </a:lnTo>
                  <a:lnTo>
                    <a:pt x="212648" y="299507"/>
                  </a:lnTo>
                  <a:lnTo>
                    <a:pt x="212648" y="299259"/>
                  </a:lnTo>
                  <a:lnTo>
                    <a:pt x="212648" y="299011"/>
                  </a:lnTo>
                  <a:lnTo>
                    <a:pt x="212648" y="298763"/>
                  </a:lnTo>
                  <a:lnTo>
                    <a:pt x="213357" y="298763"/>
                  </a:lnTo>
                  <a:lnTo>
                    <a:pt x="213357" y="298515"/>
                  </a:lnTo>
                  <a:lnTo>
                    <a:pt x="213357" y="298267"/>
                  </a:lnTo>
                  <a:lnTo>
                    <a:pt x="213357" y="298019"/>
                  </a:lnTo>
                  <a:lnTo>
                    <a:pt x="214066" y="298019"/>
                  </a:lnTo>
                  <a:lnTo>
                    <a:pt x="214066" y="297771"/>
                  </a:lnTo>
                  <a:lnTo>
                    <a:pt x="214066" y="297524"/>
                  </a:lnTo>
                  <a:lnTo>
                    <a:pt x="214066" y="297276"/>
                  </a:lnTo>
                  <a:lnTo>
                    <a:pt x="214066" y="297028"/>
                  </a:lnTo>
                  <a:lnTo>
                    <a:pt x="214775" y="297028"/>
                  </a:lnTo>
                  <a:lnTo>
                    <a:pt x="214775" y="296780"/>
                  </a:lnTo>
                  <a:lnTo>
                    <a:pt x="214775" y="296532"/>
                  </a:lnTo>
                  <a:lnTo>
                    <a:pt x="214775" y="296284"/>
                  </a:lnTo>
                  <a:lnTo>
                    <a:pt x="214775" y="296036"/>
                  </a:lnTo>
                  <a:lnTo>
                    <a:pt x="214775" y="295788"/>
                  </a:lnTo>
                  <a:lnTo>
                    <a:pt x="214775" y="295540"/>
                  </a:lnTo>
                  <a:lnTo>
                    <a:pt x="214775" y="295292"/>
                  </a:lnTo>
                  <a:lnTo>
                    <a:pt x="215483" y="295292"/>
                  </a:lnTo>
                  <a:lnTo>
                    <a:pt x="216192" y="295292"/>
                  </a:lnTo>
                  <a:lnTo>
                    <a:pt x="216192" y="295044"/>
                  </a:lnTo>
                  <a:lnTo>
                    <a:pt x="216192" y="294796"/>
                  </a:lnTo>
                  <a:lnTo>
                    <a:pt x="216192" y="294548"/>
                  </a:lnTo>
                  <a:lnTo>
                    <a:pt x="216192" y="294300"/>
                  </a:lnTo>
                  <a:lnTo>
                    <a:pt x="216901" y="294300"/>
                  </a:lnTo>
                  <a:lnTo>
                    <a:pt x="217610" y="294300"/>
                  </a:lnTo>
                  <a:lnTo>
                    <a:pt x="217610" y="294052"/>
                  </a:lnTo>
                  <a:lnTo>
                    <a:pt x="217610" y="293804"/>
                  </a:lnTo>
                  <a:lnTo>
                    <a:pt x="218319" y="293804"/>
                  </a:lnTo>
                  <a:lnTo>
                    <a:pt x="218319" y="293557"/>
                  </a:lnTo>
                  <a:lnTo>
                    <a:pt x="218319" y="293309"/>
                  </a:lnTo>
                  <a:lnTo>
                    <a:pt x="218319" y="293061"/>
                  </a:lnTo>
                  <a:lnTo>
                    <a:pt x="218319" y="292813"/>
                  </a:lnTo>
                  <a:lnTo>
                    <a:pt x="219028" y="292813"/>
                  </a:lnTo>
                  <a:lnTo>
                    <a:pt x="219028" y="292565"/>
                  </a:lnTo>
                  <a:lnTo>
                    <a:pt x="219028" y="292317"/>
                  </a:lnTo>
                  <a:lnTo>
                    <a:pt x="219028" y="292069"/>
                  </a:lnTo>
                  <a:lnTo>
                    <a:pt x="219028" y="291821"/>
                  </a:lnTo>
                  <a:lnTo>
                    <a:pt x="219028" y="291573"/>
                  </a:lnTo>
                  <a:lnTo>
                    <a:pt x="219028" y="291325"/>
                  </a:lnTo>
                  <a:lnTo>
                    <a:pt x="219736" y="291325"/>
                  </a:lnTo>
                  <a:lnTo>
                    <a:pt x="219736" y="291077"/>
                  </a:lnTo>
                  <a:lnTo>
                    <a:pt x="219736" y="290829"/>
                  </a:lnTo>
                  <a:lnTo>
                    <a:pt x="219736" y="290581"/>
                  </a:lnTo>
                  <a:lnTo>
                    <a:pt x="219736" y="290333"/>
                  </a:lnTo>
                  <a:lnTo>
                    <a:pt x="219736" y="290085"/>
                  </a:lnTo>
                  <a:lnTo>
                    <a:pt x="219736" y="289838"/>
                  </a:lnTo>
                  <a:lnTo>
                    <a:pt x="220445" y="289838"/>
                  </a:lnTo>
                  <a:lnTo>
                    <a:pt x="220445" y="289590"/>
                  </a:lnTo>
                  <a:lnTo>
                    <a:pt x="220445" y="289342"/>
                  </a:lnTo>
                  <a:lnTo>
                    <a:pt x="220445" y="289094"/>
                  </a:lnTo>
                  <a:lnTo>
                    <a:pt x="221154" y="289094"/>
                  </a:lnTo>
                  <a:lnTo>
                    <a:pt x="221154" y="288846"/>
                  </a:lnTo>
                  <a:lnTo>
                    <a:pt x="221154" y="288598"/>
                  </a:lnTo>
                  <a:lnTo>
                    <a:pt x="221863" y="288598"/>
                  </a:lnTo>
                  <a:lnTo>
                    <a:pt x="221863" y="288350"/>
                  </a:lnTo>
                  <a:lnTo>
                    <a:pt x="221863" y="288102"/>
                  </a:lnTo>
                  <a:lnTo>
                    <a:pt x="222572" y="288102"/>
                  </a:lnTo>
                  <a:lnTo>
                    <a:pt x="223281" y="288102"/>
                  </a:lnTo>
                  <a:lnTo>
                    <a:pt x="223281" y="287854"/>
                  </a:lnTo>
                  <a:lnTo>
                    <a:pt x="223989" y="287854"/>
                  </a:lnTo>
                  <a:lnTo>
                    <a:pt x="224698" y="287854"/>
                  </a:lnTo>
                  <a:lnTo>
                    <a:pt x="224698" y="287606"/>
                  </a:lnTo>
                  <a:lnTo>
                    <a:pt x="225407" y="287606"/>
                  </a:lnTo>
                  <a:lnTo>
                    <a:pt x="226116" y="287606"/>
                  </a:lnTo>
                  <a:lnTo>
                    <a:pt x="226116" y="287358"/>
                  </a:lnTo>
                  <a:lnTo>
                    <a:pt x="226116" y="287110"/>
                  </a:lnTo>
                  <a:lnTo>
                    <a:pt x="226116" y="286862"/>
                  </a:lnTo>
                  <a:lnTo>
                    <a:pt x="226116" y="286614"/>
                  </a:lnTo>
                  <a:lnTo>
                    <a:pt x="226825" y="286614"/>
                  </a:lnTo>
                  <a:lnTo>
                    <a:pt x="226825" y="286366"/>
                  </a:lnTo>
                  <a:lnTo>
                    <a:pt x="226825" y="286118"/>
                  </a:lnTo>
                  <a:lnTo>
                    <a:pt x="226825" y="285871"/>
                  </a:lnTo>
                  <a:lnTo>
                    <a:pt x="227534" y="285871"/>
                  </a:lnTo>
                  <a:lnTo>
                    <a:pt x="227534" y="285623"/>
                  </a:lnTo>
                  <a:lnTo>
                    <a:pt x="227534" y="285375"/>
                  </a:lnTo>
                  <a:lnTo>
                    <a:pt x="228242" y="285375"/>
                  </a:lnTo>
                  <a:lnTo>
                    <a:pt x="228242" y="285127"/>
                  </a:lnTo>
                  <a:lnTo>
                    <a:pt x="228242" y="284879"/>
                  </a:lnTo>
                  <a:lnTo>
                    <a:pt x="228242" y="284631"/>
                  </a:lnTo>
                  <a:lnTo>
                    <a:pt x="228951" y="284631"/>
                  </a:lnTo>
                  <a:lnTo>
                    <a:pt x="229660" y="284631"/>
                  </a:lnTo>
                  <a:lnTo>
                    <a:pt x="230369" y="284631"/>
                  </a:lnTo>
                  <a:lnTo>
                    <a:pt x="230369" y="284383"/>
                  </a:lnTo>
                  <a:lnTo>
                    <a:pt x="230369" y="284135"/>
                  </a:lnTo>
                  <a:lnTo>
                    <a:pt x="230369" y="283887"/>
                  </a:lnTo>
                  <a:lnTo>
                    <a:pt x="231078" y="283887"/>
                  </a:lnTo>
                  <a:lnTo>
                    <a:pt x="231078" y="283639"/>
                  </a:lnTo>
                  <a:lnTo>
                    <a:pt x="231786" y="283639"/>
                  </a:lnTo>
                  <a:lnTo>
                    <a:pt x="231786" y="283391"/>
                  </a:lnTo>
                  <a:lnTo>
                    <a:pt x="231786" y="283143"/>
                  </a:lnTo>
                  <a:lnTo>
                    <a:pt x="231786" y="282895"/>
                  </a:lnTo>
                  <a:lnTo>
                    <a:pt x="232495" y="282895"/>
                  </a:lnTo>
                  <a:lnTo>
                    <a:pt x="232495" y="282647"/>
                  </a:lnTo>
                  <a:lnTo>
                    <a:pt x="232495" y="282399"/>
                  </a:lnTo>
                  <a:lnTo>
                    <a:pt x="233204" y="282399"/>
                  </a:lnTo>
                  <a:lnTo>
                    <a:pt x="233204" y="282151"/>
                  </a:lnTo>
                  <a:lnTo>
                    <a:pt x="233204" y="281904"/>
                  </a:lnTo>
                  <a:lnTo>
                    <a:pt x="233913" y="281904"/>
                  </a:lnTo>
                  <a:lnTo>
                    <a:pt x="233913" y="281656"/>
                  </a:lnTo>
                  <a:lnTo>
                    <a:pt x="233913" y="281408"/>
                  </a:lnTo>
                  <a:lnTo>
                    <a:pt x="234622" y="281408"/>
                  </a:lnTo>
                  <a:lnTo>
                    <a:pt x="235331" y="281408"/>
                  </a:lnTo>
                  <a:lnTo>
                    <a:pt x="236039" y="281408"/>
                  </a:lnTo>
                  <a:lnTo>
                    <a:pt x="236748" y="281408"/>
                  </a:lnTo>
                  <a:lnTo>
                    <a:pt x="237457" y="281408"/>
                  </a:lnTo>
                  <a:lnTo>
                    <a:pt x="238166" y="281408"/>
                  </a:lnTo>
                  <a:lnTo>
                    <a:pt x="238166" y="281160"/>
                  </a:lnTo>
                  <a:lnTo>
                    <a:pt x="238166" y="280912"/>
                  </a:lnTo>
                  <a:lnTo>
                    <a:pt x="238875" y="280912"/>
                  </a:lnTo>
                  <a:lnTo>
                    <a:pt x="239584" y="280912"/>
                  </a:lnTo>
                  <a:lnTo>
                    <a:pt x="240292" y="280912"/>
                  </a:lnTo>
                  <a:lnTo>
                    <a:pt x="241001" y="280912"/>
                  </a:lnTo>
                  <a:lnTo>
                    <a:pt x="241001" y="280664"/>
                  </a:lnTo>
                  <a:lnTo>
                    <a:pt x="241710" y="280664"/>
                  </a:lnTo>
                  <a:lnTo>
                    <a:pt x="241710" y="280416"/>
                  </a:lnTo>
                  <a:lnTo>
                    <a:pt x="241710" y="280168"/>
                  </a:lnTo>
                  <a:lnTo>
                    <a:pt x="241710" y="279920"/>
                  </a:lnTo>
                  <a:lnTo>
                    <a:pt x="241710" y="279672"/>
                  </a:lnTo>
                  <a:lnTo>
                    <a:pt x="241710" y="279424"/>
                  </a:lnTo>
                  <a:lnTo>
                    <a:pt x="241710" y="279176"/>
                  </a:lnTo>
                  <a:lnTo>
                    <a:pt x="241710" y="278928"/>
                  </a:lnTo>
                  <a:lnTo>
                    <a:pt x="241710" y="278680"/>
                  </a:lnTo>
                  <a:lnTo>
                    <a:pt x="241710" y="278432"/>
                  </a:lnTo>
                  <a:lnTo>
                    <a:pt x="241710" y="278184"/>
                  </a:lnTo>
                  <a:lnTo>
                    <a:pt x="241710" y="277937"/>
                  </a:lnTo>
                  <a:lnTo>
                    <a:pt x="241710" y="277689"/>
                  </a:lnTo>
                  <a:lnTo>
                    <a:pt x="242419" y="277689"/>
                  </a:lnTo>
                  <a:lnTo>
                    <a:pt x="243128" y="277689"/>
                  </a:lnTo>
                  <a:lnTo>
                    <a:pt x="243128" y="277441"/>
                  </a:lnTo>
                  <a:lnTo>
                    <a:pt x="243128" y="277193"/>
                  </a:lnTo>
                  <a:lnTo>
                    <a:pt x="243128" y="276945"/>
                  </a:lnTo>
                  <a:lnTo>
                    <a:pt x="243128" y="276697"/>
                  </a:lnTo>
                  <a:lnTo>
                    <a:pt x="243837" y="276697"/>
                  </a:lnTo>
                  <a:lnTo>
                    <a:pt x="243837" y="276449"/>
                  </a:lnTo>
                  <a:lnTo>
                    <a:pt x="244545" y="276449"/>
                  </a:lnTo>
                  <a:lnTo>
                    <a:pt x="244545" y="276201"/>
                  </a:lnTo>
                  <a:lnTo>
                    <a:pt x="244545" y="275953"/>
                  </a:lnTo>
                  <a:lnTo>
                    <a:pt x="245254" y="275953"/>
                  </a:lnTo>
                  <a:lnTo>
                    <a:pt x="245254" y="275705"/>
                  </a:lnTo>
                  <a:lnTo>
                    <a:pt x="245963" y="275705"/>
                  </a:lnTo>
                  <a:lnTo>
                    <a:pt x="246672" y="275705"/>
                  </a:lnTo>
                  <a:lnTo>
                    <a:pt x="246672" y="275457"/>
                  </a:lnTo>
                  <a:lnTo>
                    <a:pt x="247381" y="275457"/>
                  </a:lnTo>
                  <a:lnTo>
                    <a:pt x="248090" y="275457"/>
                  </a:lnTo>
                  <a:lnTo>
                    <a:pt x="248090" y="275209"/>
                  </a:lnTo>
                  <a:lnTo>
                    <a:pt x="248090" y="274961"/>
                  </a:lnTo>
                  <a:lnTo>
                    <a:pt x="248090" y="274713"/>
                  </a:lnTo>
                  <a:lnTo>
                    <a:pt x="248090" y="274465"/>
                  </a:lnTo>
                  <a:lnTo>
                    <a:pt x="248090" y="274217"/>
                  </a:lnTo>
                  <a:lnTo>
                    <a:pt x="248090" y="273970"/>
                  </a:lnTo>
                  <a:lnTo>
                    <a:pt x="248798" y="273970"/>
                  </a:lnTo>
                  <a:lnTo>
                    <a:pt x="249507" y="273970"/>
                  </a:lnTo>
                  <a:lnTo>
                    <a:pt x="250216" y="273970"/>
                  </a:lnTo>
                  <a:lnTo>
                    <a:pt x="250216" y="273722"/>
                  </a:lnTo>
                  <a:lnTo>
                    <a:pt x="250216" y="273474"/>
                  </a:lnTo>
                  <a:lnTo>
                    <a:pt x="250216" y="273226"/>
                  </a:lnTo>
                  <a:lnTo>
                    <a:pt x="250925" y="273226"/>
                  </a:lnTo>
                  <a:lnTo>
                    <a:pt x="250925" y="272978"/>
                  </a:lnTo>
                  <a:lnTo>
                    <a:pt x="250925" y="272730"/>
                  </a:lnTo>
                  <a:lnTo>
                    <a:pt x="250925" y="272482"/>
                  </a:lnTo>
                  <a:lnTo>
                    <a:pt x="251634" y="272482"/>
                  </a:lnTo>
                  <a:lnTo>
                    <a:pt x="252343" y="272482"/>
                  </a:lnTo>
                  <a:lnTo>
                    <a:pt x="252343" y="272234"/>
                  </a:lnTo>
                  <a:lnTo>
                    <a:pt x="252343" y="271986"/>
                  </a:lnTo>
                  <a:lnTo>
                    <a:pt x="253051" y="271986"/>
                  </a:lnTo>
                  <a:lnTo>
                    <a:pt x="253051" y="271738"/>
                  </a:lnTo>
                  <a:lnTo>
                    <a:pt x="253051" y="271490"/>
                  </a:lnTo>
                  <a:lnTo>
                    <a:pt x="253051" y="271242"/>
                  </a:lnTo>
                  <a:lnTo>
                    <a:pt x="253760" y="271242"/>
                  </a:lnTo>
                  <a:lnTo>
                    <a:pt x="253760" y="270994"/>
                  </a:lnTo>
                  <a:lnTo>
                    <a:pt x="253760" y="270746"/>
                  </a:lnTo>
                  <a:lnTo>
                    <a:pt x="253760" y="270498"/>
                  </a:lnTo>
                  <a:lnTo>
                    <a:pt x="253760" y="270251"/>
                  </a:lnTo>
                  <a:lnTo>
                    <a:pt x="253760" y="270003"/>
                  </a:lnTo>
                  <a:lnTo>
                    <a:pt x="253760" y="269755"/>
                  </a:lnTo>
                  <a:lnTo>
                    <a:pt x="253760" y="269507"/>
                  </a:lnTo>
                  <a:lnTo>
                    <a:pt x="253760" y="269259"/>
                  </a:lnTo>
                  <a:lnTo>
                    <a:pt x="254469" y="269259"/>
                  </a:lnTo>
                  <a:lnTo>
                    <a:pt x="254469" y="269011"/>
                  </a:lnTo>
                  <a:lnTo>
                    <a:pt x="254469" y="268763"/>
                  </a:lnTo>
                  <a:lnTo>
                    <a:pt x="254469" y="268515"/>
                  </a:lnTo>
                  <a:lnTo>
                    <a:pt x="254469" y="268267"/>
                  </a:lnTo>
                  <a:lnTo>
                    <a:pt x="254469" y="268019"/>
                  </a:lnTo>
                  <a:lnTo>
                    <a:pt x="254469" y="267771"/>
                  </a:lnTo>
                  <a:lnTo>
                    <a:pt x="255178" y="267771"/>
                  </a:lnTo>
                  <a:lnTo>
                    <a:pt x="255178" y="267523"/>
                  </a:lnTo>
                  <a:lnTo>
                    <a:pt x="255178" y="267275"/>
                  </a:lnTo>
                  <a:lnTo>
                    <a:pt x="255178" y="267027"/>
                  </a:lnTo>
                  <a:lnTo>
                    <a:pt x="255887" y="267027"/>
                  </a:lnTo>
                  <a:lnTo>
                    <a:pt x="256595" y="267027"/>
                  </a:lnTo>
                  <a:lnTo>
                    <a:pt x="257304" y="267027"/>
                  </a:lnTo>
                  <a:lnTo>
                    <a:pt x="258013" y="267027"/>
                  </a:lnTo>
                  <a:lnTo>
                    <a:pt x="258013" y="266779"/>
                  </a:lnTo>
                  <a:lnTo>
                    <a:pt x="258013" y="266531"/>
                  </a:lnTo>
                  <a:lnTo>
                    <a:pt x="258013" y="266284"/>
                  </a:lnTo>
                  <a:lnTo>
                    <a:pt x="258722" y="266284"/>
                  </a:lnTo>
                  <a:lnTo>
                    <a:pt x="258722" y="266036"/>
                  </a:lnTo>
                  <a:lnTo>
                    <a:pt x="258722" y="265788"/>
                  </a:lnTo>
                  <a:lnTo>
                    <a:pt x="258722" y="265540"/>
                  </a:lnTo>
                  <a:lnTo>
                    <a:pt x="259431" y="265540"/>
                  </a:lnTo>
                  <a:lnTo>
                    <a:pt x="259431" y="265292"/>
                  </a:lnTo>
                  <a:lnTo>
                    <a:pt x="259431" y="265044"/>
                  </a:lnTo>
                  <a:lnTo>
                    <a:pt x="259431" y="264796"/>
                  </a:lnTo>
                  <a:lnTo>
                    <a:pt x="259431" y="264548"/>
                  </a:lnTo>
                  <a:lnTo>
                    <a:pt x="259431" y="264300"/>
                  </a:lnTo>
                  <a:lnTo>
                    <a:pt x="260140" y="264300"/>
                  </a:lnTo>
                  <a:lnTo>
                    <a:pt x="260848" y="264300"/>
                  </a:lnTo>
                  <a:lnTo>
                    <a:pt x="261557" y="264300"/>
                  </a:lnTo>
                  <a:lnTo>
                    <a:pt x="262266" y="264300"/>
                  </a:lnTo>
                  <a:lnTo>
                    <a:pt x="262266" y="264052"/>
                  </a:lnTo>
                  <a:lnTo>
                    <a:pt x="262266" y="263804"/>
                  </a:lnTo>
                  <a:lnTo>
                    <a:pt x="262266" y="263556"/>
                  </a:lnTo>
                  <a:lnTo>
                    <a:pt x="262975" y="263556"/>
                  </a:lnTo>
                  <a:lnTo>
                    <a:pt x="263684" y="263556"/>
                  </a:lnTo>
                  <a:lnTo>
                    <a:pt x="263684" y="263308"/>
                  </a:lnTo>
                  <a:lnTo>
                    <a:pt x="263684" y="263060"/>
                  </a:lnTo>
                  <a:lnTo>
                    <a:pt x="263684" y="262812"/>
                  </a:lnTo>
                  <a:lnTo>
                    <a:pt x="264393" y="262812"/>
                  </a:lnTo>
                  <a:lnTo>
                    <a:pt x="264393" y="262564"/>
                  </a:lnTo>
                  <a:lnTo>
                    <a:pt x="264393" y="262317"/>
                  </a:lnTo>
                  <a:lnTo>
                    <a:pt x="265101" y="262317"/>
                  </a:lnTo>
                  <a:lnTo>
                    <a:pt x="265810" y="262317"/>
                  </a:lnTo>
                  <a:lnTo>
                    <a:pt x="265810" y="262069"/>
                  </a:lnTo>
                  <a:lnTo>
                    <a:pt x="266519" y="262069"/>
                  </a:lnTo>
                  <a:lnTo>
                    <a:pt x="267228" y="262069"/>
                  </a:lnTo>
                  <a:lnTo>
                    <a:pt x="267228" y="261821"/>
                  </a:lnTo>
                  <a:lnTo>
                    <a:pt x="267228" y="261573"/>
                  </a:lnTo>
                  <a:lnTo>
                    <a:pt x="267228" y="261325"/>
                  </a:lnTo>
                  <a:lnTo>
                    <a:pt x="267228" y="261077"/>
                  </a:lnTo>
                  <a:lnTo>
                    <a:pt x="267228" y="260829"/>
                  </a:lnTo>
                  <a:lnTo>
                    <a:pt x="267937" y="260829"/>
                  </a:lnTo>
                  <a:lnTo>
                    <a:pt x="267937" y="260581"/>
                  </a:lnTo>
                  <a:lnTo>
                    <a:pt x="267937" y="260333"/>
                  </a:lnTo>
                  <a:lnTo>
                    <a:pt x="268646" y="260333"/>
                  </a:lnTo>
                  <a:lnTo>
                    <a:pt x="268646" y="260085"/>
                  </a:lnTo>
                  <a:lnTo>
                    <a:pt x="268646" y="259837"/>
                  </a:lnTo>
                  <a:lnTo>
                    <a:pt x="268646" y="259589"/>
                  </a:lnTo>
                  <a:lnTo>
                    <a:pt x="269354" y="259589"/>
                  </a:lnTo>
                  <a:lnTo>
                    <a:pt x="269354" y="259341"/>
                  </a:lnTo>
                  <a:lnTo>
                    <a:pt x="269354" y="259093"/>
                  </a:lnTo>
                  <a:lnTo>
                    <a:pt x="270063" y="259093"/>
                  </a:lnTo>
                  <a:lnTo>
                    <a:pt x="270063" y="258845"/>
                  </a:lnTo>
                  <a:lnTo>
                    <a:pt x="270063" y="258597"/>
                  </a:lnTo>
                  <a:lnTo>
                    <a:pt x="270063" y="258350"/>
                  </a:lnTo>
                  <a:lnTo>
                    <a:pt x="270772" y="258350"/>
                  </a:lnTo>
                  <a:lnTo>
                    <a:pt x="270772" y="258102"/>
                  </a:lnTo>
                  <a:lnTo>
                    <a:pt x="270772" y="257854"/>
                  </a:lnTo>
                  <a:lnTo>
                    <a:pt x="271481" y="257854"/>
                  </a:lnTo>
                  <a:lnTo>
                    <a:pt x="271481" y="257606"/>
                  </a:lnTo>
                  <a:lnTo>
                    <a:pt x="271481" y="257358"/>
                  </a:lnTo>
                  <a:lnTo>
                    <a:pt x="272190" y="257358"/>
                  </a:lnTo>
                  <a:lnTo>
                    <a:pt x="272190" y="257110"/>
                  </a:lnTo>
                  <a:lnTo>
                    <a:pt x="272899" y="257110"/>
                  </a:lnTo>
                  <a:lnTo>
                    <a:pt x="272899" y="256862"/>
                  </a:lnTo>
                  <a:lnTo>
                    <a:pt x="272899" y="256614"/>
                  </a:lnTo>
                  <a:lnTo>
                    <a:pt x="273607" y="256614"/>
                  </a:lnTo>
                  <a:lnTo>
                    <a:pt x="274316" y="256614"/>
                  </a:lnTo>
                  <a:lnTo>
                    <a:pt x="274316" y="256366"/>
                  </a:lnTo>
                  <a:lnTo>
                    <a:pt x="275025" y="256366"/>
                  </a:lnTo>
                  <a:lnTo>
                    <a:pt x="275025" y="256118"/>
                  </a:lnTo>
                  <a:lnTo>
                    <a:pt x="275025" y="255870"/>
                  </a:lnTo>
                  <a:lnTo>
                    <a:pt x="275734" y="255870"/>
                  </a:lnTo>
                  <a:lnTo>
                    <a:pt x="275734" y="255622"/>
                  </a:lnTo>
                  <a:lnTo>
                    <a:pt x="276443" y="255622"/>
                  </a:lnTo>
                  <a:lnTo>
                    <a:pt x="276443" y="255374"/>
                  </a:lnTo>
                  <a:lnTo>
                    <a:pt x="277152" y="255374"/>
                  </a:lnTo>
                  <a:lnTo>
                    <a:pt x="277152" y="255126"/>
                  </a:lnTo>
                  <a:lnTo>
                    <a:pt x="277152" y="254878"/>
                  </a:lnTo>
                  <a:lnTo>
                    <a:pt x="277152" y="254630"/>
                  </a:lnTo>
                  <a:lnTo>
                    <a:pt x="277860" y="254630"/>
                  </a:lnTo>
                  <a:lnTo>
                    <a:pt x="277860" y="254383"/>
                  </a:lnTo>
                  <a:lnTo>
                    <a:pt x="277860" y="254135"/>
                  </a:lnTo>
                  <a:lnTo>
                    <a:pt x="277860" y="253887"/>
                  </a:lnTo>
                  <a:lnTo>
                    <a:pt x="277860" y="253639"/>
                  </a:lnTo>
                  <a:lnTo>
                    <a:pt x="277860" y="253391"/>
                  </a:lnTo>
                  <a:lnTo>
                    <a:pt x="278569" y="253391"/>
                  </a:lnTo>
                  <a:lnTo>
                    <a:pt x="278569" y="253143"/>
                  </a:lnTo>
                  <a:lnTo>
                    <a:pt x="278569" y="252895"/>
                  </a:lnTo>
                  <a:lnTo>
                    <a:pt x="279278" y="252895"/>
                  </a:lnTo>
                  <a:lnTo>
                    <a:pt x="279278" y="252647"/>
                  </a:lnTo>
                  <a:lnTo>
                    <a:pt x="279278" y="252399"/>
                  </a:lnTo>
                  <a:lnTo>
                    <a:pt x="279987" y="252399"/>
                  </a:lnTo>
                  <a:lnTo>
                    <a:pt x="280696" y="252399"/>
                  </a:lnTo>
                  <a:lnTo>
                    <a:pt x="281404" y="252399"/>
                  </a:lnTo>
                  <a:lnTo>
                    <a:pt x="282113" y="252399"/>
                  </a:lnTo>
                  <a:lnTo>
                    <a:pt x="282113" y="252151"/>
                  </a:lnTo>
                  <a:lnTo>
                    <a:pt x="282113" y="251903"/>
                  </a:lnTo>
                  <a:lnTo>
                    <a:pt x="282113" y="251655"/>
                  </a:lnTo>
                  <a:lnTo>
                    <a:pt x="282113" y="251407"/>
                  </a:lnTo>
                  <a:lnTo>
                    <a:pt x="282113" y="251159"/>
                  </a:lnTo>
                  <a:lnTo>
                    <a:pt x="282822" y="251159"/>
                  </a:lnTo>
                  <a:lnTo>
                    <a:pt x="282822" y="250911"/>
                  </a:lnTo>
                  <a:lnTo>
                    <a:pt x="283531" y="250911"/>
                  </a:lnTo>
                  <a:lnTo>
                    <a:pt x="283531" y="250664"/>
                  </a:lnTo>
                  <a:lnTo>
                    <a:pt x="284240" y="250664"/>
                  </a:lnTo>
                  <a:lnTo>
                    <a:pt x="284949" y="250664"/>
                  </a:lnTo>
                  <a:lnTo>
                    <a:pt x="284949" y="250416"/>
                  </a:lnTo>
                  <a:lnTo>
                    <a:pt x="284949" y="250168"/>
                  </a:lnTo>
                  <a:lnTo>
                    <a:pt x="285657" y="250168"/>
                  </a:lnTo>
                  <a:lnTo>
                    <a:pt x="285657" y="249920"/>
                  </a:lnTo>
                  <a:lnTo>
                    <a:pt x="286366" y="249920"/>
                  </a:lnTo>
                  <a:lnTo>
                    <a:pt x="286366" y="249672"/>
                  </a:lnTo>
                  <a:lnTo>
                    <a:pt x="286366" y="249424"/>
                  </a:lnTo>
                  <a:lnTo>
                    <a:pt x="286366" y="249176"/>
                  </a:lnTo>
                  <a:lnTo>
                    <a:pt x="286366" y="248928"/>
                  </a:lnTo>
                  <a:lnTo>
                    <a:pt x="287075" y="248928"/>
                  </a:lnTo>
                  <a:lnTo>
                    <a:pt x="287784" y="248928"/>
                  </a:lnTo>
                  <a:lnTo>
                    <a:pt x="287784" y="248680"/>
                  </a:lnTo>
                  <a:lnTo>
                    <a:pt x="287784" y="248432"/>
                  </a:lnTo>
                  <a:lnTo>
                    <a:pt x="288493" y="248432"/>
                  </a:lnTo>
                  <a:lnTo>
                    <a:pt x="288493" y="248184"/>
                  </a:lnTo>
                  <a:lnTo>
                    <a:pt x="289202" y="248184"/>
                  </a:lnTo>
                  <a:lnTo>
                    <a:pt x="289202" y="247936"/>
                  </a:lnTo>
                  <a:lnTo>
                    <a:pt x="289910" y="247936"/>
                  </a:lnTo>
                  <a:lnTo>
                    <a:pt x="289910" y="247688"/>
                  </a:lnTo>
                  <a:lnTo>
                    <a:pt x="289910" y="247440"/>
                  </a:lnTo>
                  <a:lnTo>
                    <a:pt x="290619" y="247440"/>
                  </a:lnTo>
                  <a:lnTo>
                    <a:pt x="290619" y="247192"/>
                  </a:lnTo>
                  <a:lnTo>
                    <a:pt x="291328" y="247192"/>
                  </a:lnTo>
                  <a:lnTo>
                    <a:pt x="291328" y="246944"/>
                  </a:lnTo>
                  <a:lnTo>
                    <a:pt x="292037" y="246944"/>
                  </a:lnTo>
                  <a:lnTo>
                    <a:pt x="292037" y="246697"/>
                  </a:lnTo>
                  <a:lnTo>
                    <a:pt x="292037" y="246449"/>
                  </a:lnTo>
                  <a:lnTo>
                    <a:pt x="292746" y="246449"/>
                  </a:lnTo>
                  <a:lnTo>
                    <a:pt x="292746" y="246201"/>
                  </a:lnTo>
                  <a:lnTo>
                    <a:pt x="292746" y="245953"/>
                  </a:lnTo>
                  <a:lnTo>
                    <a:pt x="292746" y="245705"/>
                  </a:lnTo>
                  <a:lnTo>
                    <a:pt x="292746" y="245457"/>
                  </a:lnTo>
                  <a:lnTo>
                    <a:pt x="293455" y="245457"/>
                  </a:lnTo>
                  <a:lnTo>
                    <a:pt x="294163" y="245457"/>
                  </a:lnTo>
                  <a:lnTo>
                    <a:pt x="294163" y="245209"/>
                  </a:lnTo>
                  <a:lnTo>
                    <a:pt x="294163" y="244961"/>
                  </a:lnTo>
                  <a:lnTo>
                    <a:pt x="294872" y="244961"/>
                  </a:lnTo>
                  <a:lnTo>
                    <a:pt x="294872" y="244713"/>
                  </a:lnTo>
                  <a:lnTo>
                    <a:pt x="294872" y="244465"/>
                  </a:lnTo>
                  <a:lnTo>
                    <a:pt x="294872" y="244217"/>
                  </a:lnTo>
                  <a:lnTo>
                    <a:pt x="294872" y="243969"/>
                  </a:lnTo>
                  <a:lnTo>
                    <a:pt x="294872" y="243721"/>
                  </a:lnTo>
                  <a:lnTo>
                    <a:pt x="294872" y="243473"/>
                  </a:lnTo>
                  <a:lnTo>
                    <a:pt x="294872" y="243225"/>
                  </a:lnTo>
                  <a:lnTo>
                    <a:pt x="294872" y="242977"/>
                  </a:lnTo>
                  <a:lnTo>
                    <a:pt x="295581" y="242977"/>
                  </a:lnTo>
                  <a:lnTo>
                    <a:pt x="295581" y="242730"/>
                  </a:lnTo>
                  <a:lnTo>
                    <a:pt x="295581" y="242482"/>
                  </a:lnTo>
                  <a:lnTo>
                    <a:pt x="296290" y="242482"/>
                  </a:lnTo>
                  <a:lnTo>
                    <a:pt x="296290" y="242234"/>
                  </a:lnTo>
                  <a:lnTo>
                    <a:pt x="296290" y="241986"/>
                  </a:lnTo>
                  <a:lnTo>
                    <a:pt x="296290" y="241738"/>
                  </a:lnTo>
                  <a:lnTo>
                    <a:pt x="296290" y="241490"/>
                  </a:lnTo>
                  <a:lnTo>
                    <a:pt x="296290" y="241242"/>
                  </a:lnTo>
                  <a:lnTo>
                    <a:pt x="296290" y="240994"/>
                  </a:lnTo>
                  <a:lnTo>
                    <a:pt x="296999" y="240994"/>
                  </a:lnTo>
                  <a:lnTo>
                    <a:pt x="296999" y="240746"/>
                  </a:lnTo>
                  <a:lnTo>
                    <a:pt x="296999" y="240498"/>
                  </a:lnTo>
                  <a:lnTo>
                    <a:pt x="296999" y="240250"/>
                  </a:lnTo>
                  <a:lnTo>
                    <a:pt x="296999" y="240002"/>
                  </a:lnTo>
                  <a:lnTo>
                    <a:pt x="297708" y="240002"/>
                  </a:lnTo>
                  <a:lnTo>
                    <a:pt x="298416" y="240002"/>
                  </a:lnTo>
                  <a:lnTo>
                    <a:pt x="298416" y="239754"/>
                  </a:lnTo>
                  <a:lnTo>
                    <a:pt x="298416" y="239506"/>
                  </a:lnTo>
                  <a:lnTo>
                    <a:pt x="298416" y="239258"/>
                  </a:lnTo>
                  <a:lnTo>
                    <a:pt x="298416" y="239010"/>
                  </a:lnTo>
                  <a:lnTo>
                    <a:pt x="298416" y="238763"/>
                  </a:lnTo>
                  <a:lnTo>
                    <a:pt x="298416" y="238515"/>
                  </a:lnTo>
                  <a:lnTo>
                    <a:pt x="298416" y="238267"/>
                  </a:lnTo>
                  <a:lnTo>
                    <a:pt x="299125" y="238267"/>
                  </a:lnTo>
                  <a:lnTo>
                    <a:pt x="299125" y="238019"/>
                  </a:lnTo>
                  <a:lnTo>
                    <a:pt x="299125" y="237771"/>
                  </a:lnTo>
                  <a:lnTo>
                    <a:pt x="299125" y="237523"/>
                  </a:lnTo>
                  <a:lnTo>
                    <a:pt x="299834" y="237523"/>
                  </a:lnTo>
                  <a:lnTo>
                    <a:pt x="299834" y="237275"/>
                  </a:lnTo>
                  <a:lnTo>
                    <a:pt x="299834" y="237027"/>
                  </a:lnTo>
                  <a:lnTo>
                    <a:pt x="299834" y="236779"/>
                  </a:lnTo>
                  <a:lnTo>
                    <a:pt x="299834" y="236531"/>
                  </a:lnTo>
                  <a:lnTo>
                    <a:pt x="299834" y="236283"/>
                  </a:lnTo>
                  <a:lnTo>
                    <a:pt x="300543" y="236283"/>
                  </a:lnTo>
                  <a:lnTo>
                    <a:pt x="301252" y="236283"/>
                  </a:lnTo>
                  <a:lnTo>
                    <a:pt x="301252" y="236035"/>
                  </a:lnTo>
                  <a:lnTo>
                    <a:pt x="301252" y="235787"/>
                  </a:lnTo>
                  <a:lnTo>
                    <a:pt x="301252" y="235539"/>
                  </a:lnTo>
                  <a:lnTo>
                    <a:pt x="301252" y="235291"/>
                  </a:lnTo>
                  <a:lnTo>
                    <a:pt x="301252" y="235043"/>
                  </a:lnTo>
                  <a:lnTo>
                    <a:pt x="301961" y="235043"/>
                  </a:lnTo>
                  <a:lnTo>
                    <a:pt x="301961" y="234796"/>
                  </a:lnTo>
                  <a:lnTo>
                    <a:pt x="301961" y="234548"/>
                  </a:lnTo>
                  <a:lnTo>
                    <a:pt x="302669" y="234548"/>
                  </a:lnTo>
                  <a:lnTo>
                    <a:pt x="303378" y="234548"/>
                  </a:lnTo>
                  <a:lnTo>
                    <a:pt x="304087" y="234548"/>
                  </a:lnTo>
                  <a:lnTo>
                    <a:pt x="304087" y="234300"/>
                  </a:lnTo>
                  <a:lnTo>
                    <a:pt x="304796" y="234300"/>
                  </a:lnTo>
                  <a:lnTo>
                    <a:pt x="305505" y="234300"/>
                  </a:lnTo>
                  <a:lnTo>
                    <a:pt x="305505" y="234052"/>
                  </a:lnTo>
                  <a:lnTo>
                    <a:pt x="306214" y="234052"/>
                  </a:lnTo>
                  <a:lnTo>
                    <a:pt x="306922" y="234052"/>
                  </a:lnTo>
                  <a:lnTo>
                    <a:pt x="307631" y="234052"/>
                  </a:lnTo>
                  <a:lnTo>
                    <a:pt x="308340" y="234052"/>
                  </a:lnTo>
                  <a:lnTo>
                    <a:pt x="308340" y="233804"/>
                  </a:lnTo>
                  <a:lnTo>
                    <a:pt x="308340" y="233556"/>
                  </a:lnTo>
                  <a:lnTo>
                    <a:pt x="308340" y="233308"/>
                  </a:lnTo>
                  <a:lnTo>
                    <a:pt x="309049" y="233308"/>
                  </a:lnTo>
                  <a:lnTo>
                    <a:pt x="309758" y="233308"/>
                  </a:lnTo>
                  <a:lnTo>
                    <a:pt x="309758" y="233060"/>
                  </a:lnTo>
                  <a:lnTo>
                    <a:pt x="309758" y="232812"/>
                  </a:lnTo>
                  <a:lnTo>
                    <a:pt x="310466" y="232812"/>
                  </a:lnTo>
                  <a:lnTo>
                    <a:pt x="310466" y="232564"/>
                  </a:lnTo>
                  <a:lnTo>
                    <a:pt x="310466" y="232316"/>
                  </a:lnTo>
                  <a:lnTo>
                    <a:pt x="310466" y="232068"/>
                  </a:lnTo>
                  <a:lnTo>
                    <a:pt x="310466" y="231820"/>
                  </a:lnTo>
                  <a:lnTo>
                    <a:pt x="311175" y="231820"/>
                  </a:lnTo>
                  <a:lnTo>
                    <a:pt x="311884" y="231820"/>
                  </a:lnTo>
                  <a:lnTo>
                    <a:pt x="312593" y="231820"/>
                  </a:lnTo>
                  <a:lnTo>
                    <a:pt x="312593" y="231572"/>
                  </a:lnTo>
                  <a:lnTo>
                    <a:pt x="312593" y="231324"/>
                  </a:lnTo>
                  <a:lnTo>
                    <a:pt x="312593" y="231077"/>
                  </a:lnTo>
                  <a:lnTo>
                    <a:pt x="312593" y="230829"/>
                  </a:lnTo>
                  <a:lnTo>
                    <a:pt x="313302" y="230829"/>
                  </a:lnTo>
                  <a:lnTo>
                    <a:pt x="313302" y="230581"/>
                  </a:lnTo>
                  <a:lnTo>
                    <a:pt x="313302" y="230333"/>
                  </a:lnTo>
                  <a:lnTo>
                    <a:pt x="314011" y="230333"/>
                  </a:lnTo>
                  <a:lnTo>
                    <a:pt x="314719" y="230333"/>
                  </a:lnTo>
                  <a:lnTo>
                    <a:pt x="314719" y="230085"/>
                  </a:lnTo>
                  <a:lnTo>
                    <a:pt x="315428" y="230085"/>
                  </a:lnTo>
                  <a:lnTo>
                    <a:pt x="315428" y="229837"/>
                  </a:lnTo>
                  <a:lnTo>
                    <a:pt x="316137" y="229837"/>
                  </a:lnTo>
                  <a:lnTo>
                    <a:pt x="316846" y="229837"/>
                  </a:lnTo>
                  <a:lnTo>
                    <a:pt x="316846" y="229589"/>
                  </a:lnTo>
                  <a:lnTo>
                    <a:pt x="316846" y="229341"/>
                  </a:lnTo>
                  <a:lnTo>
                    <a:pt x="316846" y="229093"/>
                  </a:lnTo>
                  <a:lnTo>
                    <a:pt x="317555" y="229093"/>
                  </a:lnTo>
                  <a:lnTo>
                    <a:pt x="318264" y="229093"/>
                  </a:lnTo>
                  <a:lnTo>
                    <a:pt x="318264" y="228845"/>
                  </a:lnTo>
                  <a:lnTo>
                    <a:pt x="318972" y="228845"/>
                  </a:lnTo>
                  <a:lnTo>
                    <a:pt x="319681" y="228845"/>
                  </a:lnTo>
                  <a:lnTo>
                    <a:pt x="319681" y="228597"/>
                  </a:lnTo>
                  <a:lnTo>
                    <a:pt x="320390" y="228597"/>
                  </a:lnTo>
                  <a:lnTo>
                    <a:pt x="321099" y="228597"/>
                  </a:lnTo>
                  <a:lnTo>
                    <a:pt x="321808" y="228597"/>
                  </a:lnTo>
                  <a:lnTo>
                    <a:pt x="322517" y="228597"/>
                  </a:lnTo>
                  <a:lnTo>
                    <a:pt x="322517" y="228349"/>
                  </a:lnTo>
                  <a:lnTo>
                    <a:pt x="323225" y="228349"/>
                  </a:lnTo>
                  <a:lnTo>
                    <a:pt x="323225" y="228101"/>
                  </a:lnTo>
                  <a:lnTo>
                    <a:pt x="323934" y="228101"/>
                  </a:lnTo>
                  <a:lnTo>
                    <a:pt x="323934" y="227853"/>
                  </a:lnTo>
                  <a:lnTo>
                    <a:pt x="323934" y="227605"/>
                  </a:lnTo>
                  <a:lnTo>
                    <a:pt x="323934" y="227357"/>
                  </a:lnTo>
                  <a:lnTo>
                    <a:pt x="323934" y="227110"/>
                  </a:lnTo>
                  <a:lnTo>
                    <a:pt x="323934" y="226862"/>
                  </a:lnTo>
                  <a:lnTo>
                    <a:pt x="324643" y="226862"/>
                  </a:lnTo>
                  <a:lnTo>
                    <a:pt x="325352" y="226862"/>
                  </a:lnTo>
                  <a:lnTo>
                    <a:pt x="326061" y="226862"/>
                  </a:lnTo>
                  <a:lnTo>
                    <a:pt x="326770" y="226862"/>
                  </a:lnTo>
                  <a:lnTo>
                    <a:pt x="327478" y="226862"/>
                  </a:lnTo>
                  <a:lnTo>
                    <a:pt x="328187" y="226862"/>
                  </a:lnTo>
                  <a:lnTo>
                    <a:pt x="328187" y="226614"/>
                  </a:lnTo>
                  <a:lnTo>
                    <a:pt x="328187" y="226366"/>
                  </a:lnTo>
                  <a:lnTo>
                    <a:pt x="328896" y="226366"/>
                  </a:lnTo>
                  <a:lnTo>
                    <a:pt x="328896" y="226118"/>
                  </a:lnTo>
                  <a:lnTo>
                    <a:pt x="328896" y="225870"/>
                  </a:lnTo>
                  <a:lnTo>
                    <a:pt x="329605" y="225870"/>
                  </a:lnTo>
                  <a:lnTo>
                    <a:pt x="330314" y="225870"/>
                  </a:lnTo>
                  <a:lnTo>
                    <a:pt x="330314" y="225622"/>
                  </a:lnTo>
                  <a:lnTo>
                    <a:pt x="330314" y="225374"/>
                  </a:lnTo>
                  <a:lnTo>
                    <a:pt x="330314" y="225126"/>
                  </a:lnTo>
                  <a:lnTo>
                    <a:pt x="330314" y="224878"/>
                  </a:lnTo>
                  <a:lnTo>
                    <a:pt x="330314" y="224630"/>
                  </a:lnTo>
                  <a:lnTo>
                    <a:pt x="331023" y="224630"/>
                  </a:lnTo>
                  <a:lnTo>
                    <a:pt x="331731" y="224630"/>
                  </a:lnTo>
                  <a:lnTo>
                    <a:pt x="332440" y="224630"/>
                  </a:lnTo>
                  <a:lnTo>
                    <a:pt x="333149" y="224630"/>
                  </a:lnTo>
                  <a:lnTo>
                    <a:pt x="333149" y="224382"/>
                  </a:lnTo>
                  <a:lnTo>
                    <a:pt x="333149" y="224134"/>
                  </a:lnTo>
                  <a:lnTo>
                    <a:pt x="333149" y="223886"/>
                  </a:lnTo>
                  <a:lnTo>
                    <a:pt x="333149" y="223638"/>
                  </a:lnTo>
                  <a:lnTo>
                    <a:pt x="333149" y="223390"/>
                  </a:lnTo>
                  <a:lnTo>
                    <a:pt x="333149" y="223143"/>
                  </a:lnTo>
                  <a:lnTo>
                    <a:pt x="333149" y="222895"/>
                  </a:lnTo>
                  <a:lnTo>
                    <a:pt x="333149" y="222647"/>
                  </a:lnTo>
                  <a:lnTo>
                    <a:pt x="333149" y="222399"/>
                  </a:lnTo>
                  <a:lnTo>
                    <a:pt x="333149" y="222151"/>
                  </a:lnTo>
                  <a:lnTo>
                    <a:pt x="333149" y="221903"/>
                  </a:lnTo>
                  <a:lnTo>
                    <a:pt x="333858" y="221903"/>
                  </a:lnTo>
                  <a:lnTo>
                    <a:pt x="334567" y="221903"/>
                  </a:lnTo>
                  <a:lnTo>
                    <a:pt x="334567" y="221655"/>
                  </a:lnTo>
                  <a:lnTo>
                    <a:pt x="334567" y="221407"/>
                  </a:lnTo>
                  <a:lnTo>
                    <a:pt x="334567" y="221159"/>
                  </a:lnTo>
                  <a:lnTo>
                    <a:pt x="334567" y="220911"/>
                  </a:lnTo>
                  <a:lnTo>
                    <a:pt x="334567" y="220663"/>
                  </a:lnTo>
                  <a:lnTo>
                    <a:pt x="334567" y="220415"/>
                  </a:lnTo>
                  <a:lnTo>
                    <a:pt x="334567" y="220167"/>
                  </a:lnTo>
                  <a:lnTo>
                    <a:pt x="335275" y="220167"/>
                  </a:lnTo>
                  <a:lnTo>
                    <a:pt x="335984" y="220167"/>
                  </a:lnTo>
                  <a:lnTo>
                    <a:pt x="335984" y="219919"/>
                  </a:lnTo>
                  <a:lnTo>
                    <a:pt x="336693" y="219919"/>
                  </a:lnTo>
                  <a:lnTo>
                    <a:pt x="336693" y="219671"/>
                  </a:lnTo>
                  <a:lnTo>
                    <a:pt x="336693" y="219423"/>
                  </a:lnTo>
                  <a:lnTo>
                    <a:pt x="337402" y="219423"/>
                  </a:lnTo>
                  <a:lnTo>
                    <a:pt x="338111" y="219423"/>
                  </a:lnTo>
                  <a:lnTo>
                    <a:pt x="338111" y="219176"/>
                  </a:lnTo>
                  <a:lnTo>
                    <a:pt x="338111" y="218928"/>
                  </a:lnTo>
                  <a:lnTo>
                    <a:pt x="338820" y="218928"/>
                  </a:lnTo>
                  <a:lnTo>
                    <a:pt x="339528" y="218928"/>
                  </a:lnTo>
                  <a:lnTo>
                    <a:pt x="339528" y="218680"/>
                  </a:lnTo>
                  <a:lnTo>
                    <a:pt x="339528" y="218432"/>
                  </a:lnTo>
                  <a:lnTo>
                    <a:pt x="340237" y="218432"/>
                  </a:lnTo>
                  <a:lnTo>
                    <a:pt x="340946" y="218432"/>
                  </a:lnTo>
                  <a:lnTo>
                    <a:pt x="341655" y="218432"/>
                  </a:lnTo>
                  <a:lnTo>
                    <a:pt x="341655" y="218184"/>
                  </a:lnTo>
                  <a:lnTo>
                    <a:pt x="342364" y="218184"/>
                  </a:lnTo>
                  <a:lnTo>
                    <a:pt x="342364" y="217936"/>
                  </a:lnTo>
                  <a:lnTo>
                    <a:pt x="342364" y="217688"/>
                  </a:lnTo>
                  <a:lnTo>
                    <a:pt x="342364" y="217440"/>
                  </a:lnTo>
                  <a:lnTo>
                    <a:pt x="342364" y="217192"/>
                  </a:lnTo>
                  <a:lnTo>
                    <a:pt x="342364" y="216944"/>
                  </a:lnTo>
                  <a:lnTo>
                    <a:pt x="343073" y="216944"/>
                  </a:lnTo>
                  <a:lnTo>
                    <a:pt x="343781" y="216944"/>
                  </a:lnTo>
                  <a:lnTo>
                    <a:pt x="343781" y="216696"/>
                  </a:lnTo>
                  <a:lnTo>
                    <a:pt x="343781" y="216448"/>
                  </a:lnTo>
                  <a:lnTo>
                    <a:pt x="343781" y="216200"/>
                  </a:lnTo>
                  <a:lnTo>
                    <a:pt x="343781" y="215952"/>
                  </a:lnTo>
                  <a:lnTo>
                    <a:pt x="343781" y="215704"/>
                  </a:lnTo>
                  <a:lnTo>
                    <a:pt x="344490" y="215704"/>
                  </a:lnTo>
                  <a:lnTo>
                    <a:pt x="344490" y="215456"/>
                  </a:lnTo>
                  <a:lnTo>
                    <a:pt x="345199" y="215456"/>
                  </a:lnTo>
                  <a:lnTo>
                    <a:pt x="345908" y="215456"/>
                  </a:lnTo>
                  <a:lnTo>
                    <a:pt x="346617" y="215456"/>
                  </a:lnTo>
                  <a:lnTo>
                    <a:pt x="346617" y="215209"/>
                  </a:lnTo>
                  <a:lnTo>
                    <a:pt x="347326" y="215209"/>
                  </a:lnTo>
                  <a:lnTo>
                    <a:pt x="347326" y="214961"/>
                  </a:lnTo>
                  <a:lnTo>
                    <a:pt x="347326" y="214713"/>
                  </a:lnTo>
                  <a:lnTo>
                    <a:pt x="347326" y="214465"/>
                  </a:lnTo>
                  <a:lnTo>
                    <a:pt x="347326" y="214217"/>
                  </a:lnTo>
                  <a:lnTo>
                    <a:pt x="347326" y="213969"/>
                  </a:lnTo>
                  <a:lnTo>
                    <a:pt x="347326" y="213721"/>
                  </a:lnTo>
                  <a:lnTo>
                    <a:pt x="347326" y="213473"/>
                  </a:lnTo>
                  <a:lnTo>
                    <a:pt x="347326" y="213225"/>
                  </a:lnTo>
                  <a:lnTo>
                    <a:pt x="347326" y="212977"/>
                  </a:lnTo>
                  <a:lnTo>
                    <a:pt x="347326" y="212729"/>
                  </a:lnTo>
                  <a:lnTo>
                    <a:pt x="348034" y="212729"/>
                  </a:lnTo>
                  <a:lnTo>
                    <a:pt x="348034" y="212481"/>
                  </a:lnTo>
                  <a:lnTo>
                    <a:pt x="348743" y="212481"/>
                  </a:lnTo>
                  <a:lnTo>
                    <a:pt x="348743" y="212233"/>
                  </a:lnTo>
                  <a:lnTo>
                    <a:pt x="348743" y="211985"/>
                  </a:lnTo>
                  <a:lnTo>
                    <a:pt x="348743" y="211737"/>
                  </a:lnTo>
                  <a:lnTo>
                    <a:pt x="349452" y="211737"/>
                  </a:lnTo>
                  <a:lnTo>
                    <a:pt x="350161" y="211737"/>
                  </a:lnTo>
                  <a:lnTo>
                    <a:pt x="350870" y="211737"/>
                  </a:lnTo>
                  <a:lnTo>
                    <a:pt x="351579" y="211737"/>
                  </a:lnTo>
                  <a:lnTo>
                    <a:pt x="351579" y="211490"/>
                  </a:lnTo>
                  <a:lnTo>
                    <a:pt x="352287" y="211490"/>
                  </a:lnTo>
                  <a:lnTo>
                    <a:pt x="352287" y="211242"/>
                  </a:lnTo>
                  <a:lnTo>
                    <a:pt x="352996" y="211242"/>
                  </a:lnTo>
                  <a:lnTo>
                    <a:pt x="353705" y="211242"/>
                  </a:lnTo>
                  <a:lnTo>
                    <a:pt x="353705" y="210994"/>
                  </a:lnTo>
                  <a:lnTo>
                    <a:pt x="353705" y="210746"/>
                  </a:lnTo>
                  <a:lnTo>
                    <a:pt x="353705" y="210498"/>
                  </a:lnTo>
                  <a:lnTo>
                    <a:pt x="353705" y="210250"/>
                  </a:lnTo>
                  <a:lnTo>
                    <a:pt x="354414" y="210250"/>
                  </a:lnTo>
                  <a:lnTo>
                    <a:pt x="354414" y="210002"/>
                  </a:lnTo>
                  <a:lnTo>
                    <a:pt x="355123" y="210002"/>
                  </a:lnTo>
                  <a:lnTo>
                    <a:pt x="355123" y="209754"/>
                  </a:lnTo>
                  <a:lnTo>
                    <a:pt x="355832" y="209754"/>
                  </a:lnTo>
                  <a:lnTo>
                    <a:pt x="356540" y="209754"/>
                  </a:lnTo>
                  <a:lnTo>
                    <a:pt x="356540" y="209506"/>
                  </a:lnTo>
                  <a:lnTo>
                    <a:pt x="356540" y="209258"/>
                  </a:lnTo>
                  <a:lnTo>
                    <a:pt x="356540" y="209010"/>
                  </a:lnTo>
                  <a:lnTo>
                    <a:pt x="356540" y="208762"/>
                  </a:lnTo>
                  <a:lnTo>
                    <a:pt x="356540" y="208514"/>
                  </a:lnTo>
                  <a:lnTo>
                    <a:pt x="356540" y="208266"/>
                  </a:lnTo>
                  <a:lnTo>
                    <a:pt x="356540" y="208018"/>
                  </a:lnTo>
                  <a:lnTo>
                    <a:pt x="356540" y="207770"/>
                  </a:lnTo>
                  <a:lnTo>
                    <a:pt x="356540" y="207523"/>
                  </a:lnTo>
                  <a:lnTo>
                    <a:pt x="357249" y="207523"/>
                  </a:lnTo>
                  <a:lnTo>
                    <a:pt x="357249" y="207275"/>
                  </a:lnTo>
                  <a:lnTo>
                    <a:pt x="357249" y="207027"/>
                  </a:lnTo>
                  <a:lnTo>
                    <a:pt x="357958" y="207027"/>
                  </a:lnTo>
                  <a:lnTo>
                    <a:pt x="357958" y="206779"/>
                  </a:lnTo>
                  <a:lnTo>
                    <a:pt x="357958" y="206531"/>
                  </a:lnTo>
                  <a:lnTo>
                    <a:pt x="357958" y="206283"/>
                  </a:lnTo>
                  <a:lnTo>
                    <a:pt x="358667" y="206283"/>
                  </a:lnTo>
                  <a:lnTo>
                    <a:pt x="359376" y="206283"/>
                  </a:lnTo>
                  <a:lnTo>
                    <a:pt x="359376" y="206035"/>
                  </a:lnTo>
                  <a:lnTo>
                    <a:pt x="359376" y="205787"/>
                  </a:lnTo>
                  <a:lnTo>
                    <a:pt x="359376" y="205539"/>
                  </a:lnTo>
                  <a:lnTo>
                    <a:pt x="360084" y="205539"/>
                  </a:lnTo>
                  <a:lnTo>
                    <a:pt x="360084" y="205291"/>
                  </a:lnTo>
                  <a:lnTo>
                    <a:pt x="360793" y="205291"/>
                  </a:lnTo>
                  <a:lnTo>
                    <a:pt x="360793" y="205043"/>
                  </a:lnTo>
                  <a:lnTo>
                    <a:pt x="360793" y="204795"/>
                  </a:lnTo>
                  <a:lnTo>
                    <a:pt x="361502" y="204795"/>
                  </a:lnTo>
                  <a:lnTo>
                    <a:pt x="362211" y="204795"/>
                  </a:lnTo>
                  <a:lnTo>
                    <a:pt x="362211" y="204547"/>
                  </a:lnTo>
                  <a:lnTo>
                    <a:pt x="362920" y="204547"/>
                  </a:lnTo>
                  <a:lnTo>
                    <a:pt x="363629" y="204547"/>
                  </a:lnTo>
                  <a:lnTo>
                    <a:pt x="364337" y="204547"/>
                  </a:lnTo>
                  <a:lnTo>
                    <a:pt x="365046" y="204547"/>
                  </a:lnTo>
                  <a:lnTo>
                    <a:pt x="365755" y="204547"/>
                  </a:lnTo>
                  <a:lnTo>
                    <a:pt x="366464" y="204547"/>
                  </a:lnTo>
                  <a:lnTo>
                    <a:pt x="367173" y="204547"/>
                  </a:lnTo>
                  <a:lnTo>
                    <a:pt x="367882" y="204547"/>
                  </a:lnTo>
                  <a:lnTo>
                    <a:pt x="367882" y="204299"/>
                  </a:lnTo>
                  <a:lnTo>
                    <a:pt x="367882" y="204051"/>
                  </a:lnTo>
                  <a:lnTo>
                    <a:pt x="368590" y="204051"/>
                  </a:lnTo>
                  <a:lnTo>
                    <a:pt x="369299" y="204051"/>
                  </a:lnTo>
                  <a:lnTo>
                    <a:pt x="369299" y="203803"/>
                  </a:lnTo>
                  <a:lnTo>
                    <a:pt x="369299" y="203556"/>
                  </a:lnTo>
                  <a:lnTo>
                    <a:pt x="370008" y="203556"/>
                  </a:lnTo>
                  <a:lnTo>
                    <a:pt x="370717" y="203556"/>
                  </a:lnTo>
                  <a:lnTo>
                    <a:pt x="371426" y="203556"/>
                  </a:lnTo>
                  <a:lnTo>
                    <a:pt x="372135" y="203556"/>
                  </a:lnTo>
                  <a:lnTo>
                    <a:pt x="372843" y="203556"/>
                  </a:lnTo>
                  <a:lnTo>
                    <a:pt x="372843" y="203308"/>
                  </a:lnTo>
                  <a:lnTo>
                    <a:pt x="372843" y="203060"/>
                  </a:lnTo>
                  <a:lnTo>
                    <a:pt x="372843" y="202812"/>
                  </a:lnTo>
                  <a:lnTo>
                    <a:pt x="372843" y="202564"/>
                  </a:lnTo>
                  <a:lnTo>
                    <a:pt x="373552" y="202564"/>
                  </a:lnTo>
                  <a:lnTo>
                    <a:pt x="373552" y="202316"/>
                  </a:lnTo>
                  <a:lnTo>
                    <a:pt x="374261" y="202316"/>
                  </a:lnTo>
                  <a:lnTo>
                    <a:pt x="374970" y="202316"/>
                  </a:lnTo>
                  <a:lnTo>
                    <a:pt x="374970" y="202068"/>
                  </a:lnTo>
                  <a:lnTo>
                    <a:pt x="374970" y="201820"/>
                  </a:lnTo>
                  <a:lnTo>
                    <a:pt x="375679" y="201820"/>
                  </a:lnTo>
                  <a:lnTo>
                    <a:pt x="376388" y="201820"/>
                  </a:lnTo>
                  <a:lnTo>
                    <a:pt x="377096" y="201820"/>
                  </a:lnTo>
                  <a:lnTo>
                    <a:pt x="377096" y="201572"/>
                  </a:lnTo>
                  <a:lnTo>
                    <a:pt x="377096" y="201324"/>
                  </a:lnTo>
                  <a:lnTo>
                    <a:pt x="377805" y="201324"/>
                  </a:lnTo>
                  <a:lnTo>
                    <a:pt x="377805" y="201076"/>
                  </a:lnTo>
                  <a:lnTo>
                    <a:pt x="378514" y="201076"/>
                  </a:lnTo>
                  <a:lnTo>
                    <a:pt x="379223" y="201076"/>
                  </a:lnTo>
                  <a:lnTo>
                    <a:pt x="379932" y="201076"/>
                  </a:lnTo>
                  <a:lnTo>
                    <a:pt x="379932" y="200828"/>
                  </a:lnTo>
                  <a:lnTo>
                    <a:pt x="380641" y="200828"/>
                  </a:lnTo>
                  <a:lnTo>
                    <a:pt x="380641" y="200580"/>
                  </a:lnTo>
                  <a:lnTo>
                    <a:pt x="380641" y="200332"/>
                  </a:lnTo>
                  <a:lnTo>
                    <a:pt x="381349" y="200332"/>
                  </a:lnTo>
                  <a:lnTo>
                    <a:pt x="381349" y="200084"/>
                  </a:lnTo>
                  <a:lnTo>
                    <a:pt x="381349" y="199836"/>
                  </a:lnTo>
                  <a:lnTo>
                    <a:pt x="381349" y="199589"/>
                  </a:lnTo>
                  <a:lnTo>
                    <a:pt x="382058" y="199589"/>
                  </a:lnTo>
                  <a:lnTo>
                    <a:pt x="382767" y="199589"/>
                  </a:lnTo>
                  <a:lnTo>
                    <a:pt x="382767" y="199341"/>
                  </a:lnTo>
                  <a:lnTo>
                    <a:pt x="382767" y="199093"/>
                  </a:lnTo>
                  <a:lnTo>
                    <a:pt x="382767" y="198845"/>
                  </a:lnTo>
                  <a:lnTo>
                    <a:pt x="382767" y="198597"/>
                  </a:lnTo>
                  <a:lnTo>
                    <a:pt x="383476" y="198597"/>
                  </a:lnTo>
                  <a:lnTo>
                    <a:pt x="383476" y="198349"/>
                  </a:lnTo>
                  <a:lnTo>
                    <a:pt x="383476" y="198101"/>
                  </a:lnTo>
                  <a:lnTo>
                    <a:pt x="384185" y="198101"/>
                  </a:lnTo>
                  <a:lnTo>
                    <a:pt x="384185" y="197853"/>
                  </a:lnTo>
                  <a:lnTo>
                    <a:pt x="384893" y="197853"/>
                  </a:lnTo>
                  <a:lnTo>
                    <a:pt x="384893" y="197605"/>
                  </a:lnTo>
                  <a:lnTo>
                    <a:pt x="384893" y="197357"/>
                  </a:lnTo>
                  <a:lnTo>
                    <a:pt x="385602" y="197357"/>
                  </a:lnTo>
                  <a:lnTo>
                    <a:pt x="386311" y="197357"/>
                  </a:lnTo>
                  <a:lnTo>
                    <a:pt x="387020" y="197357"/>
                  </a:lnTo>
                  <a:lnTo>
                    <a:pt x="387020" y="197109"/>
                  </a:lnTo>
                  <a:lnTo>
                    <a:pt x="387729" y="197109"/>
                  </a:lnTo>
                  <a:lnTo>
                    <a:pt x="388438" y="197109"/>
                  </a:lnTo>
                  <a:lnTo>
                    <a:pt x="389146" y="197109"/>
                  </a:lnTo>
                  <a:lnTo>
                    <a:pt x="389855" y="197109"/>
                  </a:lnTo>
                  <a:lnTo>
                    <a:pt x="390564" y="197109"/>
                  </a:lnTo>
                  <a:lnTo>
                    <a:pt x="390564" y="196861"/>
                  </a:lnTo>
                  <a:lnTo>
                    <a:pt x="390564" y="196613"/>
                  </a:lnTo>
                  <a:lnTo>
                    <a:pt x="391273" y="196613"/>
                  </a:lnTo>
                  <a:lnTo>
                    <a:pt x="391982" y="196613"/>
                  </a:lnTo>
                  <a:lnTo>
                    <a:pt x="392691" y="196613"/>
                  </a:lnTo>
                  <a:lnTo>
                    <a:pt x="392691" y="196365"/>
                  </a:lnTo>
                  <a:lnTo>
                    <a:pt x="393399" y="196365"/>
                  </a:lnTo>
                  <a:lnTo>
                    <a:pt x="394108" y="196365"/>
                  </a:lnTo>
                  <a:lnTo>
                    <a:pt x="394817" y="196365"/>
                  </a:lnTo>
                  <a:lnTo>
                    <a:pt x="395526" y="196365"/>
                  </a:lnTo>
                  <a:lnTo>
                    <a:pt x="395526" y="196117"/>
                  </a:lnTo>
                  <a:lnTo>
                    <a:pt x="395526" y="195869"/>
                  </a:lnTo>
                  <a:lnTo>
                    <a:pt x="395526" y="195622"/>
                  </a:lnTo>
                  <a:lnTo>
                    <a:pt x="396235" y="195622"/>
                  </a:lnTo>
                  <a:lnTo>
                    <a:pt x="396944" y="195622"/>
                  </a:lnTo>
                  <a:lnTo>
                    <a:pt x="397652" y="195622"/>
                  </a:lnTo>
                  <a:lnTo>
                    <a:pt x="397652" y="195374"/>
                  </a:lnTo>
                  <a:lnTo>
                    <a:pt x="398361" y="195374"/>
                  </a:lnTo>
                  <a:lnTo>
                    <a:pt x="398361" y="195126"/>
                  </a:lnTo>
                  <a:lnTo>
                    <a:pt x="398361" y="194878"/>
                  </a:lnTo>
                  <a:lnTo>
                    <a:pt x="398361" y="194630"/>
                  </a:lnTo>
                  <a:lnTo>
                    <a:pt x="399070" y="194630"/>
                  </a:lnTo>
                  <a:lnTo>
                    <a:pt x="399070" y="194382"/>
                  </a:lnTo>
                  <a:lnTo>
                    <a:pt x="399779" y="194382"/>
                  </a:lnTo>
                  <a:lnTo>
                    <a:pt x="399779" y="194134"/>
                  </a:lnTo>
                  <a:lnTo>
                    <a:pt x="399779" y="193886"/>
                  </a:lnTo>
                  <a:lnTo>
                    <a:pt x="399779" y="193638"/>
                  </a:lnTo>
                  <a:lnTo>
                    <a:pt x="399779" y="193390"/>
                  </a:lnTo>
                  <a:lnTo>
                    <a:pt x="400488" y="193390"/>
                  </a:lnTo>
                  <a:lnTo>
                    <a:pt x="400488" y="193142"/>
                  </a:lnTo>
                  <a:lnTo>
                    <a:pt x="401197" y="193142"/>
                  </a:lnTo>
                  <a:lnTo>
                    <a:pt x="401905" y="193142"/>
                  </a:lnTo>
                  <a:lnTo>
                    <a:pt x="401905" y="192894"/>
                  </a:lnTo>
                  <a:lnTo>
                    <a:pt x="401905" y="192646"/>
                  </a:lnTo>
                  <a:lnTo>
                    <a:pt x="402614" y="192646"/>
                  </a:lnTo>
                  <a:lnTo>
                    <a:pt x="402614" y="192398"/>
                  </a:lnTo>
                  <a:lnTo>
                    <a:pt x="402614" y="192150"/>
                  </a:lnTo>
                  <a:lnTo>
                    <a:pt x="402614" y="191903"/>
                  </a:lnTo>
                  <a:lnTo>
                    <a:pt x="403323" y="191903"/>
                  </a:lnTo>
                  <a:lnTo>
                    <a:pt x="404032" y="191903"/>
                  </a:lnTo>
                  <a:lnTo>
                    <a:pt x="404032" y="191655"/>
                  </a:lnTo>
                  <a:lnTo>
                    <a:pt x="404741" y="191655"/>
                  </a:lnTo>
                  <a:lnTo>
                    <a:pt x="404741" y="191407"/>
                  </a:lnTo>
                  <a:lnTo>
                    <a:pt x="404741" y="191159"/>
                  </a:lnTo>
                  <a:lnTo>
                    <a:pt x="404741" y="190911"/>
                  </a:lnTo>
                  <a:lnTo>
                    <a:pt x="404741" y="190663"/>
                  </a:lnTo>
                  <a:lnTo>
                    <a:pt x="405450" y="190663"/>
                  </a:lnTo>
                  <a:lnTo>
                    <a:pt x="406158" y="190663"/>
                  </a:lnTo>
                  <a:lnTo>
                    <a:pt x="406158" y="190415"/>
                  </a:lnTo>
                  <a:lnTo>
                    <a:pt x="406867" y="190415"/>
                  </a:lnTo>
                  <a:lnTo>
                    <a:pt x="407576" y="190415"/>
                  </a:lnTo>
                  <a:lnTo>
                    <a:pt x="407576" y="190167"/>
                  </a:lnTo>
                  <a:lnTo>
                    <a:pt x="408285" y="190167"/>
                  </a:lnTo>
                  <a:lnTo>
                    <a:pt x="408994" y="190167"/>
                  </a:lnTo>
                  <a:lnTo>
                    <a:pt x="408994" y="189919"/>
                  </a:lnTo>
                  <a:lnTo>
                    <a:pt x="409702" y="189919"/>
                  </a:lnTo>
                  <a:lnTo>
                    <a:pt x="409702" y="189671"/>
                  </a:lnTo>
                  <a:lnTo>
                    <a:pt x="410411" y="189671"/>
                  </a:lnTo>
                  <a:lnTo>
                    <a:pt x="410411" y="189423"/>
                  </a:lnTo>
                  <a:lnTo>
                    <a:pt x="410411" y="189175"/>
                  </a:lnTo>
                  <a:lnTo>
                    <a:pt x="411120" y="189175"/>
                  </a:lnTo>
                  <a:lnTo>
                    <a:pt x="411829" y="189175"/>
                  </a:lnTo>
                  <a:lnTo>
                    <a:pt x="411829" y="188927"/>
                  </a:lnTo>
                  <a:lnTo>
                    <a:pt x="412538" y="188927"/>
                  </a:lnTo>
                  <a:lnTo>
                    <a:pt x="413247" y="188927"/>
                  </a:lnTo>
                  <a:lnTo>
                    <a:pt x="413955" y="188927"/>
                  </a:lnTo>
                  <a:lnTo>
                    <a:pt x="413955" y="188679"/>
                  </a:lnTo>
                  <a:lnTo>
                    <a:pt x="414664" y="188679"/>
                  </a:lnTo>
                  <a:lnTo>
                    <a:pt x="415373" y="188679"/>
                  </a:lnTo>
                  <a:lnTo>
                    <a:pt x="416082" y="188679"/>
                  </a:lnTo>
                  <a:lnTo>
                    <a:pt x="416791" y="188679"/>
                  </a:lnTo>
                  <a:lnTo>
                    <a:pt x="417500" y="188679"/>
                  </a:lnTo>
                  <a:lnTo>
                    <a:pt x="417500" y="188431"/>
                  </a:lnTo>
                  <a:lnTo>
                    <a:pt x="417500" y="188183"/>
                  </a:lnTo>
                  <a:lnTo>
                    <a:pt x="418208" y="188183"/>
                  </a:lnTo>
                  <a:lnTo>
                    <a:pt x="418208" y="187936"/>
                  </a:lnTo>
                  <a:lnTo>
                    <a:pt x="418917" y="187936"/>
                  </a:lnTo>
                  <a:lnTo>
                    <a:pt x="419626" y="187936"/>
                  </a:lnTo>
                  <a:lnTo>
                    <a:pt x="420335" y="187936"/>
                  </a:lnTo>
                  <a:lnTo>
                    <a:pt x="420335" y="187688"/>
                  </a:lnTo>
                  <a:lnTo>
                    <a:pt x="421044" y="187688"/>
                  </a:lnTo>
                  <a:lnTo>
                    <a:pt x="421753" y="187688"/>
                  </a:lnTo>
                  <a:lnTo>
                    <a:pt x="422461" y="187688"/>
                  </a:lnTo>
                  <a:lnTo>
                    <a:pt x="423170" y="187688"/>
                  </a:lnTo>
                  <a:lnTo>
                    <a:pt x="423879" y="187688"/>
                  </a:lnTo>
                  <a:lnTo>
                    <a:pt x="424588" y="187688"/>
                  </a:lnTo>
                  <a:lnTo>
                    <a:pt x="425297" y="187688"/>
                  </a:lnTo>
                  <a:lnTo>
                    <a:pt x="425297" y="187440"/>
                  </a:lnTo>
                  <a:lnTo>
                    <a:pt x="425297" y="187192"/>
                  </a:lnTo>
                  <a:lnTo>
                    <a:pt x="425297" y="186944"/>
                  </a:lnTo>
                  <a:lnTo>
                    <a:pt x="426006" y="186944"/>
                  </a:lnTo>
                  <a:lnTo>
                    <a:pt x="426006" y="186696"/>
                  </a:lnTo>
                  <a:lnTo>
                    <a:pt x="426714" y="186696"/>
                  </a:lnTo>
                  <a:lnTo>
                    <a:pt x="426714" y="186448"/>
                  </a:lnTo>
                  <a:lnTo>
                    <a:pt x="427423" y="186448"/>
                  </a:lnTo>
                  <a:lnTo>
                    <a:pt x="428132" y="186448"/>
                  </a:lnTo>
                  <a:lnTo>
                    <a:pt x="428841" y="186448"/>
                  </a:lnTo>
                  <a:lnTo>
                    <a:pt x="428841" y="186200"/>
                  </a:lnTo>
                  <a:lnTo>
                    <a:pt x="429550" y="186200"/>
                  </a:lnTo>
                  <a:lnTo>
                    <a:pt x="429550" y="185952"/>
                  </a:lnTo>
                  <a:lnTo>
                    <a:pt x="430259" y="185952"/>
                  </a:lnTo>
                  <a:lnTo>
                    <a:pt x="430967" y="185952"/>
                  </a:lnTo>
                  <a:lnTo>
                    <a:pt x="431676" y="185952"/>
                  </a:lnTo>
                  <a:lnTo>
                    <a:pt x="431676" y="185704"/>
                  </a:lnTo>
                  <a:lnTo>
                    <a:pt x="431676" y="185456"/>
                  </a:lnTo>
                  <a:lnTo>
                    <a:pt x="431676" y="185208"/>
                  </a:lnTo>
                  <a:lnTo>
                    <a:pt x="431676" y="184960"/>
                  </a:lnTo>
                  <a:lnTo>
                    <a:pt x="432385" y="184960"/>
                  </a:lnTo>
                  <a:lnTo>
                    <a:pt x="432385" y="184712"/>
                  </a:lnTo>
                  <a:lnTo>
                    <a:pt x="433094" y="184712"/>
                  </a:lnTo>
                  <a:lnTo>
                    <a:pt x="433094" y="184464"/>
                  </a:lnTo>
                  <a:lnTo>
                    <a:pt x="433094" y="184216"/>
                  </a:lnTo>
                  <a:lnTo>
                    <a:pt x="433094" y="183969"/>
                  </a:lnTo>
                  <a:lnTo>
                    <a:pt x="433803" y="183969"/>
                  </a:lnTo>
                  <a:lnTo>
                    <a:pt x="434512" y="183969"/>
                  </a:lnTo>
                  <a:lnTo>
                    <a:pt x="434512" y="183721"/>
                  </a:lnTo>
                  <a:lnTo>
                    <a:pt x="434512" y="183473"/>
                  </a:lnTo>
                  <a:lnTo>
                    <a:pt x="434512" y="183225"/>
                  </a:lnTo>
                  <a:lnTo>
                    <a:pt x="435220" y="183225"/>
                  </a:lnTo>
                  <a:lnTo>
                    <a:pt x="435929" y="183225"/>
                  </a:lnTo>
                  <a:lnTo>
                    <a:pt x="435929" y="182977"/>
                  </a:lnTo>
                  <a:lnTo>
                    <a:pt x="436638" y="182977"/>
                  </a:lnTo>
                  <a:lnTo>
                    <a:pt x="436638" y="182729"/>
                  </a:lnTo>
                  <a:lnTo>
                    <a:pt x="436638" y="182481"/>
                  </a:lnTo>
                  <a:lnTo>
                    <a:pt x="437347" y="182481"/>
                  </a:lnTo>
                  <a:lnTo>
                    <a:pt x="438056" y="182481"/>
                  </a:lnTo>
                  <a:lnTo>
                    <a:pt x="438764" y="182481"/>
                  </a:lnTo>
                  <a:lnTo>
                    <a:pt x="439473" y="182481"/>
                  </a:lnTo>
                  <a:lnTo>
                    <a:pt x="439473" y="182233"/>
                  </a:lnTo>
                  <a:lnTo>
                    <a:pt x="439473" y="181985"/>
                  </a:lnTo>
                  <a:lnTo>
                    <a:pt x="439473" y="181737"/>
                  </a:lnTo>
                  <a:lnTo>
                    <a:pt x="439473" y="181489"/>
                  </a:lnTo>
                  <a:lnTo>
                    <a:pt x="439473" y="181241"/>
                  </a:lnTo>
                  <a:lnTo>
                    <a:pt x="440182" y="181241"/>
                  </a:lnTo>
                  <a:lnTo>
                    <a:pt x="440182" y="180993"/>
                  </a:lnTo>
                  <a:lnTo>
                    <a:pt x="440891" y="180993"/>
                  </a:lnTo>
                  <a:lnTo>
                    <a:pt x="441600" y="180993"/>
                  </a:lnTo>
                  <a:lnTo>
                    <a:pt x="442309" y="180993"/>
                  </a:lnTo>
                  <a:lnTo>
                    <a:pt x="443017" y="180993"/>
                  </a:lnTo>
                  <a:lnTo>
                    <a:pt x="443726" y="180993"/>
                  </a:lnTo>
                  <a:lnTo>
                    <a:pt x="443726" y="180745"/>
                  </a:lnTo>
                  <a:lnTo>
                    <a:pt x="444435" y="180745"/>
                  </a:lnTo>
                  <a:lnTo>
                    <a:pt x="445144" y="180745"/>
                  </a:lnTo>
                  <a:lnTo>
                    <a:pt x="445144" y="180497"/>
                  </a:lnTo>
                  <a:lnTo>
                    <a:pt x="445853" y="180497"/>
                  </a:lnTo>
                  <a:lnTo>
                    <a:pt x="446562" y="180497"/>
                  </a:lnTo>
                  <a:lnTo>
                    <a:pt x="446562" y="180249"/>
                  </a:lnTo>
                  <a:lnTo>
                    <a:pt x="447270" y="180249"/>
                  </a:lnTo>
                  <a:lnTo>
                    <a:pt x="447979" y="180249"/>
                  </a:lnTo>
                  <a:lnTo>
                    <a:pt x="447979" y="180002"/>
                  </a:lnTo>
                  <a:lnTo>
                    <a:pt x="447979" y="179754"/>
                  </a:lnTo>
                  <a:lnTo>
                    <a:pt x="447979" y="179506"/>
                  </a:lnTo>
                  <a:lnTo>
                    <a:pt x="447979" y="179258"/>
                  </a:lnTo>
                  <a:lnTo>
                    <a:pt x="448688" y="179258"/>
                  </a:lnTo>
                  <a:lnTo>
                    <a:pt x="448688" y="179010"/>
                  </a:lnTo>
                  <a:lnTo>
                    <a:pt x="448688" y="178762"/>
                  </a:lnTo>
                  <a:lnTo>
                    <a:pt x="449397" y="178762"/>
                  </a:lnTo>
                  <a:lnTo>
                    <a:pt x="449397" y="178514"/>
                  </a:lnTo>
                  <a:lnTo>
                    <a:pt x="449397" y="178266"/>
                  </a:lnTo>
                  <a:lnTo>
                    <a:pt x="450106" y="178266"/>
                  </a:lnTo>
                  <a:lnTo>
                    <a:pt x="450106" y="178018"/>
                  </a:lnTo>
                  <a:lnTo>
                    <a:pt x="450106" y="177770"/>
                  </a:lnTo>
                  <a:lnTo>
                    <a:pt x="450106" y="177522"/>
                  </a:lnTo>
                  <a:lnTo>
                    <a:pt x="450815" y="177522"/>
                  </a:lnTo>
                  <a:lnTo>
                    <a:pt x="450815" y="177274"/>
                  </a:lnTo>
                  <a:lnTo>
                    <a:pt x="450815" y="177026"/>
                  </a:lnTo>
                  <a:lnTo>
                    <a:pt x="451523" y="177026"/>
                  </a:lnTo>
                  <a:lnTo>
                    <a:pt x="452232" y="177026"/>
                  </a:lnTo>
                  <a:lnTo>
                    <a:pt x="452941" y="177026"/>
                  </a:lnTo>
                  <a:lnTo>
                    <a:pt x="453650" y="177026"/>
                  </a:lnTo>
                  <a:lnTo>
                    <a:pt x="453650" y="176778"/>
                  </a:lnTo>
                  <a:lnTo>
                    <a:pt x="453650" y="176530"/>
                  </a:lnTo>
                  <a:lnTo>
                    <a:pt x="453650" y="176282"/>
                  </a:lnTo>
                  <a:lnTo>
                    <a:pt x="453650" y="176035"/>
                  </a:lnTo>
                  <a:lnTo>
                    <a:pt x="454359" y="176035"/>
                  </a:lnTo>
                  <a:lnTo>
                    <a:pt x="454359" y="175787"/>
                  </a:lnTo>
                  <a:lnTo>
                    <a:pt x="455068" y="175787"/>
                  </a:lnTo>
                  <a:lnTo>
                    <a:pt x="455068" y="175539"/>
                  </a:lnTo>
                  <a:lnTo>
                    <a:pt x="455776" y="175539"/>
                  </a:lnTo>
                  <a:lnTo>
                    <a:pt x="455776" y="175291"/>
                  </a:lnTo>
                  <a:lnTo>
                    <a:pt x="455776" y="175043"/>
                  </a:lnTo>
                  <a:lnTo>
                    <a:pt x="455776" y="174795"/>
                  </a:lnTo>
                  <a:lnTo>
                    <a:pt x="456485" y="174795"/>
                  </a:lnTo>
                  <a:lnTo>
                    <a:pt x="457194" y="174795"/>
                  </a:lnTo>
                  <a:lnTo>
                    <a:pt x="457194" y="174547"/>
                  </a:lnTo>
                  <a:lnTo>
                    <a:pt x="457194" y="174299"/>
                  </a:lnTo>
                  <a:lnTo>
                    <a:pt x="457903" y="174299"/>
                  </a:lnTo>
                  <a:lnTo>
                    <a:pt x="457903" y="174051"/>
                  </a:lnTo>
                  <a:lnTo>
                    <a:pt x="457903" y="173803"/>
                  </a:lnTo>
                  <a:lnTo>
                    <a:pt x="457903" y="173555"/>
                  </a:lnTo>
                  <a:lnTo>
                    <a:pt x="457903" y="173307"/>
                  </a:lnTo>
                  <a:lnTo>
                    <a:pt x="458612" y="173307"/>
                  </a:lnTo>
                  <a:lnTo>
                    <a:pt x="459321" y="173307"/>
                  </a:lnTo>
                  <a:lnTo>
                    <a:pt x="459321" y="173059"/>
                  </a:lnTo>
                  <a:lnTo>
                    <a:pt x="460029" y="173059"/>
                  </a:lnTo>
                  <a:lnTo>
                    <a:pt x="460029" y="172811"/>
                  </a:lnTo>
                  <a:lnTo>
                    <a:pt x="460029" y="172563"/>
                  </a:lnTo>
                  <a:lnTo>
                    <a:pt x="460738" y="172563"/>
                  </a:lnTo>
                  <a:lnTo>
                    <a:pt x="460738" y="172316"/>
                  </a:lnTo>
                  <a:lnTo>
                    <a:pt x="461447" y="172316"/>
                  </a:lnTo>
                  <a:lnTo>
                    <a:pt x="462156" y="172316"/>
                  </a:lnTo>
                  <a:lnTo>
                    <a:pt x="462156" y="172068"/>
                  </a:lnTo>
                  <a:lnTo>
                    <a:pt x="462865" y="172068"/>
                  </a:lnTo>
                  <a:lnTo>
                    <a:pt x="463573" y="172068"/>
                  </a:lnTo>
                  <a:lnTo>
                    <a:pt x="464282" y="172068"/>
                  </a:lnTo>
                  <a:lnTo>
                    <a:pt x="464282" y="171820"/>
                  </a:lnTo>
                  <a:lnTo>
                    <a:pt x="464991" y="171820"/>
                  </a:lnTo>
                  <a:lnTo>
                    <a:pt x="464991" y="171572"/>
                  </a:lnTo>
                  <a:lnTo>
                    <a:pt x="465700" y="171572"/>
                  </a:lnTo>
                  <a:lnTo>
                    <a:pt x="465700" y="171324"/>
                  </a:lnTo>
                  <a:lnTo>
                    <a:pt x="465700" y="171076"/>
                  </a:lnTo>
                  <a:lnTo>
                    <a:pt x="466409" y="171076"/>
                  </a:lnTo>
                  <a:lnTo>
                    <a:pt x="466409" y="170828"/>
                  </a:lnTo>
                  <a:lnTo>
                    <a:pt x="466409" y="170580"/>
                  </a:lnTo>
                  <a:lnTo>
                    <a:pt x="466409" y="170332"/>
                  </a:lnTo>
                  <a:lnTo>
                    <a:pt x="466409" y="170084"/>
                  </a:lnTo>
                  <a:lnTo>
                    <a:pt x="467118" y="170084"/>
                  </a:lnTo>
                  <a:lnTo>
                    <a:pt x="467826" y="170084"/>
                  </a:lnTo>
                  <a:lnTo>
                    <a:pt x="468535" y="170084"/>
                  </a:lnTo>
                  <a:lnTo>
                    <a:pt x="469244" y="170084"/>
                  </a:lnTo>
                  <a:lnTo>
                    <a:pt x="469953" y="170084"/>
                  </a:lnTo>
                  <a:lnTo>
                    <a:pt x="469953" y="169836"/>
                  </a:lnTo>
                  <a:lnTo>
                    <a:pt x="469953" y="169588"/>
                  </a:lnTo>
                  <a:lnTo>
                    <a:pt x="470662" y="169588"/>
                  </a:lnTo>
                  <a:lnTo>
                    <a:pt x="471371" y="169588"/>
                  </a:lnTo>
                  <a:lnTo>
                    <a:pt x="471371" y="169340"/>
                  </a:lnTo>
                  <a:lnTo>
                    <a:pt x="472079" y="169340"/>
                  </a:lnTo>
                  <a:lnTo>
                    <a:pt x="472079" y="169092"/>
                  </a:lnTo>
                  <a:lnTo>
                    <a:pt x="472788" y="169092"/>
                  </a:lnTo>
                  <a:lnTo>
                    <a:pt x="473497" y="169092"/>
                  </a:lnTo>
                  <a:lnTo>
                    <a:pt x="473497" y="168844"/>
                  </a:lnTo>
                  <a:lnTo>
                    <a:pt x="474206" y="168844"/>
                  </a:lnTo>
                  <a:lnTo>
                    <a:pt x="474206" y="168596"/>
                  </a:lnTo>
                  <a:lnTo>
                    <a:pt x="474915" y="168596"/>
                  </a:lnTo>
                  <a:lnTo>
                    <a:pt x="475624" y="168596"/>
                  </a:lnTo>
                  <a:lnTo>
                    <a:pt x="476332" y="168596"/>
                  </a:lnTo>
                  <a:lnTo>
                    <a:pt x="476332" y="168349"/>
                  </a:lnTo>
                  <a:lnTo>
                    <a:pt x="476332" y="168101"/>
                  </a:lnTo>
                  <a:lnTo>
                    <a:pt x="477041" y="168101"/>
                  </a:lnTo>
                  <a:lnTo>
                    <a:pt x="477041" y="167853"/>
                  </a:lnTo>
                  <a:lnTo>
                    <a:pt x="477041" y="167605"/>
                  </a:lnTo>
                  <a:lnTo>
                    <a:pt x="477041" y="167357"/>
                  </a:lnTo>
                  <a:lnTo>
                    <a:pt x="477750" y="167357"/>
                  </a:lnTo>
                  <a:lnTo>
                    <a:pt x="478459" y="167357"/>
                  </a:lnTo>
                  <a:lnTo>
                    <a:pt x="479168" y="167357"/>
                  </a:lnTo>
                  <a:lnTo>
                    <a:pt x="479168" y="167109"/>
                  </a:lnTo>
                  <a:lnTo>
                    <a:pt x="479168" y="166861"/>
                  </a:lnTo>
                  <a:lnTo>
                    <a:pt x="479168" y="166613"/>
                  </a:lnTo>
                  <a:lnTo>
                    <a:pt x="479877" y="166613"/>
                  </a:lnTo>
                  <a:lnTo>
                    <a:pt x="479877" y="166365"/>
                  </a:lnTo>
                  <a:lnTo>
                    <a:pt x="479877" y="166117"/>
                  </a:lnTo>
                  <a:lnTo>
                    <a:pt x="479877" y="165869"/>
                  </a:lnTo>
                  <a:lnTo>
                    <a:pt x="479877" y="165621"/>
                  </a:lnTo>
                  <a:lnTo>
                    <a:pt x="480585" y="165621"/>
                  </a:lnTo>
                  <a:lnTo>
                    <a:pt x="481294" y="165621"/>
                  </a:lnTo>
                  <a:lnTo>
                    <a:pt x="482003" y="165621"/>
                  </a:lnTo>
                  <a:lnTo>
                    <a:pt x="482712" y="165621"/>
                  </a:lnTo>
                  <a:lnTo>
                    <a:pt x="483421" y="165621"/>
                  </a:lnTo>
                  <a:lnTo>
                    <a:pt x="484130" y="165621"/>
                  </a:lnTo>
                  <a:lnTo>
                    <a:pt x="484838" y="165621"/>
                  </a:lnTo>
                  <a:lnTo>
                    <a:pt x="485547" y="165621"/>
                  </a:lnTo>
                  <a:lnTo>
                    <a:pt x="485547" y="165373"/>
                  </a:lnTo>
                  <a:lnTo>
                    <a:pt x="485547" y="165125"/>
                  </a:lnTo>
                  <a:lnTo>
                    <a:pt x="485547" y="164877"/>
                  </a:lnTo>
                  <a:lnTo>
                    <a:pt x="486256" y="164877"/>
                  </a:lnTo>
                  <a:lnTo>
                    <a:pt x="486965" y="164877"/>
                  </a:lnTo>
                  <a:lnTo>
                    <a:pt x="487674" y="164877"/>
                  </a:lnTo>
                  <a:lnTo>
                    <a:pt x="487674" y="164629"/>
                  </a:lnTo>
                  <a:lnTo>
                    <a:pt x="488382" y="164629"/>
                  </a:lnTo>
                  <a:lnTo>
                    <a:pt x="489091" y="164629"/>
                  </a:lnTo>
                  <a:lnTo>
                    <a:pt x="489091" y="164382"/>
                  </a:lnTo>
                  <a:lnTo>
                    <a:pt x="489800" y="164382"/>
                  </a:lnTo>
                  <a:lnTo>
                    <a:pt x="490509" y="164382"/>
                  </a:lnTo>
                  <a:lnTo>
                    <a:pt x="491218" y="164382"/>
                  </a:lnTo>
                  <a:lnTo>
                    <a:pt x="491218" y="164134"/>
                  </a:lnTo>
                  <a:lnTo>
                    <a:pt x="491927" y="164134"/>
                  </a:lnTo>
                  <a:lnTo>
                    <a:pt x="492635" y="164134"/>
                  </a:lnTo>
                  <a:lnTo>
                    <a:pt x="492635" y="163886"/>
                  </a:lnTo>
                  <a:lnTo>
                    <a:pt x="493344" y="163886"/>
                  </a:lnTo>
                  <a:lnTo>
                    <a:pt x="494053" y="163886"/>
                  </a:lnTo>
                  <a:lnTo>
                    <a:pt x="494762" y="163886"/>
                  </a:lnTo>
                  <a:lnTo>
                    <a:pt x="495471" y="163886"/>
                  </a:lnTo>
                  <a:lnTo>
                    <a:pt x="495471" y="163638"/>
                  </a:lnTo>
                  <a:lnTo>
                    <a:pt x="495471" y="163390"/>
                  </a:lnTo>
                  <a:lnTo>
                    <a:pt x="496180" y="163390"/>
                  </a:lnTo>
                  <a:lnTo>
                    <a:pt x="496888" y="163390"/>
                  </a:lnTo>
                  <a:lnTo>
                    <a:pt x="496888" y="163142"/>
                  </a:lnTo>
                  <a:lnTo>
                    <a:pt x="496888" y="162894"/>
                  </a:lnTo>
                  <a:lnTo>
                    <a:pt x="496888" y="162646"/>
                  </a:lnTo>
                  <a:lnTo>
                    <a:pt x="496888" y="162398"/>
                  </a:lnTo>
                  <a:lnTo>
                    <a:pt x="496888" y="162150"/>
                  </a:lnTo>
                  <a:lnTo>
                    <a:pt x="497597" y="162150"/>
                  </a:lnTo>
                  <a:lnTo>
                    <a:pt x="498306" y="162150"/>
                  </a:lnTo>
                  <a:lnTo>
                    <a:pt x="498306" y="161902"/>
                  </a:lnTo>
                  <a:lnTo>
                    <a:pt x="499015" y="161902"/>
                  </a:lnTo>
                  <a:lnTo>
                    <a:pt x="499015" y="161654"/>
                  </a:lnTo>
                  <a:lnTo>
                    <a:pt x="499015" y="161406"/>
                  </a:lnTo>
                  <a:lnTo>
                    <a:pt x="499724" y="161406"/>
                  </a:lnTo>
                  <a:lnTo>
                    <a:pt x="500433" y="161406"/>
                  </a:lnTo>
                  <a:lnTo>
                    <a:pt x="500433" y="161158"/>
                  </a:lnTo>
                  <a:lnTo>
                    <a:pt x="500433" y="160910"/>
                  </a:lnTo>
                  <a:lnTo>
                    <a:pt x="501141" y="160910"/>
                  </a:lnTo>
                  <a:lnTo>
                    <a:pt x="501850" y="160910"/>
                  </a:lnTo>
                  <a:lnTo>
                    <a:pt x="501850" y="160662"/>
                  </a:lnTo>
                  <a:lnTo>
                    <a:pt x="502559" y="160662"/>
                  </a:lnTo>
                  <a:lnTo>
                    <a:pt x="503268" y="160662"/>
                  </a:lnTo>
                  <a:lnTo>
                    <a:pt x="503977" y="160662"/>
                  </a:lnTo>
                  <a:lnTo>
                    <a:pt x="503977" y="160415"/>
                  </a:lnTo>
                  <a:lnTo>
                    <a:pt x="503977" y="160167"/>
                  </a:lnTo>
                  <a:lnTo>
                    <a:pt x="504686" y="160167"/>
                  </a:lnTo>
                  <a:lnTo>
                    <a:pt x="504686" y="159919"/>
                  </a:lnTo>
                  <a:lnTo>
                    <a:pt x="505394" y="159919"/>
                  </a:lnTo>
                  <a:lnTo>
                    <a:pt x="505394" y="159671"/>
                  </a:lnTo>
                  <a:lnTo>
                    <a:pt x="506103" y="159671"/>
                  </a:lnTo>
                  <a:lnTo>
                    <a:pt x="506103" y="159423"/>
                  </a:lnTo>
                  <a:lnTo>
                    <a:pt x="506812" y="159423"/>
                  </a:lnTo>
                  <a:lnTo>
                    <a:pt x="507521" y="159423"/>
                  </a:lnTo>
                  <a:lnTo>
                    <a:pt x="507521" y="159175"/>
                  </a:lnTo>
                  <a:lnTo>
                    <a:pt x="508230" y="159175"/>
                  </a:lnTo>
                  <a:lnTo>
                    <a:pt x="508230" y="158927"/>
                  </a:lnTo>
                  <a:lnTo>
                    <a:pt x="508230" y="158679"/>
                  </a:lnTo>
                  <a:lnTo>
                    <a:pt x="508939" y="158679"/>
                  </a:lnTo>
                  <a:lnTo>
                    <a:pt x="509647" y="158679"/>
                  </a:lnTo>
                  <a:lnTo>
                    <a:pt x="510356" y="158679"/>
                  </a:lnTo>
                  <a:lnTo>
                    <a:pt x="511065" y="158679"/>
                  </a:lnTo>
                  <a:lnTo>
                    <a:pt x="511774" y="158679"/>
                  </a:lnTo>
                  <a:lnTo>
                    <a:pt x="512483" y="158679"/>
                  </a:lnTo>
                  <a:lnTo>
                    <a:pt x="513191" y="158679"/>
                  </a:lnTo>
                  <a:lnTo>
                    <a:pt x="513191" y="158431"/>
                  </a:lnTo>
                  <a:lnTo>
                    <a:pt x="513191" y="158183"/>
                  </a:lnTo>
                  <a:lnTo>
                    <a:pt x="513900" y="158183"/>
                  </a:lnTo>
                  <a:lnTo>
                    <a:pt x="514609" y="158183"/>
                  </a:lnTo>
                  <a:lnTo>
                    <a:pt x="515318" y="158183"/>
                  </a:lnTo>
                  <a:lnTo>
                    <a:pt x="515318" y="157935"/>
                  </a:lnTo>
                  <a:lnTo>
                    <a:pt x="516027" y="157935"/>
                  </a:lnTo>
                  <a:lnTo>
                    <a:pt x="516736" y="157935"/>
                  </a:lnTo>
                  <a:lnTo>
                    <a:pt x="516736" y="157687"/>
                  </a:lnTo>
                  <a:lnTo>
                    <a:pt x="517444" y="157687"/>
                  </a:lnTo>
                  <a:lnTo>
                    <a:pt x="518153" y="157687"/>
                  </a:lnTo>
                  <a:lnTo>
                    <a:pt x="518862" y="157687"/>
                  </a:lnTo>
                  <a:lnTo>
                    <a:pt x="518862" y="157439"/>
                  </a:lnTo>
                  <a:lnTo>
                    <a:pt x="519571" y="157439"/>
                  </a:lnTo>
                  <a:lnTo>
                    <a:pt x="519571" y="157191"/>
                  </a:lnTo>
                  <a:lnTo>
                    <a:pt x="520280" y="157191"/>
                  </a:lnTo>
                  <a:lnTo>
                    <a:pt x="520280" y="156943"/>
                  </a:lnTo>
                  <a:lnTo>
                    <a:pt x="520989" y="156943"/>
                  </a:lnTo>
                  <a:lnTo>
                    <a:pt x="521697" y="156943"/>
                  </a:lnTo>
                  <a:lnTo>
                    <a:pt x="521697" y="156695"/>
                  </a:lnTo>
                  <a:lnTo>
                    <a:pt x="522406" y="156695"/>
                  </a:lnTo>
                  <a:lnTo>
                    <a:pt x="523115" y="156695"/>
                  </a:lnTo>
                  <a:lnTo>
                    <a:pt x="523824" y="156695"/>
                  </a:lnTo>
                  <a:lnTo>
                    <a:pt x="524533" y="156695"/>
                  </a:lnTo>
                  <a:lnTo>
                    <a:pt x="524533" y="156448"/>
                  </a:lnTo>
                  <a:lnTo>
                    <a:pt x="525242" y="156448"/>
                  </a:lnTo>
                  <a:lnTo>
                    <a:pt x="525242" y="156200"/>
                  </a:lnTo>
                  <a:lnTo>
                    <a:pt x="525242" y="155952"/>
                  </a:lnTo>
                  <a:lnTo>
                    <a:pt x="525242" y="155704"/>
                  </a:lnTo>
                  <a:lnTo>
                    <a:pt x="525242" y="155456"/>
                  </a:lnTo>
                  <a:lnTo>
                    <a:pt x="525950" y="155456"/>
                  </a:lnTo>
                  <a:lnTo>
                    <a:pt x="526659" y="155456"/>
                  </a:lnTo>
                  <a:lnTo>
                    <a:pt x="526659" y="155208"/>
                  </a:lnTo>
                  <a:lnTo>
                    <a:pt x="527368" y="155208"/>
                  </a:lnTo>
                  <a:lnTo>
                    <a:pt x="528077" y="155208"/>
                  </a:lnTo>
                  <a:lnTo>
                    <a:pt x="528786" y="155208"/>
                  </a:lnTo>
                  <a:lnTo>
                    <a:pt x="529495" y="155208"/>
                  </a:lnTo>
                  <a:lnTo>
                    <a:pt x="530203" y="155208"/>
                  </a:lnTo>
                  <a:lnTo>
                    <a:pt x="530912" y="155208"/>
                  </a:lnTo>
                  <a:lnTo>
                    <a:pt x="531621" y="155208"/>
                  </a:lnTo>
                  <a:lnTo>
                    <a:pt x="532330" y="155208"/>
                  </a:lnTo>
                  <a:lnTo>
                    <a:pt x="533039" y="155208"/>
                  </a:lnTo>
                  <a:lnTo>
                    <a:pt x="533748" y="155208"/>
                  </a:lnTo>
                  <a:lnTo>
                    <a:pt x="533748" y="154960"/>
                  </a:lnTo>
                  <a:lnTo>
                    <a:pt x="534456" y="154960"/>
                  </a:lnTo>
                  <a:lnTo>
                    <a:pt x="535165" y="154960"/>
                  </a:lnTo>
                  <a:lnTo>
                    <a:pt x="535874" y="154960"/>
                  </a:lnTo>
                  <a:lnTo>
                    <a:pt x="536583" y="154960"/>
                  </a:lnTo>
                  <a:lnTo>
                    <a:pt x="537292" y="154960"/>
                  </a:lnTo>
                  <a:lnTo>
                    <a:pt x="538000" y="154960"/>
                  </a:lnTo>
                  <a:lnTo>
                    <a:pt x="538000" y="154712"/>
                  </a:lnTo>
                  <a:lnTo>
                    <a:pt x="538709" y="154712"/>
                  </a:lnTo>
                  <a:lnTo>
                    <a:pt x="538709" y="154464"/>
                  </a:lnTo>
                  <a:lnTo>
                    <a:pt x="539418" y="154464"/>
                  </a:lnTo>
                  <a:lnTo>
                    <a:pt x="539418" y="154216"/>
                  </a:lnTo>
                  <a:lnTo>
                    <a:pt x="539418" y="153968"/>
                  </a:lnTo>
                  <a:lnTo>
                    <a:pt x="539418" y="153720"/>
                  </a:lnTo>
                  <a:lnTo>
                    <a:pt x="540127" y="153720"/>
                  </a:lnTo>
                  <a:lnTo>
                    <a:pt x="540836" y="153720"/>
                  </a:lnTo>
                  <a:lnTo>
                    <a:pt x="540836" y="153472"/>
                  </a:lnTo>
                  <a:lnTo>
                    <a:pt x="541545" y="153472"/>
                  </a:lnTo>
                  <a:lnTo>
                    <a:pt x="542253" y="153472"/>
                  </a:lnTo>
                  <a:lnTo>
                    <a:pt x="542962" y="153472"/>
                  </a:lnTo>
                  <a:lnTo>
                    <a:pt x="543671" y="153472"/>
                  </a:lnTo>
                  <a:lnTo>
                    <a:pt x="543671" y="153224"/>
                  </a:lnTo>
                  <a:lnTo>
                    <a:pt x="543671" y="152976"/>
                  </a:lnTo>
                  <a:lnTo>
                    <a:pt x="544380" y="152976"/>
                  </a:lnTo>
                  <a:lnTo>
                    <a:pt x="545089" y="152976"/>
                  </a:lnTo>
                  <a:lnTo>
                    <a:pt x="545798" y="152976"/>
                  </a:lnTo>
                  <a:lnTo>
                    <a:pt x="546506" y="152976"/>
                  </a:lnTo>
                  <a:lnTo>
                    <a:pt x="547215" y="152976"/>
                  </a:lnTo>
                  <a:lnTo>
                    <a:pt x="547924" y="152976"/>
                  </a:lnTo>
                  <a:lnTo>
                    <a:pt x="547924" y="152729"/>
                  </a:lnTo>
                  <a:lnTo>
                    <a:pt x="547924" y="152481"/>
                  </a:lnTo>
                  <a:lnTo>
                    <a:pt x="548633" y="152481"/>
                  </a:lnTo>
                  <a:lnTo>
                    <a:pt x="548633" y="152233"/>
                  </a:lnTo>
                  <a:lnTo>
                    <a:pt x="549342" y="152233"/>
                  </a:lnTo>
                  <a:lnTo>
                    <a:pt x="550051" y="152233"/>
                  </a:lnTo>
                  <a:lnTo>
                    <a:pt x="550759" y="152233"/>
                  </a:lnTo>
                  <a:lnTo>
                    <a:pt x="551468" y="152233"/>
                  </a:lnTo>
                  <a:lnTo>
                    <a:pt x="552177" y="152233"/>
                  </a:lnTo>
                  <a:lnTo>
                    <a:pt x="552886" y="152233"/>
                  </a:lnTo>
                  <a:lnTo>
                    <a:pt x="553595" y="152233"/>
                  </a:lnTo>
                  <a:lnTo>
                    <a:pt x="554304" y="152233"/>
                  </a:lnTo>
                  <a:lnTo>
                    <a:pt x="555012" y="152233"/>
                  </a:lnTo>
                  <a:lnTo>
                    <a:pt x="555721" y="152233"/>
                  </a:lnTo>
                  <a:lnTo>
                    <a:pt x="556430" y="152233"/>
                  </a:lnTo>
                  <a:lnTo>
                    <a:pt x="557139" y="152233"/>
                  </a:lnTo>
                  <a:lnTo>
                    <a:pt x="557848" y="152233"/>
                  </a:lnTo>
                  <a:lnTo>
                    <a:pt x="558557" y="152233"/>
                  </a:lnTo>
                  <a:lnTo>
                    <a:pt x="558557" y="151985"/>
                  </a:lnTo>
                  <a:lnTo>
                    <a:pt x="558557" y="151737"/>
                  </a:lnTo>
                  <a:lnTo>
                    <a:pt x="559265" y="151737"/>
                  </a:lnTo>
                  <a:lnTo>
                    <a:pt x="559265" y="151489"/>
                  </a:lnTo>
                  <a:lnTo>
                    <a:pt x="559974" y="151489"/>
                  </a:lnTo>
                  <a:lnTo>
                    <a:pt x="560683" y="151489"/>
                  </a:lnTo>
                  <a:lnTo>
                    <a:pt x="561392" y="151489"/>
                  </a:lnTo>
                  <a:lnTo>
                    <a:pt x="561392" y="151241"/>
                  </a:lnTo>
                  <a:lnTo>
                    <a:pt x="562101" y="151241"/>
                  </a:lnTo>
                  <a:lnTo>
                    <a:pt x="562809" y="151241"/>
                  </a:lnTo>
                  <a:lnTo>
                    <a:pt x="563518" y="151241"/>
                  </a:lnTo>
                  <a:lnTo>
                    <a:pt x="563518" y="150993"/>
                  </a:lnTo>
                  <a:lnTo>
                    <a:pt x="564227" y="150993"/>
                  </a:lnTo>
                  <a:lnTo>
                    <a:pt x="564936" y="150993"/>
                  </a:lnTo>
                  <a:lnTo>
                    <a:pt x="565645" y="150993"/>
                  </a:lnTo>
                  <a:lnTo>
                    <a:pt x="565645" y="150745"/>
                  </a:lnTo>
                  <a:lnTo>
                    <a:pt x="566354" y="150745"/>
                  </a:lnTo>
                  <a:lnTo>
                    <a:pt x="567062" y="150745"/>
                  </a:lnTo>
                  <a:lnTo>
                    <a:pt x="567771" y="150745"/>
                  </a:lnTo>
                  <a:lnTo>
                    <a:pt x="567771" y="150497"/>
                  </a:lnTo>
                  <a:lnTo>
                    <a:pt x="567771" y="150249"/>
                  </a:lnTo>
                  <a:lnTo>
                    <a:pt x="568480" y="150249"/>
                  </a:lnTo>
                  <a:lnTo>
                    <a:pt x="569189" y="150249"/>
                  </a:lnTo>
                  <a:lnTo>
                    <a:pt x="569898" y="150249"/>
                  </a:lnTo>
                  <a:lnTo>
                    <a:pt x="570607" y="150249"/>
                  </a:lnTo>
                  <a:lnTo>
                    <a:pt x="570607" y="150001"/>
                  </a:lnTo>
                  <a:lnTo>
                    <a:pt x="571315" y="150001"/>
                  </a:lnTo>
                  <a:lnTo>
                    <a:pt x="572024" y="150001"/>
                  </a:lnTo>
                  <a:lnTo>
                    <a:pt x="572733" y="150001"/>
                  </a:lnTo>
                  <a:lnTo>
                    <a:pt x="573442" y="150001"/>
                  </a:lnTo>
                  <a:lnTo>
                    <a:pt x="574151" y="150001"/>
                  </a:lnTo>
                  <a:lnTo>
                    <a:pt x="574860" y="150001"/>
                  </a:lnTo>
                  <a:lnTo>
                    <a:pt x="575568" y="150001"/>
                  </a:lnTo>
                  <a:lnTo>
                    <a:pt x="576277" y="150001"/>
                  </a:lnTo>
                  <a:lnTo>
                    <a:pt x="576986" y="150001"/>
                  </a:lnTo>
                  <a:lnTo>
                    <a:pt x="576986" y="149753"/>
                  </a:lnTo>
                  <a:lnTo>
                    <a:pt x="576986" y="149505"/>
                  </a:lnTo>
                  <a:lnTo>
                    <a:pt x="576986" y="149257"/>
                  </a:lnTo>
                  <a:lnTo>
                    <a:pt x="577695" y="149257"/>
                  </a:lnTo>
                  <a:lnTo>
                    <a:pt x="578404" y="149257"/>
                  </a:lnTo>
                  <a:lnTo>
                    <a:pt x="578404" y="149009"/>
                  </a:lnTo>
                  <a:lnTo>
                    <a:pt x="579113" y="149009"/>
                  </a:lnTo>
                  <a:lnTo>
                    <a:pt x="579821" y="149009"/>
                  </a:lnTo>
                  <a:lnTo>
                    <a:pt x="580530" y="149009"/>
                  </a:lnTo>
                  <a:lnTo>
                    <a:pt x="580530" y="148762"/>
                  </a:lnTo>
                  <a:lnTo>
                    <a:pt x="580530" y="148514"/>
                  </a:lnTo>
                  <a:lnTo>
                    <a:pt x="581239" y="148514"/>
                  </a:lnTo>
                  <a:lnTo>
                    <a:pt x="581239" y="148266"/>
                  </a:lnTo>
                  <a:lnTo>
                    <a:pt x="581948" y="148266"/>
                  </a:lnTo>
                  <a:lnTo>
                    <a:pt x="582657" y="148266"/>
                  </a:lnTo>
                  <a:lnTo>
                    <a:pt x="583366" y="148266"/>
                  </a:lnTo>
                  <a:lnTo>
                    <a:pt x="584074" y="148266"/>
                  </a:lnTo>
                  <a:lnTo>
                    <a:pt x="584783" y="148266"/>
                  </a:lnTo>
                  <a:lnTo>
                    <a:pt x="585492" y="148266"/>
                  </a:lnTo>
                  <a:lnTo>
                    <a:pt x="585492" y="148018"/>
                  </a:lnTo>
                  <a:lnTo>
                    <a:pt x="586201" y="148018"/>
                  </a:lnTo>
                  <a:lnTo>
                    <a:pt x="586201" y="147770"/>
                  </a:lnTo>
                  <a:lnTo>
                    <a:pt x="586201" y="147522"/>
                  </a:lnTo>
                  <a:lnTo>
                    <a:pt x="586910" y="147522"/>
                  </a:lnTo>
                  <a:lnTo>
                    <a:pt x="586910" y="147274"/>
                  </a:lnTo>
                  <a:lnTo>
                    <a:pt x="587619" y="147274"/>
                  </a:lnTo>
                  <a:lnTo>
                    <a:pt x="588327" y="147274"/>
                  </a:lnTo>
                  <a:lnTo>
                    <a:pt x="588327" y="147026"/>
                  </a:lnTo>
                  <a:lnTo>
                    <a:pt x="589036" y="147026"/>
                  </a:lnTo>
                  <a:lnTo>
                    <a:pt x="589745" y="147026"/>
                  </a:lnTo>
                  <a:lnTo>
                    <a:pt x="590454" y="147026"/>
                  </a:lnTo>
                  <a:lnTo>
                    <a:pt x="590454" y="146778"/>
                  </a:lnTo>
                  <a:lnTo>
                    <a:pt x="591163" y="146778"/>
                  </a:lnTo>
                  <a:lnTo>
                    <a:pt x="591871" y="146778"/>
                  </a:lnTo>
                  <a:lnTo>
                    <a:pt x="592580" y="146778"/>
                  </a:lnTo>
                  <a:lnTo>
                    <a:pt x="593289" y="146778"/>
                  </a:lnTo>
                  <a:lnTo>
                    <a:pt x="593998" y="146778"/>
                  </a:lnTo>
                  <a:lnTo>
                    <a:pt x="594707" y="146778"/>
                  </a:lnTo>
                  <a:lnTo>
                    <a:pt x="594707" y="146530"/>
                  </a:lnTo>
                  <a:lnTo>
                    <a:pt x="594707" y="146282"/>
                  </a:lnTo>
                  <a:lnTo>
                    <a:pt x="594707" y="146034"/>
                  </a:lnTo>
                  <a:lnTo>
                    <a:pt x="595416" y="146034"/>
                  </a:lnTo>
                  <a:lnTo>
                    <a:pt x="595416" y="145786"/>
                  </a:lnTo>
                  <a:lnTo>
                    <a:pt x="596124" y="145786"/>
                  </a:lnTo>
                  <a:lnTo>
                    <a:pt x="596833" y="145786"/>
                  </a:lnTo>
                  <a:lnTo>
                    <a:pt x="597542" y="145786"/>
                  </a:lnTo>
                  <a:lnTo>
                    <a:pt x="598251" y="145786"/>
                  </a:lnTo>
                  <a:lnTo>
                    <a:pt x="598251" y="145538"/>
                  </a:lnTo>
                  <a:lnTo>
                    <a:pt x="598960" y="145538"/>
                  </a:lnTo>
                  <a:lnTo>
                    <a:pt x="598960" y="145290"/>
                  </a:lnTo>
                  <a:lnTo>
                    <a:pt x="598960" y="145042"/>
                  </a:lnTo>
                  <a:lnTo>
                    <a:pt x="599669" y="145042"/>
                  </a:lnTo>
                  <a:lnTo>
                    <a:pt x="599669" y="144795"/>
                  </a:lnTo>
                  <a:lnTo>
                    <a:pt x="600377" y="144795"/>
                  </a:lnTo>
                  <a:lnTo>
                    <a:pt x="601086" y="144795"/>
                  </a:lnTo>
                  <a:lnTo>
                    <a:pt x="601086" y="144547"/>
                  </a:lnTo>
                  <a:lnTo>
                    <a:pt x="601795" y="144547"/>
                  </a:lnTo>
                  <a:lnTo>
                    <a:pt x="602504" y="144547"/>
                  </a:lnTo>
                  <a:lnTo>
                    <a:pt x="603213" y="144547"/>
                  </a:lnTo>
                  <a:lnTo>
                    <a:pt x="603922" y="144547"/>
                  </a:lnTo>
                  <a:lnTo>
                    <a:pt x="603922" y="144299"/>
                  </a:lnTo>
                  <a:lnTo>
                    <a:pt x="604630" y="144299"/>
                  </a:lnTo>
                  <a:lnTo>
                    <a:pt x="604630" y="144051"/>
                  </a:lnTo>
                  <a:lnTo>
                    <a:pt x="604630" y="143803"/>
                  </a:lnTo>
                  <a:lnTo>
                    <a:pt x="605339" y="143803"/>
                  </a:lnTo>
                  <a:lnTo>
                    <a:pt x="606048" y="143803"/>
                  </a:lnTo>
                  <a:lnTo>
                    <a:pt x="606757" y="143803"/>
                  </a:lnTo>
                  <a:lnTo>
                    <a:pt x="606757" y="143555"/>
                  </a:lnTo>
                  <a:lnTo>
                    <a:pt x="607466" y="143555"/>
                  </a:lnTo>
                  <a:lnTo>
                    <a:pt x="608175" y="143555"/>
                  </a:lnTo>
                  <a:lnTo>
                    <a:pt x="608883" y="143555"/>
                  </a:lnTo>
                  <a:lnTo>
                    <a:pt x="609592" y="143555"/>
                  </a:lnTo>
                  <a:lnTo>
                    <a:pt x="609592" y="143307"/>
                  </a:lnTo>
                  <a:lnTo>
                    <a:pt x="610301" y="143307"/>
                  </a:lnTo>
                  <a:lnTo>
                    <a:pt x="611010" y="143307"/>
                  </a:lnTo>
                  <a:lnTo>
                    <a:pt x="611010" y="143059"/>
                  </a:lnTo>
                  <a:lnTo>
                    <a:pt x="611010" y="142811"/>
                  </a:lnTo>
                  <a:lnTo>
                    <a:pt x="611719" y="142811"/>
                  </a:lnTo>
                  <a:lnTo>
                    <a:pt x="612428" y="142811"/>
                  </a:lnTo>
                  <a:lnTo>
                    <a:pt x="613136" y="142811"/>
                  </a:lnTo>
                  <a:lnTo>
                    <a:pt x="613845" y="142811"/>
                  </a:lnTo>
                  <a:lnTo>
                    <a:pt x="613845" y="142563"/>
                  </a:lnTo>
                  <a:lnTo>
                    <a:pt x="613845" y="142315"/>
                  </a:lnTo>
                  <a:lnTo>
                    <a:pt x="613845" y="142067"/>
                  </a:lnTo>
                  <a:lnTo>
                    <a:pt x="614554" y="142067"/>
                  </a:lnTo>
                  <a:lnTo>
                    <a:pt x="614554" y="141819"/>
                  </a:lnTo>
                  <a:lnTo>
                    <a:pt x="615263" y="141819"/>
                  </a:lnTo>
                  <a:lnTo>
                    <a:pt x="615972" y="141819"/>
                  </a:lnTo>
                  <a:lnTo>
                    <a:pt x="616680" y="141819"/>
                  </a:lnTo>
                  <a:lnTo>
                    <a:pt x="616680" y="141571"/>
                  </a:lnTo>
                  <a:lnTo>
                    <a:pt x="617389" y="141571"/>
                  </a:lnTo>
                  <a:lnTo>
                    <a:pt x="617389" y="141323"/>
                  </a:lnTo>
                  <a:lnTo>
                    <a:pt x="617389" y="141075"/>
                  </a:lnTo>
                  <a:lnTo>
                    <a:pt x="618098" y="141075"/>
                  </a:lnTo>
                  <a:lnTo>
                    <a:pt x="618807" y="141075"/>
                  </a:lnTo>
                  <a:lnTo>
                    <a:pt x="619516" y="141075"/>
                  </a:lnTo>
                  <a:lnTo>
                    <a:pt x="620225" y="141075"/>
                  </a:lnTo>
                  <a:lnTo>
                    <a:pt x="620933" y="141075"/>
                  </a:lnTo>
                  <a:lnTo>
                    <a:pt x="620933" y="140828"/>
                  </a:lnTo>
                  <a:lnTo>
                    <a:pt x="620933" y="140580"/>
                  </a:lnTo>
                  <a:lnTo>
                    <a:pt x="620933" y="140332"/>
                  </a:lnTo>
                  <a:lnTo>
                    <a:pt x="620933" y="140084"/>
                  </a:lnTo>
                  <a:lnTo>
                    <a:pt x="621642" y="140084"/>
                  </a:lnTo>
                  <a:lnTo>
                    <a:pt x="622351" y="140084"/>
                  </a:lnTo>
                  <a:lnTo>
                    <a:pt x="623060" y="140084"/>
                  </a:lnTo>
                  <a:lnTo>
                    <a:pt x="623769" y="140084"/>
                  </a:lnTo>
                  <a:lnTo>
                    <a:pt x="623769" y="139836"/>
                  </a:lnTo>
                  <a:lnTo>
                    <a:pt x="624478" y="139836"/>
                  </a:lnTo>
                  <a:lnTo>
                    <a:pt x="625186" y="139836"/>
                  </a:lnTo>
                  <a:lnTo>
                    <a:pt x="625186" y="139588"/>
                  </a:lnTo>
                  <a:lnTo>
                    <a:pt x="625186" y="139340"/>
                  </a:lnTo>
                  <a:lnTo>
                    <a:pt x="625895" y="139340"/>
                  </a:lnTo>
                  <a:lnTo>
                    <a:pt x="625895" y="139092"/>
                  </a:lnTo>
                  <a:lnTo>
                    <a:pt x="626604" y="139092"/>
                  </a:lnTo>
                  <a:lnTo>
                    <a:pt x="626604" y="138844"/>
                  </a:lnTo>
                  <a:lnTo>
                    <a:pt x="626604" y="138596"/>
                  </a:lnTo>
                  <a:lnTo>
                    <a:pt x="626604" y="138348"/>
                  </a:lnTo>
                  <a:lnTo>
                    <a:pt x="627313" y="138348"/>
                  </a:lnTo>
                  <a:lnTo>
                    <a:pt x="628022" y="138348"/>
                  </a:lnTo>
                  <a:lnTo>
                    <a:pt x="628022" y="138100"/>
                  </a:lnTo>
                  <a:lnTo>
                    <a:pt x="628731" y="138100"/>
                  </a:lnTo>
                  <a:lnTo>
                    <a:pt x="628731" y="137852"/>
                  </a:lnTo>
                  <a:lnTo>
                    <a:pt x="628731" y="137604"/>
                  </a:lnTo>
                  <a:lnTo>
                    <a:pt x="629439" y="137604"/>
                  </a:lnTo>
                  <a:lnTo>
                    <a:pt x="629439" y="137356"/>
                  </a:lnTo>
                  <a:lnTo>
                    <a:pt x="630148" y="137356"/>
                  </a:lnTo>
                  <a:lnTo>
                    <a:pt x="630148" y="137108"/>
                  </a:lnTo>
                  <a:lnTo>
                    <a:pt x="630857" y="137108"/>
                  </a:lnTo>
                  <a:lnTo>
                    <a:pt x="630857" y="136861"/>
                  </a:lnTo>
                  <a:lnTo>
                    <a:pt x="630857" y="136613"/>
                  </a:lnTo>
                  <a:lnTo>
                    <a:pt x="630857" y="136365"/>
                  </a:lnTo>
                  <a:lnTo>
                    <a:pt x="631566" y="136365"/>
                  </a:lnTo>
                  <a:lnTo>
                    <a:pt x="632275" y="136365"/>
                  </a:lnTo>
                  <a:lnTo>
                    <a:pt x="632984" y="136365"/>
                  </a:lnTo>
                  <a:lnTo>
                    <a:pt x="633692" y="136365"/>
                  </a:lnTo>
                  <a:lnTo>
                    <a:pt x="634401" y="136365"/>
                  </a:lnTo>
                  <a:lnTo>
                    <a:pt x="635110" y="136365"/>
                  </a:lnTo>
                  <a:lnTo>
                    <a:pt x="635110" y="136117"/>
                  </a:lnTo>
                  <a:lnTo>
                    <a:pt x="635819" y="136117"/>
                  </a:lnTo>
                  <a:lnTo>
                    <a:pt x="635819" y="135869"/>
                  </a:lnTo>
                  <a:lnTo>
                    <a:pt x="636528" y="135869"/>
                  </a:lnTo>
                  <a:lnTo>
                    <a:pt x="637237" y="135869"/>
                  </a:lnTo>
                  <a:lnTo>
                    <a:pt x="637945" y="135869"/>
                  </a:lnTo>
                  <a:lnTo>
                    <a:pt x="638654" y="135869"/>
                  </a:lnTo>
                  <a:lnTo>
                    <a:pt x="639363" y="135869"/>
                  </a:lnTo>
                  <a:lnTo>
                    <a:pt x="640072" y="135869"/>
                  </a:lnTo>
                  <a:lnTo>
                    <a:pt x="640781" y="135869"/>
                  </a:lnTo>
                  <a:lnTo>
                    <a:pt x="641489" y="135869"/>
                  </a:lnTo>
                  <a:lnTo>
                    <a:pt x="642198" y="135869"/>
                  </a:lnTo>
                  <a:lnTo>
                    <a:pt x="642198" y="135621"/>
                  </a:lnTo>
                  <a:lnTo>
                    <a:pt x="642907" y="135621"/>
                  </a:lnTo>
                  <a:lnTo>
                    <a:pt x="643616" y="135621"/>
                  </a:lnTo>
                  <a:lnTo>
                    <a:pt x="643616" y="135373"/>
                  </a:lnTo>
                  <a:lnTo>
                    <a:pt x="644325" y="135373"/>
                  </a:lnTo>
                  <a:lnTo>
                    <a:pt x="645034" y="135373"/>
                  </a:lnTo>
                  <a:lnTo>
                    <a:pt x="645742" y="135373"/>
                  </a:lnTo>
                  <a:lnTo>
                    <a:pt x="646451" y="135373"/>
                  </a:lnTo>
                  <a:lnTo>
                    <a:pt x="647160" y="135373"/>
                  </a:lnTo>
                  <a:lnTo>
                    <a:pt x="647160" y="135125"/>
                  </a:lnTo>
                  <a:lnTo>
                    <a:pt x="647869" y="135125"/>
                  </a:lnTo>
                  <a:lnTo>
                    <a:pt x="647869" y="134877"/>
                  </a:lnTo>
                  <a:lnTo>
                    <a:pt x="647869" y="134629"/>
                  </a:lnTo>
                  <a:lnTo>
                    <a:pt x="648578" y="134629"/>
                  </a:lnTo>
                  <a:lnTo>
                    <a:pt x="649287" y="134629"/>
                  </a:lnTo>
                  <a:lnTo>
                    <a:pt x="649995" y="134629"/>
                  </a:lnTo>
                  <a:lnTo>
                    <a:pt x="649995" y="134381"/>
                  </a:lnTo>
                  <a:lnTo>
                    <a:pt x="650704" y="134381"/>
                  </a:lnTo>
                  <a:lnTo>
                    <a:pt x="651413" y="134381"/>
                  </a:lnTo>
                  <a:lnTo>
                    <a:pt x="651413" y="134133"/>
                  </a:lnTo>
                  <a:lnTo>
                    <a:pt x="652122" y="134133"/>
                  </a:lnTo>
                  <a:lnTo>
                    <a:pt x="652831" y="134133"/>
                  </a:lnTo>
                  <a:lnTo>
                    <a:pt x="653540" y="134133"/>
                  </a:lnTo>
                  <a:lnTo>
                    <a:pt x="654248" y="134133"/>
                  </a:lnTo>
                  <a:lnTo>
                    <a:pt x="654957" y="134133"/>
                  </a:lnTo>
                  <a:lnTo>
                    <a:pt x="654957" y="133885"/>
                  </a:lnTo>
                  <a:lnTo>
                    <a:pt x="655666" y="133885"/>
                  </a:lnTo>
                  <a:lnTo>
                    <a:pt x="656375" y="133885"/>
                  </a:lnTo>
                  <a:lnTo>
                    <a:pt x="656375" y="133637"/>
                  </a:lnTo>
                  <a:lnTo>
                    <a:pt x="657084" y="133637"/>
                  </a:lnTo>
                  <a:lnTo>
                    <a:pt x="657084" y="133389"/>
                  </a:lnTo>
                  <a:lnTo>
                    <a:pt x="657084" y="133142"/>
                  </a:lnTo>
                  <a:lnTo>
                    <a:pt x="657793" y="133142"/>
                  </a:lnTo>
                  <a:lnTo>
                    <a:pt x="658501" y="133142"/>
                  </a:lnTo>
                  <a:lnTo>
                    <a:pt x="658501" y="132894"/>
                  </a:lnTo>
                  <a:lnTo>
                    <a:pt x="658501" y="132646"/>
                  </a:lnTo>
                  <a:lnTo>
                    <a:pt x="658501" y="132398"/>
                  </a:lnTo>
                  <a:lnTo>
                    <a:pt x="659210" y="132398"/>
                  </a:lnTo>
                  <a:lnTo>
                    <a:pt x="659210" y="132150"/>
                  </a:lnTo>
                  <a:lnTo>
                    <a:pt x="659210" y="131902"/>
                  </a:lnTo>
                  <a:lnTo>
                    <a:pt x="659919" y="131902"/>
                  </a:lnTo>
                  <a:lnTo>
                    <a:pt x="660628" y="131902"/>
                  </a:lnTo>
                  <a:lnTo>
                    <a:pt x="661337" y="131902"/>
                  </a:lnTo>
                  <a:lnTo>
                    <a:pt x="662046" y="131902"/>
                  </a:lnTo>
                  <a:lnTo>
                    <a:pt x="662046" y="131654"/>
                  </a:lnTo>
                  <a:lnTo>
                    <a:pt x="662754" y="131654"/>
                  </a:lnTo>
                  <a:lnTo>
                    <a:pt x="662754" y="131406"/>
                  </a:lnTo>
                  <a:lnTo>
                    <a:pt x="663463" y="131406"/>
                  </a:lnTo>
                  <a:lnTo>
                    <a:pt x="664172" y="131406"/>
                  </a:lnTo>
                  <a:lnTo>
                    <a:pt x="664881" y="131406"/>
                  </a:lnTo>
                  <a:lnTo>
                    <a:pt x="665590" y="131406"/>
                  </a:lnTo>
                  <a:lnTo>
                    <a:pt x="666298" y="131406"/>
                  </a:lnTo>
                  <a:lnTo>
                    <a:pt x="667007" y="131406"/>
                  </a:lnTo>
                  <a:lnTo>
                    <a:pt x="667007" y="131158"/>
                  </a:lnTo>
                  <a:lnTo>
                    <a:pt x="667716" y="131158"/>
                  </a:lnTo>
                  <a:lnTo>
                    <a:pt x="668425" y="131158"/>
                  </a:lnTo>
                  <a:lnTo>
                    <a:pt x="669134" y="131158"/>
                  </a:lnTo>
                  <a:lnTo>
                    <a:pt x="669843" y="131158"/>
                  </a:lnTo>
                  <a:lnTo>
                    <a:pt x="669843" y="130910"/>
                  </a:lnTo>
                  <a:lnTo>
                    <a:pt x="670551" y="130910"/>
                  </a:lnTo>
                  <a:lnTo>
                    <a:pt x="671260" y="130910"/>
                  </a:lnTo>
                  <a:lnTo>
                    <a:pt x="671260" y="130662"/>
                  </a:lnTo>
                  <a:lnTo>
                    <a:pt x="671969" y="130662"/>
                  </a:lnTo>
                  <a:lnTo>
                    <a:pt x="672678" y="130662"/>
                  </a:lnTo>
                  <a:lnTo>
                    <a:pt x="673387" y="130662"/>
                  </a:lnTo>
                  <a:lnTo>
                    <a:pt x="674096" y="130662"/>
                  </a:lnTo>
                  <a:lnTo>
                    <a:pt x="674804" y="130662"/>
                  </a:lnTo>
                  <a:lnTo>
                    <a:pt x="675513" y="130662"/>
                  </a:lnTo>
                  <a:lnTo>
                    <a:pt x="675513" y="130414"/>
                  </a:lnTo>
                  <a:lnTo>
                    <a:pt x="676222" y="130414"/>
                  </a:lnTo>
                  <a:lnTo>
                    <a:pt x="676931" y="130414"/>
                  </a:lnTo>
                  <a:lnTo>
                    <a:pt x="677640" y="130414"/>
                  </a:lnTo>
                  <a:lnTo>
                    <a:pt x="677640" y="130166"/>
                  </a:lnTo>
                  <a:lnTo>
                    <a:pt x="677640" y="129918"/>
                  </a:lnTo>
                  <a:lnTo>
                    <a:pt x="678349" y="129918"/>
                  </a:lnTo>
                  <a:lnTo>
                    <a:pt x="678349" y="129670"/>
                  </a:lnTo>
                  <a:lnTo>
                    <a:pt x="679057" y="129670"/>
                  </a:lnTo>
                  <a:lnTo>
                    <a:pt x="679766" y="129670"/>
                  </a:lnTo>
                  <a:lnTo>
                    <a:pt x="679766" y="129422"/>
                  </a:lnTo>
                  <a:lnTo>
                    <a:pt x="679766" y="129175"/>
                  </a:lnTo>
                  <a:lnTo>
                    <a:pt x="680475" y="129175"/>
                  </a:lnTo>
                  <a:lnTo>
                    <a:pt x="681184" y="129175"/>
                  </a:lnTo>
                  <a:lnTo>
                    <a:pt x="681184" y="128927"/>
                  </a:lnTo>
                  <a:lnTo>
                    <a:pt x="681184" y="128679"/>
                  </a:lnTo>
                  <a:lnTo>
                    <a:pt x="681893" y="128679"/>
                  </a:lnTo>
                  <a:lnTo>
                    <a:pt x="682602" y="128679"/>
                  </a:lnTo>
                  <a:lnTo>
                    <a:pt x="683310" y="128679"/>
                  </a:lnTo>
                  <a:lnTo>
                    <a:pt x="684019" y="128679"/>
                  </a:lnTo>
                  <a:lnTo>
                    <a:pt x="684728" y="128679"/>
                  </a:lnTo>
                  <a:lnTo>
                    <a:pt x="684728" y="128431"/>
                  </a:lnTo>
                  <a:lnTo>
                    <a:pt x="685437" y="128431"/>
                  </a:lnTo>
                  <a:lnTo>
                    <a:pt x="685437" y="128183"/>
                  </a:lnTo>
                  <a:lnTo>
                    <a:pt x="686146" y="128183"/>
                  </a:lnTo>
                  <a:lnTo>
                    <a:pt x="686146" y="127935"/>
                  </a:lnTo>
                  <a:lnTo>
                    <a:pt x="686855" y="127935"/>
                  </a:lnTo>
                  <a:lnTo>
                    <a:pt x="686855" y="127687"/>
                  </a:lnTo>
                  <a:lnTo>
                    <a:pt x="687563" y="127687"/>
                  </a:lnTo>
                  <a:lnTo>
                    <a:pt x="687563" y="127439"/>
                  </a:lnTo>
                  <a:lnTo>
                    <a:pt x="688272" y="127439"/>
                  </a:lnTo>
                  <a:lnTo>
                    <a:pt x="688981" y="127439"/>
                  </a:lnTo>
                  <a:lnTo>
                    <a:pt x="689690" y="127439"/>
                  </a:lnTo>
                  <a:lnTo>
                    <a:pt x="689690" y="127191"/>
                  </a:lnTo>
                  <a:lnTo>
                    <a:pt x="689690" y="126943"/>
                  </a:lnTo>
                  <a:lnTo>
                    <a:pt x="689690" y="126695"/>
                  </a:lnTo>
                  <a:lnTo>
                    <a:pt x="690399" y="126695"/>
                  </a:lnTo>
                  <a:lnTo>
                    <a:pt x="691107" y="126695"/>
                  </a:lnTo>
                  <a:lnTo>
                    <a:pt x="691107" y="126447"/>
                  </a:lnTo>
                  <a:lnTo>
                    <a:pt x="691816" y="126447"/>
                  </a:lnTo>
                  <a:lnTo>
                    <a:pt x="692525" y="126447"/>
                  </a:lnTo>
                  <a:lnTo>
                    <a:pt x="693234" y="126447"/>
                  </a:lnTo>
                  <a:lnTo>
                    <a:pt x="693943" y="126447"/>
                  </a:lnTo>
                  <a:lnTo>
                    <a:pt x="693943" y="126199"/>
                  </a:lnTo>
                  <a:lnTo>
                    <a:pt x="694652" y="126199"/>
                  </a:lnTo>
                  <a:lnTo>
                    <a:pt x="694652" y="125951"/>
                  </a:lnTo>
                  <a:lnTo>
                    <a:pt x="695360" y="125951"/>
                  </a:lnTo>
                  <a:lnTo>
                    <a:pt x="695360" y="125703"/>
                  </a:lnTo>
                  <a:lnTo>
                    <a:pt x="696069" y="125703"/>
                  </a:lnTo>
                  <a:lnTo>
                    <a:pt x="696778" y="125703"/>
                  </a:lnTo>
                  <a:lnTo>
                    <a:pt x="697487" y="125703"/>
                  </a:lnTo>
                  <a:lnTo>
                    <a:pt x="697487" y="125455"/>
                  </a:lnTo>
                  <a:lnTo>
                    <a:pt x="697487" y="125208"/>
                  </a:lnTo>
                  <a:lnTo>
                    <a:pt x="698196" y="125208"/>
                  </a:lnTo>
                  <a:lnTo>
                    <a:pt x="698196" y="124960"/>
                  </a:lnTo>
                  <a:lnTo>
                    <a:pt x="698905" y="124960"/>
                  </a:lnTo>
                  <a:lnTo>
                    <a:pt x="699613" y="124960"/>
                  </a:lnTo>
                  <a:lnTo>
                    <a:pt x="699613" y="124712"/>
                  </a:lnTo>
                  <a:lnTo>
                    <a:pt x="699613" y="124464"/>
                  </a:lnTo>
                  <a:lnTo>
                    <a:pt x="700322" y="124464"/>
                  </a:lnTo>
                  <a:lnTo>
                    <a:pt x="701031" y="124464"/>
                  </a:lnTo>
                  <a:lnTo>
                    <a:pt x="701740" y="124464"/>
                  </a:lnTo>
                  <a:lnTo>
                    <a:pt x="702449" y="124464"/>
                  </a:lnTo>
                  <a:lnTo>
                    <a:pt x="703158" y="124464"/>
                  </a:lnTo>
                  <a:lnTo>
                    <a:pt x="703866" y="124464"/>
                  </a:lnTo>
                  <a:lnTo>
                    <a:pt x="704575" y="124464"/>
                  </a:lnTo>
                  <a:lnTo>
                    <a:pt x="704575" y="124216"/>
                  </a:lnTo>
                  <a:lnTo>
                    <a:pt x="705284" y="124216"/>
                  </a:lnTo>
                  <a:lnTo>
                    <a:pt x="705993" y="124216"/>
                  </a:lnTo>
                  <a:lnTo>
                    <a:pt x="705993" y="123968"/>
                  </a:lnTo>
                  <a:lnTo>
                    <a:pt x="706702" y="123968"/>
                  </a:lnTo>
                  <a:lnTo>
                    <a:pt x="706702" y="123720"/>
                  </a:lnTo>
                  <a:lnTo>
                    <a:pt x="707411" y="123720"/>
                  </a:lnTo>
                  <a:lnTo>
                    <a:pt x="708119" y="123720"/>
                  </a:lnTo>
                  <a:lnTo>
                    <a:pt x="708828" y="123720"/>
                  </a:lnTo>
                  <a:lnTo>
                    <a:pt x="709537" y="123720"/>
                  </a:lnTo>
                  <a:lnTo>
                    <a:pt x="710246" y="123720"/>
                  </a:lnTo>
                  <a:lnTo>
                    <a:pt x="710955" y="123720"/>
                  </a:lnTo>
                  <a:lnTo>
                    <a:pt x="711664" y="123720"/>
                  </a:lnTo>
                  <a:lnTo>
                    <a:pt x="711664" y="123472"/>
                  </a:lnTo>
                  <a:lnTo>
                    <a:pt x="711664" y="123224"/>
                  </a:lnTo>
                  <a:lnTo>
                    <a:pt x="712372" y="123224"/>
                  </a:lnTo>
                  <a:lnTo>
                    <a:pt x="713081" y="123224"/>
                  </a:lnTo>
                  <a:lnTo>
                    <a:pt x="713081" y="122976"/>
                  </a:lnTo>
                  <a:lnTo>
                    <a:pt x="713790" y="122976"/>
                  </a:lnTo>
                  <a:lnTo>
                    <a:pt x="714499" y="122976"/>
                  </a:lnTo>
                  <a:lnTo>
                    <a:pt x="715208" y="122976"/>
                  </a:lnTo>
                  <a:lnTo>
                    <a:pt x="715208" y="122728"/>
                  </a:lnTo>
                  <a:lnTo>
                    <a:pt x="715208" y="122480"/>
                  </a:lnTo>
                  <a:lnTo>
                    <a:pt x="715916" y="122480"/>
                  </a:lnTo>
                  <a:lnTo>
                    <a:pt x="716625" y="122480"/>
                  </a:lnTo>
                  <a:lnTo>
                    <a:pt x="717334" y="122480"/>
                  </a:lnTo>
                  <a:lnTo>
                    <a:pt x="717334" y="122232"/>
                  </a:lnTo>
                  <a:lnTo>
                    <a:pt x="718043" y="122232"/>
                  </a:lnTo>
                  <a:lnTo>
                    <a:pt x="718752" y="122232"/>
                  </a:lnTo>
                  <a:lnTo>
                    <a:pt x="719461" y="122232"/>
                  </a:lnTo>
                  <a:lnTo>
                    <a:pt x="720169" y="122232"/>
                  </a:lnTo>
                  <a:lnTo>
                    <a:pt x="720878" y="122232"/>
                  </a:lnTo>
                  <a:lnTo>
                    <a:pt x="721587" y="122232"/>
                  </a:lnTo>
                  <a:lnTo>
                    <a:pt x="722296" y="122232"/>
                  </a:lnTo>
                  <a:lnTo>
                    <a:pt x="723005" y="122232"/>
                  </a:lnTo>
                  <a:lnTo>
                    <a:pt x="723714" y="122232"/>
                  </a:lnTo>
                  <a:lnTo>
                    <a:pt x="724422" y="122232"/>
                  </a:lnTo>
                  <a:lnTo>
                    <a:pt x="725131" y="122232"/>
                  </a:lnTo>
                  <a:lnTo>
                    <a:pt x="725840" y="122232"/>
                  </a:lnTo>
                  <a:lnTo>
                    <a:pt x="726549" y="122232"/>
                  </a:lnTo>
                  <a:lnTo>
                    <a:pt x="727258" y="122232"/>
                  </a:lnTo>
                  <a:lnTo>
                    <a:pt x="727967" y="122232"/>
                  </a:lnTo>
                  <a:lnTo>
                    <a:pt x="728675" y="122232"/>
                  </a:lnTo>
                  <a:lnTo>
                    <a:pt x="728675" y="121984"/>
                  </a:lnTo>
                  <a:lnTo>
                    <a:pt x="729384" y="121984"/>
                  </a:lnTo>
                  <a:lnTo>
                    <a:pt x="729384" y="121736"/>
                  </a:lnTo>
                  <a:lnTo>
                    <a:pt x="730093" y="121736"/>
                  </a:lnTo>
                  <a:lnTo>
                    <a:pt x="730802" y="121736"/>
                  </a:lnTo>
                  <a:lnTo>
                    <a:pt x="731511" y="121736"/>
                  </a:lnTo>
                  <a:lnTo>
                    <a:pt x="732220" y="121736"/>
                  </a:lnTo>
                  <a:lnTo>
                    <a:pt x="732220" y="121488"/>
                  </a:lnTo>
                  <a:lnTo>
                    <a:pt x="732928" y="121488"/>
                  </a:lnTo>
                  <a:lnTo>
                    <a:pt x="733637" y="121488"/>
                  </a:lnTo>
                  <a:lnTo>
                    <a:pt x="733637" y="121241"/>
                  </a:lnTo>
                  <a:lnTo>
                    <a:pt x="734346" y="121241"/>
                  </a:lnTo>
                  <a:lnTo>
                    <a:pt x="735055" y="121241"/>
                  </a:lnTo>
                  <a:lnTo>
                    <a:pt x="735055" y="120993"/>
                  </a:lnTo>
                  <a:lnTo>
                    <a:pt x="735764" y="120993"/>
                  </a:lnTo>
                  <a:lnTo>
                    <a:pt x="735764" y="120745"/>
                  </a:lnTo>
                  <a:lnTo>
                    <a:pt x="735764" y="120497"/>
                  </a:lnTo>
                  <a:lnTo>
                    <a:pt x="736473" y="120497"/>
                  </a:lnTo>
                  <a:lnTo>
                    <a:pt x="737181" y="120497"/>
                  </a:lnTo>
                  <a:lnTo>
                    <a:pt x="737890" y="120497"/>
                  </a:lnTo>
                  <a:lnTo>
                    <a:pt x="738599" y="120497"/>
                  </a:lnTo>
                  <a:lnTo>
                    <a:pt x="738599" y="120249"/>
                  </a:lnTo>
                  <a:lnTo>
                    <a:pt x="739308" y="120249"/>
                  </a:lnTo>
                  <a:lnTo>
                    <a:pt x="740017" y="120249"/>
                  </a:lnTo>
                  <a:lnTo>
                    <a:pt x="740726" y="120249"/>
                  </a:lnTo>
                  <a:lnTo>
                    <a:pt x="741434" y="120249"/>
                  </a:lnTo>
                  <a:lnTo>
                    <a:pt x="742143" y="120249"/>
                  </a:lnTo>
                  <a:lnTo>
                    <a:pt x="742852" y="120249"/>
                  </a:lnTo>
                  <a:lnTo>
                    <a:pt x="743561" y="120249"/>
                  </a:lnTo>
                  <a:lnTo>
                    <a:pt x="744270" y="120249"/>
                  </a:lnTo>
                  <a:lnTo>
                    <a:pt x="744270" y="120001"/>
                  </a:lnTo>
                  <a:lnTo>
                    <a:pt x="744978" y="120001"/>
                  </a:lnTo>
                  <a:lnTo>
                    <a:pt x="745687" y="120001"/>
                  </a:lnTo>
                  <a:lnTo>
                    <a:pt x="746396" y="120001"/>
                  </a:lnTo>
                  <a:lnTo>
                    <a:pt x="747105" y="120001"/>
                  </a:lnTo>
                  <a:lnTo>
                    <a:pt x="747814" y="120001"/>
                  </a:lnTo>
                  <a:lnTo>
                    <a:pt x="748523" y="120001"/>
                  </a:lnTo>
                  <a:lnTo>
                    <a:pt x="749231" y="120001"/>
                  </a:lnTo>
                  <a:lnTo>
                    <a:pt x="749940" y="120001"/>
                  </a:lnTo>
                  <a:lnTo>
                    <a:pt x="749940" y="119753"/>
                  </a:lnTo>
                  <a:lnTo>
                    <a:pt x="750649" y="119753"/>
                  </a:lnTo>
                  <a:lnTo>
                    <a:pt x="751358" y="119753"/>
                  </a:lnTo>
                  <a:lnTo>
                    <a:pt x="752067" y="119753"/>
                  </a:lnTo>
                  <a:lnTo>
                    <a:pt x="752776" y="119753"/>
                  </a:lnTo>
                  <a:lnTo>
                    <a:pt x="752776" y="119505"/>
                  </a:lnTo>
                  <a:lnTo>
                    <a:pt x="752776" y="119257"/>
                  </a:lnTo>
                  <a:lnTo>
                    <a:pt x="752776" y="119009"/>
                  </a:lnTo>
                  <a:lnTo>
                    <a:pt x="753484" y="119009"/>
                  </a:lnTo>
                  <a:lnTo>
                    <a:pt x="754193" y="119009"/>
                  </a:lnTo>
                  <a:lnTo>
                    <a:pt x="754902" y="119009"/>
                  </a:lnTo>
                  <a:lnTo>
                    <a:pt x="754902" y="118761"/>
                  </a:lnTo>
                  <a:lnTo>
                    <a:pt x="755611" y="118761"/>
                  </a:lnTo>
                  <a:lnTo>
                    <a:pt x="756320" y="118761"/>
                  </a:lnTo>
                  <a:lnTo>
                    <a:pt x="757029" y="118761"/>
                  </a:lnTo>
                  <a:lnTo>
                    <a:pt x="757737" y="118761"/>
                  </a:lnTo>
                  <a:lnTo>
                    <a:pt x="758446" y="118761"/>
                  </a:lnTo>
                  <a:lnTo>
                    <a:pt x="759155" y="118761"/>
                  </a:lnTo>
                  <a:lnTo>
                    <a:pt x="759864" y="118761"/>
                  </a:lnTo>
                  <a:lnTo>
                    <a:pt x="759864" y="118513"/>
                  </a:lnTo>
                  <a:lnTo>
                    <a:pt x="759864" y="118265"/>
                  </a:lnTo>
                  <a:lnTo>
                    <a:pt x="760573" y="118265"/>
                  </a:lnTo>
                  <a:lnTo>
                    <a:pt x="761282" y="118265"/>
                  </a:lnTo>
                  <a:lnTo>
                    <a:pt x="761990" y="118265"/>
                  </a:lnTo>
                  <a:lnTo>
                    <a:pt x="762699" y="118265"/>
                  </a:lnTo>
                  <a:lnTo>
                    <a:pt x="762699" y="118017"/>
                  </a:lnTo>
                  <a:lnTo>
                    <a:pt x="763408" y="118017"/>
                  </a:lnTo>
                  <a:lnTo>
                    <a:pt x="764117" y="118017"/>
                  </a:lnTo>
                  <a:lnTo>
                    <a:pt x="764826" y="118017"/>
                  </a:lnTo>
                  <a:lnTo>
                    <a:pt x="765535" y="118017"/>
                  </a:lnTo>
                  <a:lnTo>
                    <a:pt x="766243" y="118017"/>
                  </a:lnTo>
                  <a:lnTo>
                    <a:pt x="766952" y="118017"/>
                  </a:lnTo>
                  <a:lnTo>
                    <a:pt x="767661" y="118017"/>
                  </a:lnTo>
                  <a:lnTo>
                    <a:pt x="768370" y="118017"/>
                  </a:lnTo>
                  <a:lnTo>
                    <a:pt x="768370" y="117769"/>
                  </a:lnTo>
                  <a:lnTo>
                    <a:pt x="769079" y="117769"/>
                  </a:lnTo>
                  <a:lnTo>
                    <a:pt x="769787" y="117769"/>
                  </a:lnTo>
                  <a:lnTo>
                    <a:pt x="770496" y="117769"/>
                  </a:lnTo>
                  <a:lnTo>
                    <a:pt x="771205" y="117769"/>
                  </a:lnTo>
                  <a:lnTo>
                    <a:pt x="771205" y="117521"/>
                  </a:lnTo>
                  <a:lnTo>
                    <a:pt x="771914" y="117521"/>
                  </a:lnTo>
                  <a:lnTo>
                    <a:pt x="772623" y="117521"/>
                  </a:lnTo>
                  <a:lnTo>
                    <a:pt x="773332" y="117521"/>
                  </a:lnTo>
                  <a:lnTo>
                    <a:pt x="774040" y="117521"/>
                  </a:lnTo>
                  <a:lnTo>
                    <a:pt x="774040" y="117274"/>
                  </a:lnTo>
                  <a:lnTo>
                    <a:pt x="774040" y="117026"/>
                  </a:lnTo>
                  <a:lnTo>
                    <a:pt x="774749" y="117026"/>
                  </a:lnTo>
                  <a:lnTo>
                    <a:pt x="774749" y="116778"/>
                  </a:lnTo>
                  <a:lnTo>
                    <a:pt x="775458" y="116778"/>
                  </a:lnTo>
                  <a:lnTo>
                    <a:pt x="776167" y="116778"/>
                  </a:lnTo>
                  <a:lnTo>
                    <a:pt x="776167" y="116530"/>
                  </a:lnTo>
                  <a:lnTo>
                    <a:pt x="776167" y="116282"/>
                  </a:lnTo>
                  <a:lnTo>
                    <a:pt x="776876" y="116282"/>
                  </a:lnTo>
                  <a:lnTo>
                    <a:pt x="777585" y="116282"/>
                  </a:lnTo>
                  <a:lnTo>
                    <a:pt x="777585" y="116034"/>
                  </a:lnTo>
                  <a:lnTo>
                    <a:pt x="778293" y="116034"/>
                  </a:lnTo>
                  <a:lnTo>
                    <a:pt x="778293" y="115786"/>
                  </a:lnTo>
                  <a:lnTo>
                    <a:pt x="778293" y="115538"/>
                  </a:lnTo>
                  <a:lnTo>
                    <a:pt x="778293" y="115290"/>
                  </a:lnTo>
                  <a:lnTo>
                    <a:pt x="778293" y="115042"/>
                  </a:lnTo>
                  <a:lnTo>
                    <a:pt x="779002" y="115042"/>
                  </a:lnTo>
                  <a:lnTo>
                    <a:pt x="779002" y="114794"/>
                  </a:lnTo>
                  <a:lnTo>
                    <a:pt x="779711" y="114794"/>
                  </a:lnTo>
                  <a:lnTo>
                    <a:pt x="779711" y="114546"/>
                  </a:lnTo>
                  <a:lnTo>
                    <a:pt x="780420" y="114546"/>
                  </a:lnTo>
                  <a:lnTo>
                    <a:pt x="781129" y="114546"/>
                  </a:lnTo>
                  <a:lnTo>
                    <a:pt x="781838" y="114546"/>
                  </a:lnTo>
                  <a:lnTo>
                    <a:pt x="782546" y="114546"/>
                  </a:lnTo>
                  <a:lnTo>
                    <a:pt x="782546" y="114298"/>
                  </a:lnTo>
                  <a:lnTo>
                    <a:pt x="783255" y="114298"/>
                  </a:lnTo>
                  <a:lnTo>
                    <a:pt x="783964" y="114298"/>
                  </a:lnTo>
                  <a:lnTo>
                    <a:pt x="784673" y="114298"/>
                  </a:lnTo>
                  <a:lnTo>
                    <a:pt x="785382" y="114298"/>
                  </a:lnTo>
                  <a:lnTo>
                    <a:pt x="786091" y="114298"/>
                  </a:lnTo>
                  <a:lnTo>
                    <a:pt x="786799" y="114298"/>
                  </a:lnTo>
                  <a:lnTo>
                    <a:pt x="786799" y="114050"/>
                  </a:lnTo>
                  <a:lnTo>
                    <a:pt x="787508" y="114050"/>
                  </a:lnTo>
                  <a:lnTo>
                    <a:pt x="788217" y="114050"/>
                  </a:lnTo>
                  <a:lnTo>
                    <a:pt x="788926" y="114050"/>
                  </a:lnTo>
                  <a:lnTo>
                    <a:pt x="789635" y="114050"/>
                  </a:lnTo>
                  <a:lnTo>
                    <a:pt x="790344" y="114050"/>
                  </a:lnTo>
                  <a:lnTo>
                    <a:pt x="791052" y="114050"/>
                  </a:lnTo>
                  <a:lnTo>
                    <a:pt x="791052" y="113802"/>
                  </a:lnTo>
                  <a:lnTo>
                    <a:pt x="791761" y="113802"/>
                  </a:lnTo>
                  <a:lnTo>
                    <a:pt x="791761" y="113555"/>
                  </a:lnTo>
                  <a:lnTo>
                    <a:pt x="792470" y="113555"/>
                  </a:lnTo>
                  <a:lnTo>
                    <a:pt x="793179" y="113555"/>
                  </a:lnTo>
                  <a:lnTo>
                    <a:pt x="793179" y="113307"/>
                  </a:lnTo>
                  <a:lnTo>
                    <a:pt x="793888" y="113307"/>
                  </a:lnTo>
                  <a:lnTo>
                    <a:pt x="794596" y="113307"/>
                  </a:lnTo>
                  <a:lnTo>
                    <a:pt x="795305" y="113307"/>
                  </a:lnTo>
                  <a:lnTo>
                    <a:pt x="796014" y="113307"/>
                  </a:lnTo>
                  <a:lnTo>
                    <a:pt x="796723" y="113307"/>
                  </a:lnTo>
                  <a:lnTo>
                    <a:pt x="797432" y="113307"/>
                  </a:lnTo>
                  <a:lnTo>
                    <a:pt x="798141" y="113307"/>
                  </a:lnTo>
                  <a:lnTo>
                    <a:pt x="798849" y="113307"/>
                  </a:lnTo>
                  <a:lnTo>
                    <a:pt x="799558" y="113307"/>
                  </a:lnTo>
                  <a:lnTo>
                    <a:pt x="800267" y="113307"/>
                  </a:lnTo>
                  <a:lnTo>
                    <a:pt x="800976" y="113307"/>
                  </a:lnTo>
                  <a:lnTo>
                    <a:pt x="801685" y="113307"/>
                  </a:lnTo>
                  <a:lnTo>
                    <a:pt x="802394" y="113307"/>
                  </a:lnTo>
                  <a:lnTo>
                    <a:pt x="803102" y="113307"/>
                  </a:lnTo>
                  <a:lnTo>
                    <a:pt x="803811" y="113307"/>
                  </a:lnTo>
                  <a:lnTo>
                    <a:pt x="804520" y="113307"/>
                  </a:lnTo>
                  <a:lnTo>
                    <a:pt x="804520" y="113059"/>
                  </a:lnTo>
                  <a:lnTo>
                    <a:pt x="805229" y="113059"/>
                  </a:lnTo>
                  <a:lnTo>
                    <a:pt x="805938" y="113059"/>
                  </a:lnTo>
                  <a:lnTo>
                    <a:pt x="806647" y="113059"/>
                  </a:lnTo>
                  <a:lnTo>
                    <a:pt x="807355" y="113059"/>
                  </a:lnTo>
                  <a:lnTo>
                    <a:pt x="807355" y="112811"/>
                  </a:lnTo>
                  <a:lnTo>
                    <a:pt x="808064" y="112811"/>
                  </a:lnTo>
                  <a:lnTo>
                    <a:pt x="808064" y="112563"/>
                  </a:lnTo>
                  <a:lnTo>
                    <a:pt x="808773" y="112563"/>
                  </a:lnTo>
                  <a:lnTo>
                    <a:pt x="808773" y="112315"/>
                  </a:lnTo>
                  <a:lnTo>
                    <a:pt x="809482" y="112315"/>
                  </a:lnTo>
                  <a:lnTo>
                    <a:pt x="810191" y="112315"/>
                  </a:lnTo>
                  <a:lnTo>
                    <a:pt x="810900" y="112315"/>
                  </a:lnTo>
                  <a:lnTo>
                    <a:pt x="811608" y="112315"/>
                  </a:lnTo>
                  <a:lnTo>
                    <a:pt x="812317" y="112315"/>
                  </a:lnTo>
                  <a:lnTo>
                    <a:pt x="812317" y="112067"/>
                  </a:lnTo>
                  <a:lnTo>
                    <a:pt x="813026" y="112067"/>
                  </a:lnTo>
                  <a:lnTo>
                    <a:pt x="813735" y="112067"/>
                  </a:lnTo>
                  <a:lnTo>
                    <a:pt x="813735" y="111819"/>
                  </a:lnTo>
                  <a:lnTo>
                    <a:pt x="814444" y="111819"/>
                  </a:lnTo>
                  <a:lnTo>
                    <a:pt x="815153" y="111819"/>
                  </a:lnTo>
                  <a:lnTo>
                    <a:pt x="815153" y="111571"/>
                  </a:lnTo>
                  <a:lnTo>
                    <a:pt x="815153" y="111323"/>
                  </a:lnTo>
                  <a:lnTo>
                    <a:pt x="815153" y="111075"/>
                  </a:lnTo>
                  <a:lnTo>
                    <a:pt x="815153" y="110827"/>
                  </a:lnTo>
                  <a:lnTo>
                    <a:pt x="815861" y="110827"/>
                  </a:lnTo>
                  <a:lnTo>
                    <a:pt x="816570" y="110827"/>
                  </a:lnTo>
                  <a:lnTo>
                    <a:pt x="817279" y="110827"/>
                  </a:lnTo>
                  <a:lnTo>
                    <a:pt x="817988" y="110827"/>
                  </a:lnTo>
                  <a:lnTo>
                    <a:pt x="817988" y="110579"/>
                  </a:lnTo>
                  <a:lnTo>
                    <a:pt x="818697" y="110579"/>
                  </a:lnTo>
                  <a:lnTo>
                    <a:pt x="819405" y="110579"/>
                  </a:lnTo>
                  <a:lnTo>
                    <a:pt x="819405" y="110331"/>
                  </a:lnTo>
                  <a:lnTo>
                    <a:pt x="820114" y="110331"/>
                  </a:lnTo>
                  <a:lnTo>
                    <a:pt x="820823" y="110331"/>
                  </a:lnTo>
                  <a:lnTo>
                    <a:pt x="821532" y="110331"/>
                  </a:lnTo>
                  <a:lnTo>
                    <a:pt x="821532" y="110083"/>
                  </a:lnTo>
                  <a:lnTo>
                    <a:pt x="822241" y="110083"/>
                  </a:lnTo>
                  <a:lnTo>
                    <a:pt x="822950" y="110083"/>
                  </a:lnTo>
                  <a:lnTo>
                    <a:pt x="823658" y="110083"/>
                  </a:lnTo>
                  <a:lnTo>
                    <a:pt x="823658" y="109835"/>
                  </a:lnTo>
                  <a:lnTo>
                    <a:pt x="824367" y="109835"/>
                  </a:lnTo>
                  <a:lnTo>
                    <a:pt x="825076" y="109835"/>
                  </a:lnTo>
                  <a:lnTo>
                    <a:pt x="825785" y="109835"/>
                  </a:lnTo>
                  <a:lnTo>
                    <a:pt x="826494" y="109835"/>
                  </a:lnTo>
                  <a:lnTo>
                    <a:pt x="826494" y="109588"/>
                  </a:lnTo>
                  <a:lnTo>
                    <a:pt x="827203" y="109588"/>
                  </a:lnTo>
                  <a:lnTo>
                    <a:pt x="827911" y="109588"/>
                  </a:lnTo>
                  <a:lnTo>
                    <a:pt x="827911" y="109340"/>
                  </a:lnTo>
                  <a:lnTo>
                    <a:pt x="828620" y="109340"/>
                  </a:lnTo>
                  <a:lnTo>
                    <a:pt x="829329" y="109340"/>
                  </a:lnTo>
                  <a:lnTo>
                    <a:pt x="829329" y="109092"/>
                  </a:lnTo>
                  <a:lnTo>
                    <a:pt x="830038" y="109092"/>
                  </a:lnTo>
                  <a:lnTo>
                    <a:pt x="830747" y="109092"/>
                  </a:lnTo>
                  <a:lnTo>
                    <a:pt x="831456" y="109092"/>
                  </a:lnTo>
                  <a:lnTo>
                    <a:pt x="832164" y="109092"/>
                  </a:lnTo>
                  <a:lnTo>
                    <a:pt x="832164" y="108844"/>
                  </a:lnTo>
                  <a:lnTo>
                    <a:pt x="832873" y="108844"/>
                  </a:lnTo>
                  <a:lnTo>
                    <a:pt x="833582" y="108844"/>
                  </a:lnTo>
                  <a:lnTo>
                    <a:pt x="834291" y="108844"/>
                  </a:lnTo>
                  <a:lnTo>
                    <a:pt x="835000" y="108844"/>
                  </a:lnTo>
                  <a:lnTo>
                    <a:pt x="835709" y="108844"/>
                  </a:lnTo>
                  <a:lnTo>
                    <a:pt x="836417" y="108844"/>
                  </a:lnTo>
                  <a:lnTo>
                    <a:pt x="837126" y="108844"/>
                  </a:lnTo>
                  <a:lnTo>
                    <a:pt x="837126" y="108596"/>
                  </a:lnTo>
                  <a:lnTo>
                    <a:pt x="837835" y="108596"/>
                  </a:lnTo>
                  <a:lnTo>
                    <a:pt x="838544" y="108596"/>
                  </a:lnTo>
                  <a:lnTo>
                    <a:pt x="839253" y="108596"/>
                  </a:lnTo>
                  <a:lnTo>
                    <a:pt x="839962" y="108596"/>
                  </a:lnTo>
                  <a:lnTo>
                    <a:pt x="840670" y="108596"/>
                  </a:lnTo>
                  <a:lnTo>
                    <a:pt x="840670" y="108348"/>
                  </a:lnTo>
                  <a:lnTo>
                    <a:pt x="840670" y="108100"/>
                  </a:lnTo>
                  <a:lnTo>
                    <a:pt x="841379" y="108100"/>
                  </a:lnTo>
                  <a:lnTo>
                    <a:pt x="841379" y="107852"/>
                  </a:lnTo>
                  <a:lnTo>
                    <a:pt x="842088" y="107852"/>
                  </a:lnTo>
                  <a:lnTo>
                    <a:pt x="842088" y="107604"/>
                  </a:lnTo>
                  <a:lnTo>
                    <a:pt x="842797" y="107604"/>
                  </a:lnTo>
                  <a:lnTo>
                    <a:pt x="843506" y="107604"/>
                  </a:lnTo>
                  <a:lnTo>
                    <a:pt x="844214" y="107604"/>
                  </a:lnTo>
                  <a:lnTo>
                    <a:pt x="844923" y="107604"/>
                  </a:lnTo>
                  <a:lnTo>
                    <a:pt x="845632" y="107604"/>
                  </a:lnTo>
                  <a:lnTo>
                    <a:pt x="846341" y="107604"/>
                  </a:lnTo>
                  <a:lnTo>
                    <a:pt x="847050" y="107604"/>
                  </a:lnTo>
                  <a:lnTo>
                    <a:pt x="847759" y="107604"/>
                  </a:lnTo>
                  <a:lnTo>
                    <a:pt x="847759" y="107356"/>
                  </a:lnTo>
                  <a:lnTo>
                    <a:pt x="848467" y="107356"/>
                  </a:lnTo>
                  <a:lnTo>
                    <a:pt x="848467" y="107108"/>
                  </a:lnTo>
                  <a:lnTo>
                    <a:pt x="849176" y="107108"/>
                  </a:lnTo>
                  <a:lnTo>
                    <a:pt x="849885" y="107108"/>
                  </a:lnTo>
                  <a:lnTo>
                    <a:pt x="850594" y="107108"/>
                  </a:lnTo>
                  <a:lnTo>
                    <a:pt x="851303" y="107108"/>
                  </a:lnTo>
                  <a:lnTo>
                    <a:pt x="852012" y="107108"/>
                  </a:lnTo>
                  <a:lnTo>
                    <a:pt x="852720" y="107108"/>
                  </a:lnTo>
                  <a:lnTo>
                    <a:pt x="853429" y="107108"/>
                  </a:lnTo>
                  <a:lnTo>
                    <a:pt x="854138" y="107108"/>
                  </a:lnTo>
                  <a:lnTo>
                    <a:pt x="854138" y="106860"/>
                  </a:lnTo>
                  <a:lnTo>
                    <a:pt x="854847" y="106860"/>
                  </a:lnTo>
                  <a:lnTo>
                    <a:pt x="854847" y="106612"/>
                  </a:lnTo>
                  <a:lnTo>
                    <a:pt x="854847" y="106364"/>
                  </a:lnTo>
                  <a:lnTo>
                    <a:pt x="855556" y="106364"/>
                  </a:lnTo>
                  <a:lnTo>
                    <a:pt x="856265" y="106364"/>
                  </a:lnTo>
                  <a:lnTo>
                    <a:pt x="856973" y="106364"/>
                  </a:lnTo>
                  <a:lnTo>
                    <a:pt x="857682" y="106364"/>
                  </a:lnTo>
                  <a:lnTo>
                    <a:pt x="858391" y="106364"/>
                  </a:lnTo>
                  <a:lnTo>
                    <a:pt x="858391" y="106116"/>
                  </a:lnTo>
                  <a:lnTo>
                    <a:pt x="858391" y="105868"/>
                  </a:lnTo>
                  <a:lnTo>
                    <a:pt x="859100" y="105868"/>
                  </a:lnTo>
                  <a:lnTo>
                    <a:pt x="859809" y="105868"/>
                  </a:lnTo>
                  <a:lnTo>
                    <a:pt x="860518" y="105868"/>
                  </a:lnTo>
                  <a:lnTo>
                    <a:pt x="860518" y="105621"/>
                  </a:lnTo>
                  <a:lnTo>
                    <a:pt x="861226" y="105621"/>
                  </a:lnTo>
                  <a:lnTo>
                    <a:pt x="861935" y="105621"/>
                  </a:lnTo>
                  <a:lnTo>
                    <a:pt x="861935" y="105373"/>
                  </a:lnTo>
                  <a:lnTo>
                    <a:pt x="861935" y="105125"/>
                  </a:lnTo>
                  <a:lnTo>
                    <a:pt x="862644" y="105125"/>
                  </a:lnTo>
                  <a:lnTo>
                    <a:pt x="863353" y="105125"/>
                  </a:lnTo>
                  <a:lnTo>
                    <a:pt x="863353" y="104877"/>
                  </a:lnTo>
                  <a:lnTo>
                    <a:pt x="864062" y="104877"/>
                  </a:lnTo>
                  <a:lnTo>
                    <a:pt x="864771" y="104877"/>
                  </a:lnTo>
                  <a:lnTo>
                    <a:pt x="864771" y="104629"/>
                  </a:lnTo>
                  <a:lnTo>
                    <a:pt x="865479" y="104629"/>
                  </a:lnTo>
                  <a:lnTo>
                    <a:pt x="866188" y="104629"/>
                  </a:lnTo>
                  <a:lnTo>
                    <a:pt x="866897" y="104629"/>
                  </a:lnTo>
                  <a:lnTo>
                    <a:pt x="866897" y="104381"/>
                  </a:lnTo>
                  <a:lnTo>
                    <a:pt x="867606" y="104381"/>
                  </a:lnTo>
                  <a:lnTo>
                    <a:pt x="867606" y="104133"/>
                  </a:lnTo>
                  <a:lnTo>
                    <a:pt x="868315" y="104133"/>
                  </a:lnTo>
                  <a:lnTo>
                    <a:pt x="869024" y="104133"/>
                  </a:lnTo>
                  <a:lnTo>
                    <a:pt x="869732" y="104133"/>
                  </a:lnTo>
                  <a:lnTo>
                    <a:pt x="870441" y="104133"/>
                  </a:lnTo>
                  <a:lnTo>
                    <a:pt x="871150" y="104133"/>
                  </a:lnTo>
                  <a:lnTo>
                    <a:pt x="871859" y="104133"/>
                  </a:lnTo>
                  <a:lnTo>
                    <a:pt x="872568" y="104133"/>
                  </a:lnTo>
                  <a:lnTo>
                    <a:pt x="873276" y="104133"/>
                  </a:lnTo>
                  <a:lnTo>
                    <a:pt x="873985" y="104133"/>
                  </a:lnTo>
                  <a:lnTo>
                    <a:pt x="874694" y="104133"/>
                  </a:lnTo>
                  <a:lnTo>
                    <a:pt x="874694" y="103885"/>
                  </a:lnTo>
                  <a:lnTo>
                    <a:pt x="875403" y="103885"/>
                  </a:lnTo>
                  <a:lnTo>
                    <a:pt x="876112" y="103885"/>
                  </a:lnTo>
                  <a:lnTo>
                    <a:pt x="876821" y="103885"/>
                  </a:lnTo>
                  <a:lnTo>
                    <a:pt x="877529" y="103885"/>
                  </a:lnTo>
                  <a:lnTo>
                    <a:pt x="878238" y="103885"/>
                  </a:lnTo>
                  <a:lnTo>
                    <a:pt x="878947" y="103885"/>
                  </a:lnTo>
                  <a:lnTo>
                    <a:pt x="879656" y="103885"/>
                  </a:lnTo>
                  <a:lnTo>
                    <a:pt x="880365" y="103885"/>
                  </a:lnTo>
                  <a:lnTo>
                    <a:pt x="881074" y="103885"/>
                  </a:lnTo>
                  <a:lnTo>
                    <a:pt x="881782" y="103885"/>
                  </a:lnTo>
                  <a:lnTo>
                    <a:pt x="882491" y="103885"/>
                  </a:lnTo>
                  <a:lnTo>
                    <a:pt x="882491" y="103637"/>
                  </a:lnTo>
                  <a:lnTo>
                    <a:pt x="883200" y="103637"/>
                  </a:lnTo>
                  <a:lnTo>
                    <a:pt x="883909" y="103637"/>
                  </a:lnTo>
                  <a:lnTo>
                    <a:pt x="884618" y="103637"/>
                  </a:lnTo>
                  <a:lnTo>
                    <a:pt x="885327" y="103637"/>
                  </a:lnTo>
                  <a:lnTo>
                    <a:pt x="886035" y="103637"/>
                  </a:lnTo>
                  <a:lnTo>
                    <a:pt x="886744" y="103637"/>
                  </a:lnTo>
                  <a:lnTo>
                    <a:pt x="887453" y="103637"/>
                  </a:lnTo>
                  <a:lnTo>
                    <a:pt x="887453" y="103389"/>
                  </a:lnTo>
                  <a:lnTo>
                    <a:pt x="887453" y="103141"/>
                  </a:lnTo>
                  <a:lnTo>
                    <a:pt x="888162" y="103141"/>
                  </a:lnTo>
                  <a:lnTo>
                    <a:pt x="888871" y="103141"/>
                  </a:lnTo>
                  <a:lnTo>
                    <a:pt x="889580" y="103141"/>
                  </a:lnTo>
                  <a:lnTo>
                    <a:pt x="889580" y="102893"/>
                  </a:lnTo>
                  <a:lnTo>
                    <a:pt x="890288" y="102893"/>
                  </a:lnTo>
                  <a:lnTo>
                    <a:pt x="890997" y="102893"/>
                  </a:lnTo>
                  <a:lnTo>
                    <a:pt x="890997" y="102645"/>
                  </a:lnTo>
                  <a:lnTo>
                    <a:pt x="891706" y="102645"/>
                  </a:lnTo>
                  <a:lnTo>
                    <a:pt x="892415" y="102645"/>
                  </a:lnTo>
                  <a:lnTo>
                    <a:pt x="893124" y="102645"/>
                  </a:lnTo>
                  <a:lnTo>
                    <a:pt x="893833" y="102645"/>
                  </a:lnTo>
                  <a:lnTo>
                    <a:pt x="894541" y="102645"/>
                  </a:lnTo>
                  <a:lnTo>
                    <a:pt x="895250" y="102645"/>
                  </a:lnTo>
                  <a:lnTo>
                    <a:pt x="895250" y="102397"/>
                  </a:lnTo>
                  <a:lnTo>
                    <a:pt x="895959" y="102397"/>
                  </a:lnTo>
                  <a:lnTo>
                    <a:pt x="896668" y="102397"/>
                  </a:lnTo>
                  <a:lnTo>
                    <a:pt x="897377" y="102397"/>
                  </a:lnTo>
                  <a:lnTo>
                    <a:pt x="898085" y="102397"/>
                  </a:lnTo>
                  <a:lnTo>
                    <a:pt x="898794" y="102397"/>
                  </a:lnTo>
                  <a:lnTo>
                    <a:pt x="899503" y="102397"/>
                  </a:lnTo>
                  <a:lnTo>
                    <a:pt x="899503" y="102149"/>
                  </a:lnTo>
                  <a:lnTo>
                    <a:pt x="899503" y="101901"/>
                  </a:lnTo>
                  <a:lnTo>
                    <a:pt x="899503" y="101654"/>
                  </a:lnTo>
                  <a:lnTo>
                    <a:pt x="900212" y="101654"/>
                  </a:lnTo>
                  <a:lnTo>
                    <a:pt x="900921" y="101654"/>
                  </a:lnTo>
                  <a:lnTo>
                    <a:pt x="901630" y="101654"/>
                  </a:lnTo>
                  <a:lnTo>
                    <a:pt x="901630" y="101406"/>
                  </a:lnTo>
                  <a:lnTo>
                    <a:pt x="902338" y="101406"/>
                  </a:lnTo>
                  <a:lnTo>
                    <a:pt x="903047" y="101406"/>
                  </a:lnTo>
                  <a:lnTo>
                    <a:pt x="903756" y="101406"/>
                  </a:lnTo>
                  <a:lnTo>
                    <a:pt x="904465" y="101406"/>
                  </a:lnTo>
                  <a:lnTo>
                    <a:pt x="905174" y="101406"/>
                  </a:lnTo>
                  <a:lnTo>
                    <a:pt x="905883" y="101406"/>
                  </a:lnTo>
                  <a:lnTo>
                    <a:pt x="906591" y="101406"/>
                  </a:lnTo>
                  <a:lnTo>
                    <a:pt x="907300" y="101406"/>
                  </a:lnTo>
                  <a:lnTo>
                    <a:pt x="908009" y="101406"/>
                  </a:lnTo>
                  <a:lnTo>
                    <a:pt x="908009" y="101158"/>
                  </a:lnTo>
                  <a:lnTo>
                    <a:pt x="908718" y="101158"/>
                  </a:lnTo>
                  <a:lnTo>
                    <a:pt x="908718" y="100910"/>
                  </a:lnTo>
                  <a:lnTo>
                    <a:pt x="909427" y="100910"/>
                  </a:lnTo>
                  <a:lnTo>
                    <a:pt x="910136" y="100910"/>
                  </a:lnTo>
                  <a:lnTo>
                    <a:pt x="910844" y="100910"/>
                  </a:lnTo>
                  <a:lnTo>
                    <a:pt x="911553" y="100910"/>
                  </a:lnTo>
                  <a:lnTo>
                    <a:pt x="911553" y="100662"/>
                  </a:lnTo>
                  <a:lnTo>
                    <a:pt x="912262" y="100662"/>
                  </a:lnTo>
                  <a:lnTo>
                    <a:pt x="912262" y="100414"/>
                  </a:lnTo>
                  <a:lnTo>
                    <a:pt x="912971" y="100414"/>
                  </a:lnTo>
                  <a:lnTo>
                    <a:pt x="913680" y="100414"/>
                  </a:lnTo>
                  <a:lnTo>
                    <a:pt x="914389" y="100414"/>
                  </a:lnTo>
                  <a:lnTo>
                    <a:pt x="915097" y="100414"/>
                  </a:lnTo>
                  <a:lnTo>
                    <a:pt x="915806" y="100414"/>
                  </a:lnTo>
                  <a:lnTo>
                    <a:pt x="916515" y="100414"/>
                  </a:lnTo>
                  <a:lnTo>
                    <a:pt x="917224" y="100414"/>
                  </a:lnTo>
                  <a:lnTo>
                    <a:pt x="917933" y="100414"/>
                  </a:lnTo>
                  <a:lnTo>
                    <a:pt x="918642" y="100414"/>
                  </a:lnTo>
                  <a:lnTo>
                    <a:pt x="919350" y="100414"/>
                  </a:lnTo>
                  <a:lnTo>
                    <a:pt x="919350" y="100166"/>
                  </a:lnTo>
                  <a:lnTo>
                    <a:pt x="919350" y="99918"/>
                  </a:lnTo>
                  <a:lnTo>
                    <a:pt x="920059" y="99918"/>
                  </a:lnTo>
                  <a:lnTo>
                    <a:pt x="920768" y="99918"/>
                  </a:lnTo>
                  <a:lnTo>
                    <a:pt x="920768" y="99670"/>
                  </a:lnTo>
                  <a:lnTo>
                    <a:pt x="921477" y="99670"/>
                  </a:lnTo>
                  <a:lnTo>
                    <a:pt x="922186" y="99670"/>
                  </a:lnTo>
                  <a:lnTo>
                    <a:pt x="922894" y="99670"/>
                  </a:lnTo>
                  <a:lnTo>
                    <a:pt x="923603" y="99670"/>
                  </a:lnTo>
                  <a:lnTo>
                    <a:pt x="924312" y="99670"/>
                  </a:lnTo>
                  <a:lnTo>
                    <a:pt x="925021" y="99670"/>
                  </a:lnTo>
                  <a:lnTo>
                    <a:pt x="925730" y="99670"/>
                  </a:lnTo>
                  <a:lnTo>
                    <a:pt x="926439" y="99670"/>
                  </a:lnTo>
                  <a:lnTo>
                    <a:pt x="927147" y="99670"/>
                  </a:lnTo>
                  <a:lnTo>
                    <a:pt x="927856" y="99670"/>
                  </a:lnTo>
                  <a:lnTo>
                    <a:pt x="928565" y="99670"/>
                  </a:lnTo>
                  <a:lnTo>
                    <a:pt x="929274" y="99670"/>
                  </a:lnTo>
                  <a:lnTo>
                    <a:pt x="929983" y="99670"/>
                  </a:lnTo>
                  <a:lnTo>
                    <a:pt x="929983" y="99422"/>
                  </a:lnTo>
                  <a:lnTo>
                    <a:pt x="930692" y="99422"/>
                  </a:lnTo>
                  <a:lnTo>
                    <a:pt x="930692" y="99174"/>
                  </a:lnTo>
                  <a:lnTo>
                    <a:pt x="931400" y="99174"/>
                  </a:lnTo>
                  <a:lnTo>
                    <a:pt x="932109" y="99174"/>
                  </a:lnTo>
                  <a:lnTo>
                    <a:pt x="932818" y="99174"/>
                  </a:lnTo>
                  <a:lnTo>
                    <a:pt x="933527" y="99174"/>
                  </a:lnTo>
                  <a:lnTo>
                    <a:pt x="934236" y="99174"/>
                  </a:lnTo>
                  <a:lnTo>
                    <a:pt x="934236" y="98926"/>
                  </a:lnTo>
                  <a:lnTo>
                    <a:pt x="934236" y="98678"/>
                  </a:lnTo>
                  <a:lnTo>
                    <a:pt x="934945" y="98678"/>
                  </a:lnTo>
                  <a:lnTo>
                    <a:pt x="934945" y="98430"/>
                  </a:lnTo>
                  <a:lnTo>
                    <a:pt x="935653" y="98430"/>
                  </a:lnTo>
                  <a:lnTo>
                    <a:pt x="936362" y="98430"/>
                  </a:lnTo>
                  <a:lnTo>
                    <a:pt x="937071" y="98430"/>
                  </a:lnTo>
                  <a:lnTo>
                    <a:pt x="937780" y="98430"/>
                  </a:lnTo>
                  <a:lnTo>
                    <a:pt x="938489" y="98430"/>
                  </a:lnTo>
                  <a:lnTo>
                    <a:pt x="939198" y="98430"/>
                  </a:lnTo>
                  <a:lnTo>
                    <a:pt x="939198" y="98182"/>
                  </a:lnTo>
                  <a:lnTo>
                    <a:pt x="939198" y="97934"/>
                  </a:lnTo>
                  <a:lnTo>
                    <a:pt x="939906" y="97934"/>
                  </a:lnTo>
                  <a:lnTo>
                    <a:pt x="940615" y="97934"/>
                  </a:lnTo>
                  <a:lnTo>
                    <a:pt x="941324" y="97934"/>
                  </a:lnTo>
                  <a:lnTo>
                    <a:pt x="942033" y="97934"/>
                  </a:lnTo>
                  <a:lnTo>
                    <a:pt x="942742" y="97934"/>
                  </a:lnTo>
                  <a:lnTo>
                    <a:pt x="943451" y="97934"/>
                  </a:lnTo>
                  <a:lnTo>
                    <a:pt x="944159" y="97934"/>
                  </a:lnTo>
                  <a:lnTo>
                    <a:pt x="944159" y="97687"/>
                  </a:lnTo>
                  <a:lnTo>
                    <a:pt x="944868" y="97687"/>
                  </a:lnTo>
                  <a:lnTo>
                    <a:pt x="945577" y="97687"/>
                  </a:lnTo>
                  <a:lnTo>
                    <a:pt x="946286" y="97687"/>
                  </a:lnTo>
                  <a:lnTo>
                    <a:pt x="946995" y="97687"/>
                  </a:lnTo>
                  <a:lnTo>
                    <a:pt x="947703" y="97687"/>
                  </a:lnTo>
                  <a:lnTo>
                    <a:pt x="948412" y="97687"/>
                  </a:lnTo>
                  <a:lnTo>
                    <a:pt x="949121" y="97687"/>
                  </a:lnTo>
                  <a:lnTo>
                    <a:pt x="949830" y="97687"/>
                  </a:lnTo>
                  <a:lnTo>
                    <a:pt x="950539" y="97687"/>
                  </a:lnTo>
                  <a:lnTo>
                    <a:pt x="951248" y="97687"/>
                  </a:lnTo>
                  <a:lnTo>
                    <a:pt x="951956" y="97687"/>
                  </a:lnTo>
                  <a:lnTo>
                    <a:pt x="952665" y="97687"/>
                  </a:lnTo>
                  <a:lnTo>
                    <a:pt x="953374" y="97687"/>
                  </a:lnTo>
                  <a:lnTo>
                    <a:pt x="954083" y="97687"/>
                  </a:lnTo>
                  <a:lnTo>
                    <a:pt x="954083" y="97439"/>
                  </a:lnTo>
                  <a:lnTo>
                    <a:pt x="954792" y="97439"/>
                  </a:lnTo>
                  <a:lnTo>
                    <a:pt x="955501" y="97439"/>
                  </a:lnTo>
                  <a:lnTo>
                    <a:pt x="956209" y="97439"/>
                  </a:lnTo>
                  <a:lnTo>
                    <a:pt x="956918" y="97439"/>
                  </a:lnTo>
                  <a:lnTo>
                    <a:pt x="957627" y="97439"/>
                  </a:lnTo>
                  <a:lnTo>
                    <a:pt x="957627" y="97191"/>
                  </a:lnTo>
                  <a:lnTo>
                    <a:pt x="958336" y="97191"/>
                  </a:lnTo>
                  <a:lnTo>
                    <a:pt x="958336" y="96943"/>
                  </a:lnTo>
                  <a:lnTo>
                    <a:pt x="958336" y="96695"/>
                  </a:lnTo>
                  <a:lnTo>
                    <a:pt x="959045" y="96695"/>
                  </a:lnTo>
                  <a:lnTo>
                    <a:pt x="959754" y="96695"/>
                  </a:lnTo>
                  <a:lnTo>
                    <a:pt x="960462" y="96695"/>
                  </a:lnTo>
                  <a:lnTo>
                    <a:pt x="960462" y="96447"/>
                  </a:lnTo>
                  <a:lnTo>
                    <a:pt x="960462" y="96199"/>
                  </a:lnTo>
                  <a:lnTo>
                    <a:pt x="961171" y="96199"/>
                  </a:lnTo>
                  <a:lnTo>
                    <a:pt x="961880" y="96199"/>
                  </a:lnTo>
                  <a:lnTo>
                    <a:pt x="962589" y="96199"/>
                  </a:lnTo>
                  <a:lnTo>
                    <a:pt x="963298" y="96199"/>
                  </a:lnTo>
                  <a:lnTo>
                    <a:pt x="964007" y="96199"/>
                  </a:lnTo>
                  <a:lnTo>
                    <a:pt x="964715" y="96199"/>
                  </a:lnTo>
                  <a:lnTo>
                    <a:pt x="965424" y="96199"/>
                  </a:lnTo>
                  <a:lnTo>
                    <a:pt x="966133" y="96199"/>
                  </a:lnTo>
                  <a:lnTo>
                    <a:pt x="966842" y="96199"/>
                  </a:lnTo>
                  <a:lnTo>
                    <a:pt x="967551" y="96199"/>
                  </a:lnTo>
                  <a:lnTo>
                    <a:pt x="968260" y="96199"/>
                  </a:lnTo>
                  <a:lnTo>
                    <a:pt x="968968" y="96199"/>
                  </a:lnTo>
                  <a:lnTo>
                    <a:pt x="969677" y="96199"/>
                  </a:lnTo>
                  <a:lnTo>
                    <a:pt x="970386" y="96199"/>
                  </a:lnTo>
                  <a:lnTo>
                    <a:pt x="971095" y="96199"/>
                  </a:lnTo>
                  <a:lnTo>
                    <a:pt x="971804" y="96199"/>
                  </a:lnTo>
                  <a:lnTo>
                    <a:pt x="971804" y="95951"/>
                  </a:lnTo>
                  <a:lnTo>
                    <a:pt x="971804" y="95703"/>
                  </a:lnTo>
                  <a:lnTo>
                    <a:pt x="971804" y="95455"/>
                  </a:lnTo>
                  <a:lnTo>
                    <a:pt x="972512" y="95455"/>
                  </a:lnTo>
                  <a:lnTo>
                    <a:pt x="973221" y="95455"/>
                  </a:lnTo>
                  <a:lnTo>
                    <a:pt x="973221" y="95207"/>
                  </a:lnTo>
                  <a:lnTo>
                    <a:pt x="973930" y="95207"/>
                  </a:lnTo>
                  <a:lnTo>
                    <a:pt x="974639" y="95207"/>
                  </a:lnTo>
                  <a:lnTo>
                    <a:pt x="975348" y="95207"/>
                  </a:lnTo>
                  <a:lnTo>
                    <a:pt x="976057" y="95207"/>
                  </a:lnTo>
                  <a:lnTo>
                    <a:pt x="976057" y="94959"/>
                  </a:lnTo>
                  <a:lnTo>
                    <a:pt x="976057" y="94711"/>
                  </a:lnTo>
                  <a:lnTo>
                    <a:pt x="976765" y="94711"/>
                  </a:lnTo>
                  <a:lnTo>
                    <a:pt x="977474" y="94711"/>
                  </a:lnTo>
                  <a:lnTo>
                    <a:pt x="978183" y="94711"/>
                  </a:lnTo>
                  <a:lnTo>
                    <a:pt x="978892" y="94711"/>
                  </a:lnTo>
                  <a:lnTo>
                    <a:pt x="979601" y="94711"/>
                  </a:lnTo>
                  <a:lnTo>
                    <a:pt x="979601" y="94463"/>
                  </a:lnTo>
                  <a:lnTo>
                    <a:pt x="980310" y="94463"/>
                  </a:lnTo>
                  <a:lnTo>
                    <a:pt x="981018" y="94463"/>
                  </a:lnTo>
                  <a:lnTo>
                    <a:pt x="981727" y="94463"/>
                  </a:lnTo>
                  <a:lnTo>
                    <a:pt x="981727" y="94215"/>
                  </a:lnTo>
                  <a:lnTo>
                    <a:pt x="981727" y="93968"/>
                  </a:lnTo>
                  <a:lnTo>
                    <a:pt x="981727" y="93720"/>
                  </a:lnTo>
                  <a:lnTo>
                    <a:pt x="981727" y="93472"/>
                  </a:lnTo>
                  <a:lnTo>
                    <a:pt x="982436" y="93472"/>
                  </a:lnTo>
                  <a:lnTo>
                    <a:pt x="983145" y="93472"/>
                  </a:lnTo>
                  <a:lnTo>
                    <a:pt x="983854" y="93472"/>
                  </a:lnTo>
                  <a:lnTo>
                    <a:pt x="984563" y="93472"/>
                  </a:lnTo>
                  <a:lnTo>
                    <a:pt x="985271" y="93472"/>
                  </a:lnTo>
                  <a:lnTo>
                    <a:pt x="985980" y="93472"/>
                  </a:lnTo>
                  <a:lnTo>
                    <a:pt x="986689" y="93472"/>
                  </a:lnTo>
                  <a:lnTo>
                    <a:pt x="986689" y="93224"/>
                  </a:lnTo>
                  <a:lnTo>
                    <a:pt x="987398" y="93224"/>
                  </a:lnTo>
                  <a:lnTo>
                    <a:pt x="987398" y="92976"/>
                  </a:lnTo>
                  <a:lnTo>
                    <a:pt x="988107" y="92976"/>
                  </a:lnTo>
                  <a:lnTo>
                    <a:pt x="988816" y="92976"/>
                  </a:lnTo>
                  <a:lnTo>
                    <a:pt x="989524" y="92976"/>
                  </a:lnTo>
                  <a:lnTo>
                    <a:pt x="990233" y="92976"/>
                  </a:lnTo>
                  <a:lnTo>
                    <a:pt x="990942" y="92976"/>
                  </a:lnTo>
                  <a:lnTo>
                    <a:pt x="991651" y="92976"/>
                  </a:lnTo>
                  <a:lnTo>
                    <a:pt x="992360" y="92976"/>
                  </a:lnTo>
                  <a:lnTo>
                    <a:pt x="993069" y="92976"/>
                  </a:lnTo>
                  <a:lnTo>
                    <a:pt x="993777" y="92976"/>
                  </a:lnTo>
                  <a:lnTo>
                    <a:pt x="994486" y="92976"/>
                  </a:lnTo>
                  <a:lnTo>
                    <a:pt x="995195" y="92976"/>
                  </a:lnTo>
                  <a:lnTo>
                    <a:pt x="995904" y="92976"/>
                  </a:lnTo>
                  <a:lnTo>
                    <a:pt x="996613" y="92976"/>
                  </a:lnTo>
                  <a:lnTo>
                    <a:pt x="997321" y="92976"/>
                  </a:lnTo>
                  <a:lnTo>
                    <a:pt x="997321" y="92728"/>
                  </a:lnTo>
                  <a:lnTo>
                    <a:pt x="997321" y="92480"/>
                  </a:lnTo>
                  <a:lnTo>
                    <a:pt x="998030" y="92480"/>
                  </a:lnTo>
                  <a:lnTo>
                    <a:pt x="998739" y="92480"/>
                  </a:lnTo>
                  <a:lnTo>
                    <a:pt x="998739" y="92232"/>
                  </a:lnTo>
                  <a:lnTo>
                    <a:pt x="999448" y="92232"/>
                  </a:lnTo>
                  <a:lnTo>
                    <a:pt x="1000157" y="92232"/>
                  </a:lnTo>
                  <a:lnTo>
                    <a:pt x="1000866" y="92232"/>
                  </a:lnTo>
                  <a:lnTo>
                    <a:pt x="1001574" y="92232"/>
                  </a:lnTo>
                  <a:lnTo>
                    <a:pt x="1002283" y="92232"/>
                  </a:lnTo>
                  <a:lnTo>
                    <a:pt x="1002992" y="92232"/>
                  </a:lnTo>
                  <a:lnTo>
                    <a:pt x="1003701" y="92232"/>
                  </a:lnTo>
                  <a:lnTo>
                    <a:pt x="1004410" y="92232"/>
                  </a:lnTo>
                  <a:lnTo>
                    <a:pt x="1005119" y="92232"/>
                  </a:lnTo>
                  <a:lnTo>
                    <a:pt x="1005827" y="92232"/>
                  </a:lnTo>
                  <a:lnTo>
                    <a:pt x="1006536" y="92232"/>
                  </a:lnTo>
                  <a:lnTo>
                    <a:pt x="1007245" y="92232"/>
                  </a:lnTo>
                  <a:lnTo>
                    <a:pt x="1007954" y="92232"/>
                  </a:lnTo>
                  <a:lnTo>
                    <a:pt x="1008663" y="92232"/>
                  </a:lnTo>
                  <a:lnTo>
                    <a:pt x="1009372" y="92232"/>
                  </a:lnTo>
                  <a:lnTo>
                    <a:pt x="1010080" y="92232"/>
                  </a:lnTo>
                  <a:lnTo>
                    <a:pt x="1010789" y="92232"/>
                  </a:lnTo>
                  <a:lnTo>
                    <a:pt x="1011498" y="92232"/>
                  </a:lnTo>
                  <a:lnTo>
                    <a:pt x="1012207" y="92232"/>
                  </a:lnTo>
                  <a:lnTo>
                    <a:pt x="1012916" y="92232"/>
                  </a:lnTo>
                  <a:lnTo>
                    <a:pt x="1013625" y="92232"/>
                  </a:lnTo>
                  <a:lnTo>
                    <a:pt x="1014333" y="92232"/>
                  </a:lnTo>
                  <a:lnTo>
                    <a:pt x="1014333" y="91984"/>
                  </a:lnTo>
                  <a:lnTo>
                    <a:pt x="1015042" y="91984"/>
                  </a:lnTo>
                  <a:lnTo>
                    <a:pt x="1015042" y="91736"/>
                  </a:lnTo>
                  <a:lnTo>
                    <a:pt x="1015751" y="91736"/>
                  </a:lnTo>
                  <a:lnTo>
                    <a:pt x="1016460" y="91736"/>
                  </a:lnTo>
                  <a:lnTo>
                    <a:pt x="1017169" y="91736"/>
                  </a:lnTo>
                  <a:lnTo>
                    <a:pt x="1017878" y="91736"/>
                  </a:lnTo>
                  <a:lnTo>
                    <a:pt x="1017878" y="91488"/>
                  </a:lnTo>
                  <a:lnTo>
                    <a:pt x="1018586" y="91488"/>
                  </a:lnTo>
                  <a:lnTo>
                    <a:pt x="1019295" y="91488"/>
                  </a:lnTo>
                  <a:lnTo>
                    <a:pt x="1020004" y="91488"/>
                  </a:lnTo>
                  <a:lnTo>
                    <a:pt x="1020713" y="91488"/>
                  </a:lnTo>
                  <a:lnTo>
                    <a:pt x="1021422" y="91488"/>
                  </a:lnTo>
                  <a:lnTo>
                    <a:pt x="1022131" y="91488"/>
                  </a:lnTo>
                  <a:lnTo>
                    <a:pt x="1022131" y="91240"/>
                  </a:lnTo>
                  <a:lnTo>
                    <a:pt x="1022131" y="90992"/>
                  </a:lnTo>
                  <a:lnTo>
                    <a:pt x="1022839" y="90992"/>
                  </a:lnTo>
                  <a:lnTo>
                    <a:pt x="1022839" y="90744"/>
                  </a:lnTo>
                  <a:lnTo>
                    <a:pt x="1023548" y="90744"/>
                  </a:lnTo>
                  <a:lnTo>
                    <a:pt x="1024257" y="90744"/>
                  </a:lnTo>
                  <a:lnTo>
                    <a:pt x="1024966" y="90744"/>
                  </a:lnTo>
                  <a:lnTo>
                    <a:pt x="1025675" y="90744"/>
                  </a:lnTo>
                  <a:lnTo>
                    <a:pt x="1026383" y="90744"/>
                  </a:lnTo>
                  <a:lnTo>
                    <a:pt x="1027092" y="90744"/>
                  </a:lnTo>
                  <a:lnTo>
                    <a:pt x="1027801" y="90744"/>
                  </a:lnTo>
                  <a:lnTo>
                    <a:pt x="1028510" y="90744"/>
                  </a:lnTo>
                  <a:lnTo>
                    <a:pt x="1029219" y="90744"/>
                  </a:lnTo>
                  <a:lnTo>
                    <a:pt x="1029219" y="90496"/>
                  </a:lnTo>
                  <a:lnTo>
                    <a:pt x="1029928" y="90496"/>
                  </a:lnTo>
                  <a:lnTo>
                    <a:pt x="1030636" y="90496"/>
                  </a:lnTo>
                  <a:lnTo>
                    <a:pt x="1031345" y="90496"/>
                  </a:lnTo>
                  <a:lnTo>
                    <a:pt x="1032054" y="90496"/>
                  </a:lnTo>
                  <a:lnTo>
                    <a:pt x="1032763" y="90496"/>
                  </a:lnTo>
                  <a:lnTo>
                    <a:pt x="1033472" y="90496"/>
                  </a:lnTo>
                  <a:lnTo>
                    <a:pt x="1034181" y="90496"/>
                  </a:lnTo>
                  <a:lnTo>
                    <a:pt x="1034889" y="90496"/>
                  </a:lnTo>
                  <a:lnTo>
                    <a:pt x="1035598" y="90496"/>
                  </a:lnTo>
                  <a:lnTo>
                    <a:pt x="1036307" y="90496"/>
                  </a:lnTo>
                  <a:lnTo>
                    <a:pt x="1037016" y="90496"/>
                  </a:lnTo>
                  <a:lnTo>
                    <a:pt x="1037725" y="90496"/>
                  </a:lnTo>
                  <a:lnTo>
                    <a:pt x="1038434" y="90496"/>
                  </a:lnTo>
                  <a:lnTo>
                    <a:pt x="1039142" y="90496"/>
                  </a:lnTo>
                  <a:lnTo>
                    <a:pt x="1039851" y="90496"/>
                  </a:lnTo>
                  <a:lnTo>
                    <a:pt x="1039851" y="90248"/>
                  </a:lnTo>
                  <a:lnTo>
                    <a:pt x="1040560" y="90248"/>
                  </a:lnTo>
                  <a:lnTo>
                    <a:pt x="1040560" y="90001"/>
                  </a:lnTo>
                  <a:lnTo>
                    <a:pt x="1041269" y="90001"/>
                  </a:lnTo>
                  <a:lnTo>
                    <a:pt x="1041978" y="90001"/>
                  </a:lnTo>
                  <a:lnTo>
                    <a:pt x="1042687" y="90001"/>
                  </a:lnTo>
                  <a:lnTo>
                    <a:pt x="1043395" y="90001"/>
                  </a:lnTo>
                  <a:lnTo>
                    <a:pt x="1043395" y="89753"/>
                  </a:lnTo>
                  <a:lnTo>
                    <a:pt x="1044104" y="89753"/>
                  </a:lnTo>
                  <a:lnTo>
                    <a:pt x="1044104" y="89505"/>
                  </a:lnTo>
                  <a:lnTo>
                    <a:pt x="1044813" y="89505"/>
                  </a:lnTo>
                  <a:lnTo>
                    <a:pt x="1045522" y="89505"/>
                  </a:lnTo>
                  <a:lnTo>
                    <a:pt x="1045522" y="89257"/>
                  </a:lnTo>
                  <a:lnTo>
                    <a:pt x="1046231" y="89257"/>
                  </a:lnTo>
                  <a:lnTo>
                    <a:pt x="1046940" y="89257"/>
                  </a:lnTo>
                  <a:lnTo>
                    <a:pt x="1046940" y="89009"/>
                  </a:lnTo>
                  <a:lnTo>
                    <a:pt x="1046940" y="88761"/>
                  </a:lnTo>
                  <a:lnTo>
                    <a:pt x="1046940" y="88513"/>
                  </a:lnTo>
                  <a:lnTo>
                    <a:pt x="1047648" y="88513"/>
                  </a:lnTo>
                  <a:lnTo>
                    <a:pt x="1048357" y="88513"/>
                  </a:lnTo>
                  <a:lnTo>
                    <a:pt x="1049066" y="88513"/>
                  </a:lnTo>
                  <a:lnTo>
                    <a:pt x="1049066" y="88265"/>
                  </a:lnTo>
                  <a:lnTo>
                    <a:pt x="1049066" y="88017"/>
                  </a:lnTo>
                  <a:lnTo>
                    <a:pt x="1049775" y="88017"/>
                  </a:lnTo>
                  <a:lnTo>
                    <a:pt x="1050484" y="88017"/>
                  </a:lnTo>
                  <a:lnTo>
                    <a:pt x="1051192" y="88017"/>
                  </a:lnTo>
                  <a:lnTo>
                    <a:pt x="1051901" y="88017"/>
                  </a:lnTo>
                  <a:lnTo>
                    <a:pt x="1051901" y="87769"/>
                  </a:lnTo>
                  <a:lnTo>
                    <a:pt x="1051901" y="87521"/>
                  </a:lnTo>
                  <a:lnTo>
                    <a:pt x="1052610" y="87521"/>
                  </a:lnTo>
                  <a:lnTo>
                    <a:pt x="1053319" y="87521"/>
                  </a:lnTo>
                  <a:lnTo>
                    <a:pt x="1054028" y="87521"/>
                  </a:lnTo>
                  <a:lnTo>
                    <a:pt x="1054737" y="87521"/>
                  </a:lnTo>
                  <a:lnTo>
                    <a:pt x="1055445" y="87521"/>
                  </a:lnTo>
                  <a:lnTo>
                    <a:pt x="1056154" y="87521"/>
                  </a:lnTo>
                  <a:lnTo>
                    <a:pt x="1056154" y="87273"/>
                  </a:lnTo>
                  <a:lnTo>
                    <a:pt x="1056863" y="87273"/>
                  </a:lnTo>
                  <a:lnTo>
                    <a:pt x="1057572" y="87273"/>
                  </a:lnTo>
                  <a:lnTo>
                    <a:pt x="1058281" y="87273"/>
                  </a:lnTo>
                  <a:lnTo>
                    <a:pt x="1058990" y="87273"/>
                  </a:lnTo>
                  <a:lnTo>
                    <a:pt x="1059698" y="87273"/>
                  </a:lnTo>
                  <a:lnTo>
                    <a:pt x="1059698" y="87025"/>
                  </a:lnTo>
                  <a:lnTo>
                    <a:pt x="1060407" y="87025"/>
                  </a:lnTo>
                  <a:lnTo>
                    <a:pt x="1061116" y="87025"/>
                  </a:lnTo>
                  <a:lnTo>
                    <a:pt x="1061825" y="87025"/>
                  </a:lnTo>
                  <a:lnTo>
                    <a:pt x="1062534" y="87025"/>
                  </a:lnTo>
                  <a:lnTo>
                    <a:pt x="1063243" y="87025"/>
                  </a:lnTo>
                  <a:lnTo>
                    <a:pt x="1063951" y="87025"/>
                  </a:lnTo>
                  <a:lnTo>
                    <a:pt x="1064660" y="87025"/>
                  </a:lnTo>
                  <a:lnTo>
                    <a:pt x="1065369" y="87025"/>
                  </a:lnTo>
                  <a:lnTo>
                    <a:pt x="1066078" y="87025"/>
                  </a:lnTo>
                  <a:lnTo>
                    <a:pt x="1066787" y="87025"/>
                  </a:lnTo>
                  <a:lnTo>
                    <a:pt x="1067496" y="87025"/>
                  </a:lnTo>
                  <a:lnTo>
                    <a:pt x="1068204" y="87025"/>
                  </a:lnTo>
                  <a:lnTo>
                    <a:pt x="1068913" y="87025"/>
                  </a:lnTo>
                  <a:lnTo>
                    <a:pt x="1069622" y="87025"/>
                  </a:lnTo>
                  <a:lnTo>
                    <a:pt x="1069622" y="86777"/>
                  </a:lnTo>
                  <a:lnTo>
                    <a:pt x="1070331" y="86777"/>
                  </a:lnTo>
                  <a:lnTo>
                    <a:pt x="1071040" y="86777"/>
                  </a:lnTo>
                  <a:lnTo>
                    <a:pt x="1071749" y="86777"/>
                  </a:lnTo>
                  <a:lnTo>
                    <a:pt x="1072457" y="86777"/>
                  </a:lnTo>
                  <a:lnTo>
                    <a:pt x="1073166" y="86777"/>
                  </a:lnTo>
                  <a:lnTo>
                    <a:pt x="1073875" y="86777"/>
                  </a:lnTo>
                  <a:lnTo>
                    <a:pt x="1074584" y="86777"/>
                  </a:lnTo>
                  <a:lnTo>
                    <a:pt x="1075293" y="86777"/>
                  </a:lnTo>
                  <a:lnTo>
                    <a:pt x="1076001" y="86777"/>
                  </a:lnTo>
                  <a:lnTo>
                    <a:pt x="1076710" y="86777"/>
                  </a:lnTo>
                  <a:lnTo>
                    <a:pt x="1077419" y="86777"/>
                  </a:lnTo>
                  <a:lnTo>
                    <a:pt x="1078128" y="86777"/>
                  </a:lnTo>
                  <a:lnTo>
                    <a:pt x="1078837" y="86777"/>
                  </a:lnTo>
                  <a:lnTo>
                    <a:pt x="1079546" y="86777"/>
                  </a:lnTo>
                  <a:lnTo>
                    <a:pt x="1080254" y="86777"/>
                  </a:lnTo>
                  <a:lnTo>
                    <a:pt x="1080963" y="86777"/>
                  </a:lnTo>
                  <a:lnTo>
                    <a:pt x="1081672" y="86777"/>
                  </a:lnTo>
                  <a:lnTo>
                    <a:pt x="1081672" y="86529"/>
                  </a:lnTo>
                  <a:lnTo>
                    <a:pt x="1082381" y="86529"/>
                  </a:lnTo>
                  <a:lnTo>
                    <a:pt x="1083090" y="86529"/>
                  </a:lnTo>
                  <a:lnTo>
                    <a:pt x="1083799" y="86529"/>
                  </a:lnTo>
                  <a:lnTo>
                    <a:pt x="1083799" y="86281"/>
                  </a:lnTo>
                  <a:lnTo>
                    <a:pt x="1083799" y="86034"/>
                  </a:lnTo>
                  <a:lnTo>
                    <a:pt x="1084507" y="86034"/>
                  </a:lnTo>
                  <a:lnTo>
                    <a:pt x="1085216" y="86034"/>
                  </a:lnTo>
                  <a:lnTo>
                    <a:pt x="1085216" y="85786"/>
                  </a:lnTo>
                  <a:lnTo>
                    <a:pt x="1085925" y="85786"/>
                  </a:lnTo>
                  <a:lnTo>
                    <a:pt x="1086634" y="85786"/>
                  </a:lnTo>
                  <a:lnTo>
                    <a:pt x="1086634" y="85538"/>
                  </a:lnTo>
                  <a:lnTo>
                    <a:pt x="1087343" y="85538"/>
                  </a:lnTo>
                  <a:lnTo>
                    <a:pt x="1088052" y="85538"/>
                  </a:lnTo>
                  <a:lnTo>
                    <a:pt x="1088760" y="85538"/>
                  </a:lnTo>
                  <a:lnTo>
                    <a:pt x="1089469" y="85538"/>
                  </a:lnTo>
                  <a:lnTo>
                    <a:pt x="1090178" y="85538"/>
                  </a:lnTo>
                  <a:lnTo>
                    <a:pt x="1090178" y="85290"/>
                  </a:lnTo>
                  <a:lnTo>
                    <a:pt x="1090887" y="85290"/>
                  </a:lnTo>
                  <a:lnTo>
                    <a:pt x="1091596" y="85290"/>
                  </a:lnTo>
                  <a:lnTo>
                    <a:pt x="1092305" y="85290"/>
                  </a:lnTo>
                  <a:lnTo>
                    <a:pt x="1093013" y="85290"/>
                  </a:lnTo>
                  <a:lnTo>
                    <a:pt x="1093722" y="85290"/>
                  </a:lnTo>
                  <a:lnTo>
                    <a:pt x="1094431" y="85290"/>
                  </a:lnTo>
                  <a:lnTo>
                    <a:pt x="1095140" y="85290"/>
                  </a:lnTo>
                  <a:lnTo>
                    <a:pt x="1095849" y="85290"/>
                  </a:lnTo>
                  <a:lnTo>
                    <a:pt x="1096558" y="85290"/>
                  </a:lnTo>
                  <a:lnTo>
                    <a:pt x="1096558" y="85042"/>
                  </a:lnTo>
                  <a:lnTo>
                    <a:pt x="1097266" y="85042"/>
                  </a:lnTo>
                  <a:lnTo>
                    <a:pt x="1097266" y="84794"/>
                  </a:lnTo>
                  <a:lnTo>
                    <a:pt x="1097975" y="84794"/>
                  </a:lnTo>
                  <a:lnTo>
                    <a:pt x="1098684" y="84794"/>
                  </a:lnTo>
                  <a:lnTo>
                    <a:pt x="1099393" y="84794"/>
                  </a:lnTo>
                  <a:lnTo>
                    <a:pt x="1100102" y="84794"/>
                  </a:lnTo>
                  <a:lnTo>
                    <a:pt x="1100810" y="84794"/>
                  </a:lnTo>
                  <a:lnTo>
                    <a:pt x="1101519" y="84794"/>
                  </a:lnTo>
                  <a:lnTo>
                    <a:pt x="1102228" y="84794"/>
                  </a:lnTo>
                  <a:lnTo>
                    <a:pt x="1102228" y="84546"/>
                  </a:lnTo>
                  <a:lnTo>
                    <a:pt x="1102228" y="84298"/>
                  </a:lnTo>
                  <a:lnTo>
                    <a:pt x="1102228" y="84050"/>
                  </a:lnTo>
                  <a:lnTo>
                    <a:pt x="1102937" y="84050"/>
                  </a:lnTo>
                  <a:lnTo>
                    <a:pt x="1103646" y="84050"/>
                  </a:lnTo>
                  <a:lnTo>
                    <a:pt x="1104355" y="84050"/>
                  </a:lnTo>
                  <a:lnTo>
                    <a:pt x="1105063" y="84050"/>
                  </a:lnTo>
                  <a:lnTo>
                    <a:pt x="1105772" y="84050"/>
                  </a:lnTo>
                  <a:lnTo>
                    <a:pt x="1106481" y="84050"/>
                  </a:lnTo>
                  <a:lnTo>
                    <a:pt x="1106481" y="83802"/>
                  </a:lnTo>
                  <a:lnTo>
                    <a:pt x="1107190" y="83802"/>
                  </a:lnTo>
                  <a:lnTo>
                    <a:pt x="1107899" y="83802"/>
                  </a:lnTo>
                  <a:lnTo>
                    <a:pt x="1108608" y="83802"/>
                  </a:lnTo>
                  <a:lnTo>
                    <a:pt x="1109316" y="83802"/>
                  </a:lnTo>
                  <a:lnTo>
                    <a:pt x="1109316" y="83554"/>
                  </a:lnTo>
                  <a:lnTo>
                    <a:pt x="1110025" y="83554"/>
                  </a:lnTo>
                  <a:lnTo>
                    <a:pt x="1110734" y="83554"/>
                  </a:lnTo>
                  <a:lnTo>
                    <a:pt x="1111443" y="83554"/>
                  </a:lnTo>
                  <a:lnTo>
                    <a:pt x="1112152" y="83554"/>
                  </a:lnTo>
                  <a:lnTo>
                    <a:pt x="1112152" y="83306"/>
                  </a:lnTo>
                  <a:lnTo>
                    <a:pt x="1112861" y="83306"/>
                  </a:lnTo>
                  <a:lnTo>
                    <a:pt x="1113569" y="83306"/>
                  </a:lnTo>
                  <a:lnTo>
                    <a:pt x="1114278" y="83306"/>
                  </a:lnTo>
                  <a:lnTo>
                    <a:pt x="1114987" y="83306"/>
                  </a:lnTo>
                  <a:lnTo>
                    <a:pt x="1115696" y="83306"/>
                  </a:lnTo>
                  <a:lnTo>
                    <a:pt x="1116405" y="83306"/>
                  </a:lnTo>
                  <a:lnTo>
                    <a:pt x="1117114" y="83306"/>
                  </a:lnTo>
                  <a:lnTo>
                    <a:pt x="1117822" y="83306"/>
                  </a:lnTo>
                  <a:lnTo>
                    <a:pt x="1118531" y="83306"/>
                  </a:lnTo>
                  <a:lnTo>
                    <a:pt x="1119240" y="83306"/>
                  </a:lnTo>
                  <a:lnTo>
                    <a:pt x="1119949" y="83306"/>
                  </a:lnTo>
                  <a:lnTo>
                    <a:pt x="1120658" y="83306"/>
                  </a:lnTo>
                  <a:lnTo>
                    <a:pt x="1121367" y="83306"/>
                  </a:lnTo>
                  <a:lnTo>
                    <a:pt x="1122075" y="83306"/>
                  </a:lnTo>
                  <a:lnTo>
                    <a:pt x="1122784" y="83306"/>
                  </a:lnTo>
                  <a:lnTo>
                    <a:pt x="1123493" y="83306"/>
                  </a:lnTo>
                  <a:lnTo>
                    <a:pt x="1123493" y="83058"/>
                  </a:lnTo>
                  <a:lnTo>
                    <a:pt x="1123493" y="82810"/>
                  </a:lnTo>
                  <a:lnTo>
                    <a:pt x="1124202" y="82810"/>
                  </a:lnTo>
                  <a:lnTo>
                    <a:pt x="1124911" y="82810"/>
                  </a:lnTo>
                  <a:lnTo>
                    <a:pt x="1125619" y="82810"/>
                  </a:lnTo>
                  <a:lnTo>
                    <a:pt x="1126328" y="82810"/>
                  </a:lnTo>
                  <a:lnTo>
                    <a:pt x="1127037" y="82810"/>
                  </a:lnTo>
                  <a:lnTo>
                    <a:pt x="1127037" y="82562"/>
                  </a:lnTo>
                  <a:lnTo>
                    <a:pt x="1127037" y="82314"/>
                  </a:lnTo>
                  <a:lnTo>
                    <a:pt x="1127746" y="82314"/>
                  </a:lnTo>
                  <a:lnTo>
                    <a:pt x="1128455" y="82314"/>
                  </a:lnTo>
                  <a:lnTo>
                    <a:pt x="1128455" y="82067"/>
                  </a:lnTo>
                  <a:lnTo>
                    <a:pt x="1128455" y="81819"/>
                  </a:lnTo>
                  <a:lnTo>
                    <a:pt x="1129164" y="81819"/>
                  </a:lnTo>
                  <a:lnTo>
                    <a:pt x="1129872" y="81819"/>
                  </a:lnTo>
                  <a:lnTo>
                    <a:pt x="1129872" y="81571"/>
                  </a:lnTo>
                  <a:lnTo>
                    <a:pt x="1130581" y="81571"/>
                  </a:lnTo>
                  <a:lnTo>
                    <a:pt x="1131290" y="81571"/>
                  </a:lnTo>
                  <a:lnTo>
                    <a:pt x="1131290" y="81323"/>
                  </a:lnTo>
                  <a:lnTo>
                    <a:pt x="1131999" y="81323"/>
                  </a:lnTo>
                  <a:lnTo>
                    <a:pt x="1132708" y="81323"/>
                  </a:lnTo>
                  <a:lnTo>
                    <a:pt x="1133417" y="81323"/>
                  </a:lnTo>
                  <a:lnTo>
                    <a:pt x="1134125" y="81323"/>
                  </a:lnTo>
                  <a:lnTo>
                    <a:pt x="1134834" y="81323"/>
                  </a:lnTo>
                  <a:lnTo>
                    <a:pt x="1135543" y="81323"/>
                  </a:lnTo>
                  <a:lnTo>
                    <a:pt x="1136252" y="81323"/>
                  </a:lnTo>
                  <a:lnTo>
                    <a:pt x="1136961" y="81323"/>
                  </a:lnTo>
                  <a:lnTo>
                    <a:pt x="1136961" y="81075"/>
                  </a:lnTo>
                  <a:lnTo>
                    <a:pt x="1137670" y="81075"/>
                  </a:lnTo>
                  <a:lnTo>
                    <a:pt x="1137670" y="80827"/>
                  </a:lnTo>
                  <a:lnTo>
                    <a:pt x="1138378" y="80827"/>
                  </a:lnTo>
                  <a:lnTo>
                    <a:pt x="1139087" y="80827"/>
                  </a:lnTo>
                  <a:lnTo>
                    <a:pt x="1139796" y="80827"/>
                  </a:lnTo>
                  <a:lnTo>
                    <a:pt x="1140505" y="80827"/>
                  </a:lnTo>
                  <a:lnTo>
                    <a:pt x="1141214" y="80827"/>
                  </a:lnTo>
                  <a:lnTo>
                    <a:pt x="1141214" y="80579"/>
                  </a:lnTo>
                  <a:lnTo>
                    <a:pt x="1141923" y="80579"/>
                  </a:lnTo>
                  <a:lnTo>
                    <a:pt x="1142631" y="80579"/>
                  </a:lnTo>
                  <a:lnTo>
                    <a:pt x="1143340" y="80579"/>
                  </a:lnTo>
                  <a:lnTo>
                    <a:pt x="1144049" y="80579"/>
                  </a:lnTo>
                  <a:lnTo>
                    <a:pt x="1144758" y="80579"/>
                  </a:lnTo>
                  <a:lnTo>
                    <a:pt x="1144758" y="80331"/>
                  </a:lnTo>
                  <a:lnTo>
                    <a:pt x="1145467" y="80331"/>
                  </a:lnTo>
                  <a:lnTo>
                    <a:pt x="1146176" y="80331"/>
                  </a:lnTo>
                  <a:lnTo>
                    <a:pt x="1146884" y="80331"/>
                  </a:lnTo>
                  <a:lnTo>
                    <a:pt x="1147593" y="80331"/>
                  </a:lnTo>
                  <a:lnTo>
                    <a:pt x="1148302" y="80331"/>
                  </a:lnTo>
                  <a:lnTo>
                    <a:pt x="1149011" y="80331"/>
                  </a:lnTo>
                  <a:lnTo>
                    <a:pt x="1149720" y="80331"/>
                  </a:lnTo>
                  <a:lnTo>
                    <a:pt x="1150428" y="80331"/>
                  </a:lnTo>
                  <a:lnTo>
                    <a:pt x="1150428" y="80083"/>
                  </a:lnTo>
                  <a:lnTo>
                    <a:pt x="1151137" y="80083"/>
                  </a:lnTo>
                  <a:lnTo>
                    <a:pt x="1151846" y="80083"/>
                  </a:lnTo>
                  <a:lnTo>
                    <a:pt x="1152555" y="80083"/>
                  </a:lnTo>
                  <a:lnTo>
                    <a:pt x="1152555" y="79835"/>
                  </a:lnTo>
                  <a:lnTo>
                    <a:pt x="1153264" y="79835"/>
                  </a:lnTo>
                  <a:lnTo>
                    <a:pt x="1153973" y="79835"/>
                  </a:lnTo>
                  <a:lnTo>
                    <a:pt x="1154681" y="79835"/>
                  </a:lnTo>
                  <a:lnTo>
                    <a:pt x="1155390" y="79835"/>
                  </a:lnTo>
                  <a:lnTo>
                    <a:pt x="1156099" y="79835"/>
                  </a:lnTo>
                  <a:lnTo>
                    <a:pt x="1156099" y="79587"/>
                  </a:lnTo>
                  <a:lnTo>
                    <a:pt x="1156808" y="79587"/>
                  </a:lnTo>
                  <a:lnTo>
                    <a:pt x="1157517" y="79587"/>
                  </a:lnTo>
                  <a:lnTo>
                    <a:pt x="1158226" y="79587"/>
                  </a:lnTo>
                  <a:lnTo>
                    <a:pt x="1158934" y="79587"/>
                  </a:lnTo>
                  <a:lnTo>
                    <a:pt x="1158934" y="79339"/>
                  </a:lnTo>
                  <a:lnTo>
                    <a:pt x="1158934" y="79091"/>
                  </a:lnTo>
                  <a:lnTo>
                    <a:pt x="1159643" y="79091"/>
                  </a:lnTo>
                  <a:lnTo>
                    <a:pt x="1160352" y="79091"/>
                  </a:lnTo>
                  <a:lnTo>
                    <a:pt x="1161061" y="79091"/>
                  </a:lnTo>
                  <a:lnTo>
                    <a:pt x="1161770" y="79091"/>
                  </a:lnTo>
                  <a:lnTo>
                    <a:pt x="1162479" y="79091"/>
                  </a:lnTo>
                  <a:lnTo>
                    <a:pt x="1163187" y="79091"/>
                  </a:lnTo>
                  <a:lnTo>
                    <a:pt x="1163187" y="78843"/>
                  </a:lnTo>
                  <a:lnTo>
                    <a:pt x="1163187" y="78595"/>
                  </a:lnTo>
                  <a:lnTo>
                    <a:pt x="1163896" y="78595"/>
                  </a:lnTo>
                  <a:lnTo>
                    <a:pt x="1163896" y="78347"/>
                  </a:lnTo>
                  <a:lnTo>
                    <a:pt x="1164605" y="78347"/>
                  </a:lnTo>
                  <a:lnTo>
                    <a:pt x="1165314" y="78347"/>
                  </a:lnTo>
                  <a:lnTo>
                    <a:pt x="1166023" y="78347"/>
                  </a:lnTo>
                  <a:lnTo>
                    <a:pt x="1166732" y="78347"/>
                  </a:lnTo>
                  <a:lnTo>
                    <a:pt x="1166732" y="78100"/>
                  </a:lnTo>
                  <a:lnTo>
                    <a:pt x="1167440" y="78100"/>
                  </a:lnTo>
                  <a:lnTo>
                    <a:pt x="1167440" y="77852"/>
                  </a:lnTo>
                  <a:lnTo>
                    <a:pt x="1168149" y="77852"/>
                  </a:lnTo>
                  <a:lnTo>
                    <a:pt x="1168858" y="77852"/>
                  </a:lnTo>
                  <a:lnTo>
                    <a:pt x="1169567" y="77852"/>
                  </a:lnTo>
                  <a:lnTo>
                    <a:pt x="1170276" y="77852"/>
                  </a:lnTo>
                  <a:lnTo>
                    <a:pt x="1170276" y="77604"/>
                  </a:lnTo>
                  <a:lnTo>
                    <a:pt x="1170985" y="77604"/>
                  </a:lnTo>
                  <a:lnTo>
                    <a:pt x="1171693" y="77604"/>
                  </a:lnTo>
                  <a:lnTo>
                    <a:pt x="1172402" y="77604"/>
                  </a:lnTo>
                  <a:lnTo>
                    <a:pt x="1172402" y="77356"/>
                  </a:lnTo>
                  <a:lnTo>
                    <a:pt x="1172402" y="77108"/>
                  </a:lnTo>
                  <a:lnTo>
                    <a:pt x="1173111" y="77108"/>
                  </a:lnTo>
                  <a:lnTo>
                    <a:pt x="1173820" y="77108"/>
                  </a:lnTo>
                  <a:lnTo>
                    <a:pt x="1174529" y="77108"/>
                  </a:lnTo>
                  <a:lnTo>
                    <a:pt x="1175238" y="77108"/>
                  </a:lnTo>
                  <a:lnTo>
                    <a:pt x="1175946" y="77108"/>
                  </a:lnTo>
                  <a:lnTo>
                    <a:pt x="1176655" y="77108"/>
                  </a:lnTo>
                  <a:lnTo>
                    <a:pt x="1177364" y="77108"/>
                  </a:lnTo>
                  <a:lnTo>
                    <a:pt x="1178073" y="77108"/>
                  </a:lnTo>
                  <a:lnTo>
                    <a:pt x="1178782" y="77108"/>
                  </a:lnTo>
                  <a:lnTo>
                    <a:pt x="1179490" y="77108"/>
                  </a:lnTo>
                  <a:lnTo>
                    <a:pt x="1180199" y="77108"/>
                  </a:lnTo>
                  <a:lnTo>
                    <a:pt x="1180199" y="76860"/>
                  </a:lnTo>
                  <a:lnTo>
                    <a:pt x="1180908" y="76860"/>
                  </a:lnTo>
                  <a:lnTo>
                    <a:pt x="1181617" y="76860"/>
                  </a:lnTo>
                  <a:lnTo>
                    <a:pt x="1182326" y="76860"/>
                  </a:lnTo>
                  <a:lnTo>
                    <a:pt x="1183035" y="76860"/>
                  </a:lnTo>
                  <a:lnTo>
                    <a:pt x="1183743" y="76860"/>
                  </a:lnTo>
                  <a:lnTo>
                    <a:pt x="1184452" y="76860"/>
                  </a:lnTo>
                  <a:lnTo>
                    <a:pt x="1185161" y="76860"/>
                  </a:lnTo>
                  <a:lnTo>
                    <a:pt x="1185870" y="76860"/>
                  </a:lnTo>
                  <a:lnTo>
                    <a:pt x="1186579" y="76860"/>
                  </a:lnTo>
                  <a:lnTo>
                    <a:pt x="1187288" y="76860"/>
                  </a:lnTo>
                  <a:lnTo>
                    <a:pt x="1187996" y="76860"/>
                  </a:lnTo>
                  <a:lnTo>
                    <a:pt x="1188705" y="76860"/>
                  </a:lnTo>
                  <a:lnTo>
                    <a:pt x="1188705" y="76612"/>
                  </a:lnTo>
                  <a:lnTo>
                    <a:pt x="1189414" y="76612"/>
                  </a:lnTo>
                  <a:lnTo>
                    <a:pt x="1190123" y="76612"/>
                  </a:lnTo>
                  <a:lnTo>
                    <a:pt x="1190123" y="76364"/>
                  </a:lnTo>
                  <a:lnTo>
                    <a:pt x="1190123" y="76116"/>
                  </a:lnTo>
                  <a:lnTo>
                    <a:pt x="1190832" y="76116"/>
                  </a:lnTo>
                  <a:lnTo>
                    <a:pt x="1191541" y="76116"/>
                  </a:lnTo>
                  <a:lnTo>
                    <a:pt x="1192249" y="76116"/>
                  </a:lnTo>
                  <a:lnTo>
                    <a:pt x="1192958" y="76116"/>
                  </a:lnTo>
                  <a:lnTo>
                    <a:pt x="1193667" y="76116"/>
                  </a:lnTo>
                  <a:lnTo>
                    <a:pt x="1194376" y="76116"/>
                  </a:lnTo>
                  <a:lnTo>
                    <a:pt x="1195085" y="76116"/>
                  </a:lnTo>
                  <a:lnTo>
                    <a:pt x="1195794" y="76116"/>
                  </a:lnTo>
                  <a:lnTo>
                    <a:pt x="1195794" y="75868"/>
                  </a:lnTo>
                  <a:lnTo>
                    <a:pt x="1196502" y="75868"/>
                  </a:lnTo>
                  <a:lnTo>
                    <a:pt x="1197211" y="75868"/>
                  </a:lnTo>
                  <a:lnTo>
                    <a:pt x="1197920" y="75868"/>
                  </a:lnTo>
                  <a:lnTo>
                    <a:pt x="1198629" y="75868"/>
                  </a:lnTo>
                  <a:lnTo>
                    <a:pt x="1198629" y="75620"/>
                  </a:lnTo>
                  <a:lnTo>
                    <a:pt x="1199338" y="75620"/>
                  </a:lnTo>
                  <a:lnTo>
                    <a:pt x="1199338" y="75372"/>
                  </a:lnTo>
                  <a:lnTo>
                    <a:pt x="1200047" y="75372"/>
                  </a:lnTo>
                  <a:lnTo>
                    <a:pt x="1200755" y="75372"/>
                  </a:lnTo>
                  <a:lnTo>
                    <a:pt x="1201464" y="75372"/>
                  </a:lnTo>
                  <a:lnTo>
                    <a:pt x="1202173" y="75372"/>
                  </a:lnTo>
                  <a:lnTo>
                    <a:pt x="1202882" y="75372"/>
                  </a:lnTo>
                  <a:lnTo>
                    <a:pt x="1202882" y="75124"/>
                  </a:lnTo>
                  <a:lnTo>
                    <a:pt x="1202882" y="74876"/>
                  </a:lnTo>
                  <a:lnTo>
                    <a:pt x="1202882" y="74628"/>
                  </a:lnTo>
                  <a:lnTo>
                    <a:pt x="1202882" y="74381"/>
                  </a:lnTo>
                  <a:lnTo>
                    <a:pt x="1203591" y="74381"/>
                  </a:lnTo>
                  <a:lnTo>
                    <a:pt x="1204299" y="74381"/>
                  </a:lnTo>
                  <a:lnTo>
                    <a:pt x="1205008" y="74381"/>
                  </a:lnTo>
                  <a:lnTo>
                    <a:pt x="1205717" y="74381"/>
                  </a:lnTo>
                  <a:lnTo>
                    <a:pt x="1206426" y="74381"/>
                  </a:lnTo>
                  <a:lnTo>
                    <a:pt x="1206426" y="74133"/>
                  </a:lnTo>
                  <a:lnTo>
                    <a:pt x="1207135" y="74133"/>
                  </a:lnTo>
                  <a:lnTo>
                    <a:pt x="1207844" y="74133"/>
                  </a:lnTo>
                  <a:lnTo>
                    <a:pt x="1208552" y="74133"/>
                  </a:lnTo>
                  <a:lnTo>
                    <a:pt x="1209261" y="74133"/>
                  </a:lnTo>
                  <a:lnTo>
                    <a:pt x="1209970" y="74133"/>
                  </a:lnTo>
                  <a:lnTo>
                    <a:pt x="1210679" y="74133"/>
                  </a:lnTo>
                  <a:lnTo>
                    <a:pt x="1211388" y="74133"/>
                  </a:lnTo>
                  <a:lnTo>
                    <a:pt x="1212097" y="74133"/>
                  </a:lnTo>
                  <a:lnTo>
                    <a:pt x="1212805" y="74133"/>
                  </a:lnTo>
                  <a:lnTo>
                    <a:pt x="1213514" y="74133"/>
                  </a:lnTo>
                  <a:lnTo>
                    <a:pt x="1214223" y="74133"/>
                  </a:lnTo>
                  <a:lnTo>
                    <a:pt x="1214932" y="74133"/>
                  </a:lnTo>
                  <a:lnTo>
                    <a:pt x="1215641" y="74133"/>
                  </a:lnTo>
                  <a:lnTo>
                    <a:pt x="1216350" y="74133"/>
                  </a:lnTo>
                  <a:lnTo>
                    <a:pt x="1217058" y="74133"/>
                  </a:lnTo>
                  <a:lnTo>
                    <a:pt x="1217767" y="74133"/>
                  </a:lnTo>
                  <a:lnTo>
                    <a:pt x="1218476" y="74133"/>
                  </a:lnTo>
                  <a:lnTo>
                    <a:pt x="1219185" y="74133"/>
                  </a:lnTo>
                  <a:lnTo>
                    <a:pt x="1219894" y="74133"/>
                  </a:lnTo>
                  <a:lnTo>
                    <a:pt x="1219894" y="73885"/>
                  </a:lnTo>
                  <a:lnTo>
                    <a:pt x="1220603" y="73885"/>
                  </a:lnTo>
                  <a:lnTo>
                    <a:pt x="1220603" y="73637"/>
                  </a:lnTo>
                  <a:lnTo>
                    <a:pt x="1221311" y="73637"/>
                  </a:lnTo>
                  <a:lnTo>
                    <a:pt x="1222020" y="73637"/>
                  </a:lnTo>
                  <a:lnTo>
                    <a:pt x="1222729" y="73637"/>
                  </a:lnTo>
                  <a:lnTo>
                    <a:pt x="1223438" y="73637"/>
                  </a:lnTo>
                  <a:lnTo>
                    <a:pt x="1223438" y="73389"/>
                  </a:lnTo>
                  <a:lnTo>
                    <a:pt x="1224147" y="73389"/>
                  </a:lnTo>
                  <a:lnTo>
                    <a:pt x="1224856" y="73389"/>
                  </a:lnTo>
                  <a:lnTo>
                    <a:pt x="1225564" y="73389"/>
                  </a:lnTo>
                  <a:lnTo>
                    <a:pt x="1226273" y="73389"/>
                  </a:lnTo>
                  <a:lnTo>
                    <a:pt x="1226982" y="73389"/>
                  </a:lnTo>
                  <a:lnTo>
                    <a:pt x="1227691" y="73389"/>
                  </a:lnTo>
                  <a:lnTo>
                    <a:pt x="1228400" y="73389"/>
                  </a:lnTo>
                  <a:lnTo>
                    <a:pt x="1229108" y="73389"/>
                  </a:lnTo>
                  <a:lnTo>
                    <a:pt x="1229108" y="73141"/>
                  </a:lnTo>
                  <a:lnTo>
                    <a:pt x="1229817" y="73141"/>
                  </a:lnTo>
                  <a:lnTo>
                    <a:pt x="1230526" y="73141"/>
                  </a:lnTo>
                  <a:lnTo>
                    <a:pt x="1231235" y="73141"/>
                  </a:lnTo>
                  <a:lnTo>
                    <a:pt x="1231944" y="73141"/>
                  </a:lnTo>
                  <a:lnTo>
                    <a:pt x="1232653" y="73141"/>
                  </a:lnTo>
                  <a:lnTo>
                    <a:pt x="1233361" y="73141"/>
                  </a:lnTo>
                  <a:lnTo>
                    <a:pt x="1234070" y="73141"/>
                  </a:lnTo>
                  <a:lnTo>
                    <a:pt x="1234070" y="72893"/>
                  </a:lnTo>
                  <a:lnTo>
                    <a:pt x="1234779" y="72893"/>
                  </a:lnTo>
                  <a:lnTo>
                    <a:pt x="1235488" y="72893"/>
                  </a:lnTo>
                  <a:lnTo>
                    <a:pt x="1236197" y="72893"/>
                  </a:lnTo>
                  <a:lnTo>
                    <a:pt x="1236906" y="72893"/>
                  </a:lnTo>
                  <a:lnTo>
                    <a:pt x="1237614" y="72893"/>
                  </a:lnTo>
                  <a:lnTo>
                    <a:pt x="1238323" y="72893"/>
                  </a:lnTo>
                  <a:lnTo>
                    <a:pt x="1239032" y="72893"/>
                  </a:lnTo>
                  <a:lnTo>
                    <a:pt x="1239741" y="72893"/>
                  </a:lnTo>
                  <a:lnTo>
                    <a:pt x="1240450" y="72893"/>
                  </a:lnTo>
                  <a:lnTo>
                    <a:pt x="1241159" y="72893"/>
                  </a:lnTo>
                  <a:lnTo>
                    <a:pt x="1241867" y="72893"/>
                  </a:lnTo>
                  <a:lnTo>
                    <a:pt x="1242576" y="72893"/>
                  </a:lnTo>
                  <a:lnTo>
                    <a:pt x="1243285" y="72893"/>
                  </a:lnTo>
                  <a:lnTo>
                    <a:pt x="1243994" y="72893"/>
                  </a:lnTo>
                  <a:lnTo>
                    <a:pt x="1243994" y="72645"/>
                  </a:lnTo>
                  <a:lnTo>
                    <a:pt x="1244703" y="72645"/>
                  </a:lnTo>
                  <a:lnTo>
                    <a:pt x="1245412" y="72645"/>
                  </a:lnTo>
                  <a:lnTo>
                    <a:pt x="1246120" y="72645"/>
                  </a:lnTo>
                  <a:lnTo>
                    <a:pt x="1246829" y="72645"/>
                  </a:lnTo>
                  <a:lnTo>
                    <a:pt x="1247538" y="72645"/>
                  </a:lnTo>
                  <a:lnTo>
                    <a:pt x="1248247" y="72645"/>
                  </a:lnTo>
                  <a:lnTo>
                    <a:pt x="1248956" y="72645"/>
                  </a:lnTo>
                  <a:lnTo>
                    <a:pt x="1249665" y="72645"/>
                  </a:lnTo>
                  <a:lnTo>
                    <a:pt x="1250373" y="72645"/>
                  </a:lnTo>
                  <a:lnTo>
                    <a:pt x="1251082" y="72645"/>
                  </a:lnTo>
                  <a:lnTo>
                    <a:pt x="1251791" y="72645"/>
                  </a:lnTo>
                  <a:lnTo>
                    <a:pt x="1252500" y="72645"/>
                  </a:lnTo>
                  <a:lnTo>
                    <a:pt x="1252500" y="72397"/>
                  </a:lnTo>
                  <a:lnTo>
                    <a:pt x="1253209" y="72397"/>
                  </a:lnTo>
                  <a:lnTo>
                    <a:pt x="1253917" y="72397"/>
                  </a:lnTo>
                  <a:lnTo>
                    <a:pt x="1254626" y="72397"/>
                  </a:lnTo>
                  <a:lnTo>
                    <a:pt x="1254626" y="72149"/>
                  </a:lnTo>
                  <a:lnTo>
                    <a:pt x="1255335" y="72149"/>
                  </a:lnTo>
                  <a:lnTo>
                    <a:pt x="1256044" y="72149"/>
                  </a:lnTo>
                  <a:lnTo>
                    <a:pt x="1256753" y="72149"/>
                  </a:lnTo>
                  <a:lnTo>
                    <a:pt x="1257462" y="72149"/>
                  </a:lnTo>
                  <a:lnTo>
                    <a:pt x="1258170" y="72149"/>
                  </a:lnTo>
                  <a:lnTo>
                    <a:pt x="1258170" y="71901"/>
                  </a:lnTo>
                  <a:lnTo>
                    <a:pt x="1258879" y="71901"/>
                  </a:lnTo>
                  <a:lnTo>
                    <a:pt x="1259588" y="71901"/>
                  </a:lnTo>
                  <a:lnTo>
                    <a:pt x="1260297" y="71901"/>
                  </a:lnTo>
                  <a:lnTo>
                    <a:pt x="1261006" y="71901"/>
                  </a:lnTo>
                  <a:lnTo>
                    <a:pt x="1261715" y="71901"/>
                  </a:lnTo>
                  <a:lnTo>
                    <a:pt x="1262423" y="71901"/>
                  </a:lnTo>
                  <a:lnTo>
                    <a:pt x="1263132" y="71901"/>
                  </a:lnTo>
                  <a:lnTo>
                    <a:pt x="1263841" y="71901"/>
                  </a:lnTo>
                  <a:lnTo>
                    <a:pt x="1264550" y="71901"/>
                  </a:lnTo>
                  <a:lnTo>
                    <a:pt x="1265259" y="71901"/>
                  </a:lnTo>
                  <a:lnTo>
                    <a:pt x="1265968" y="71901"/>
                  </a:lnTo>
                  <a:lnTo>
                    <a:pt x="1266676" y="71901"/>
                  </a:lnTo>
                  <a:lnTo>
                    <a:pt x="1267385" y="71901"/>
                  </a:lnTo>
                  <a:lnTo>
                    <a:pt x="1268094" y="71901"/>
                  </a:lnTo>
                  <a:lnTo>
                    <a:pt x="1268094" y="71653"/>
                  </a:lnTo>
                  <a:lnTo>
                    <a:pt x="1268803" y="71653"/>
                  </a:lnTo>
                  <a:lnTo>
                    <a:pt x="1268803" y="71405"/>
                  </a:lnTo>
                  <a:lnTo>
                    <a:pt x="1269512" y="71405"/>
                  </a:lnTo>
                  <a:lnTo>
                    <a:pt x="1270221" y="71405"/>
                  </a:lnTo>
                  <a:lnTo>
                    <a:pt x="1270929" y="71405"/>
                  </a:lnTo>
                  <a:lnTo>
                    <a:pt x="1271638" y="71405"/>
                  </a:lnTo>
                  <a:lnTo>
                    <a:pt x="1272347" y="71405"/>
                  </a:lnTo>
                  <a:lnTo>
                    <a:pt x="1273056" y="71405"/>
                  </a:lnTo>
                  <a:lnTo>
                    <a:pt x="1273765" y="71405"/>
                  </a:lnTo>
                  <a:lnTo>
                    <a:pt x="1274474" y="71405"/>
                  </a:lnTo>
                  <a:lnTo>
                    <a:pt x="1275182" y="71405"/>
                  </a:lnTo>
                  <a:lnTo>
                    <a:pt x="1275891" y="71405"/>
                  </a:lnTo>
                  <a:lnTo>
                    <a:pt x="1276600" y="71405"/>
                  </a:lnTo>
                  <a:lnTo>
                    <a:pt x="1277309" y="71405"/>
                  </a:lnTo>
                  <a:lnTo>
                    <a:pt x="1277309" y="71157"/>
                  </a:lnTo>
                  <a:lnTo>
                    <a:pt x="1278018" y="71157"/>
                  </a:lnTo>
                  <a:lnTo>
                    <a:pt x="1278726" y="71157"/>
                  </a:lnTo>
                  <a:lnTo>
                    <a:pt x="1279435" y="71157"/>
                  </a:lnTo>
                  <a:lnTo>
                    <a:pt x="1280144" y="71157"/>
                  </a:lnTo>
                  <a:lnTo>
                    <a:pt x="1280144" y="70909"/>
                  </a:lnTo>
                  <a:lnTo>
                    <a:pt x="1280853" y="70909"/>
                  </a:lnTo>
                  <a:lnTo>
                    <a:pt x="1280853" y="70661"/>
                  </a:lnTo>
                  <a:lnTo>
                    <a:pt x="1280853" y="70414"/>
                  </a:lnTo>
                  <a:lnTo>
                    <a:pt x="1281562" y="70414"/>
                  </a:lnTo>
                  <a:lnTo>
                    <a:pt x="1282271" y="70414"/>
                  </a:lnTo>
                  <a:lnTo>
                    <a:pt x="1282271" y="70166"/>
                  </a:lnTo>
                  <a:lnTo>
                    <a:pt x="1282979" y="70166"/>
                  </a:lnTo>
                  <a:lnTo>
                    <a:pt x="1283688" y="70166"/>
                  </a:lnTo>
                  <a:lnTo>
                    <a:pt x="1284397" y="70166"/>
                  </a:lnTo>
                  <a:lnTo>
                    <a:pt x="1285106" y="70166"/>
                  </a:lnTo>
                  <a:lnTo>
                    <a:pt x="1285815" y="70166"/>
                  </a:lnTo>
                  <a:lnTo>
                    <a:pt x="1286524" y="70166"/>
                  </a:lnTo>
                  <a:lnTo>
                    <a:pt x="1287232" y="70166"/>
                  </a:lnTo>
                  <a:lnTo>
                    <a:pt x="1287941" y="70166"/>
                  </a:lnTo>
                  <a:lnTo>
                    <a:pt x="1288650" y="70166"/>
                  </a:lnTo>
                  <a:lnTo>
                    <a:pt x="1288650" y="69918"/>
                  </a:lnTo>
                  <a:lnTo>
                    <a:pt x="1288650" y="69670"/>
                  </a:lnTo>
                  <a:lnTo>
                    <a:pt x="1289359" y="69670"/>
                  </a:lnTo>
                  <a:lnTo>
                    <a:pt x="1290068" y="69670"/>
                  </a:lnTo>
                  <a:lnTo>
                    <a:pt x="1290777" y="69670"/>
                  </a:lnTo>
                  <a:lnTo>
                    <a:pt x="1291485" y="69670"/>
                  </a:lnTo>
                  <a:lnTo>
                    <a:pt x="1292194" y="69670"/>
                  </a:lnTo>
                  <a:lnTo>
                    <a:pt x="1292903" y="69670"/>
                  </a:lnTo>
                  <a:lnTo>
                    <a:pt x="1293612" y="69670"/>
                  </a:lnTo>
                  <a:lnTo>
                    <a:pt x="1294321" y="69670"/>
                  </a:lnTo>
                  <a:lnTo>
                    <a:pt x="1295030" y="69670"/>
                  </a:lnTo>
                  <a:lnTo>
                    <a:pt x="1295738" y="69670"/>
                  </a:lnTo>
                  <a:lnTo>
                    <a:pt x="1296447" y="69670"/>
                  </a:lnTo>
                  <a:lnTo>
                    <a:pt x="1296447" y="69422"/>
                  </a:lnTo>
                  <a:lnTo>
                    <a:pt x="1297156" y="69422"/>
                  </a:lnTo>
                  <a:lnTo>
                    <a:pt x="1297865" y="69422"/>
                  </a:lnTo>
                  <a:lnTo>
                    <a:pt x="1298574" y="69422"/>
                  </a:lnTo>
                  <a:lnTo>
                    <a:pt x="1299283" y="69422"/>
                  </a:lnTo>
                  <a:lnTo>
                    <a:pt x="1299991" y="69422"/>
                  </a:lnTo>
                  <a:lnTo>
                    <a:pt x="1300700" y="69422"/>
                  </a:lnTo>
                  <a:lnTo>
                    <a:pt x="1301409" y="69422"/>
                  </a:lnTo>
                  <a:lnTo>
                    <a:pt x="1302118" y="69422"/>
                  </a:lnTo>
                  <a:lnTo>
                    <a:pt x="1302118" y="69174"/>
                  </a:lnTo>
                  <a:lnTo>
                    <a:pt x="1302827" y="69174"/>
                  </a:lnTo>
                  <a:lnTo>
                    <a:pt x="1303536" y="69174"/>
                  </a:lnTo>
                  <a:lnTo>
                    <a:pt x="1304244" y="69174"/>
                  </a:lnTo>
                  <a:lnTo>
                    <a:pt x="1304953" y="69174"/>
                  </a:lnTo>
                  <a:lnTo>
                    <a:pt x="1305662" y="69174"/>
                  </a:lnTo>
                  <a:lnTo>
                    <a:pt x="1306371" y="69174"/>
                  </a:lnTo>
                  <a:lnTo>
                    <a:pt x="1307080" y="69174"/>
                  </a:lnTo>
                  <a:lnTo>
                    <a:pt x="1307788" y="69174"/>
                  </a:lnTo>
                  <a:lnTo>
                    <a:pt x="1308497" y="69174"/>
                  </a:lnTo>
                  <a:lnTo>
                    <a:pt x="1309206" y="69174"/>
                  </a:lnTo>
                  <a:lnTo>
                    <a:pt x="1309206" y="68926"/>
                  </a:lnTo>
                  <a:lnTo>
                    <a:pt x="1309206" y="68678"/>
                  </a:lnTo>
                  <a:lnTo>
                    <a:pt x="1309915" y="68678"/>
                  </a:lnTo>
                  <a:lnTo>
                    <a:pt x="1310624" y="68678"/>
                  </a:lnTo>
                  <a:lnTo>
                    <a:pt x="1311333" y="68678"/>
                  </a:lnTo>
                  <a:lnTo>
                    <a:pt x="1312041" y="68678"/>
                  </a:lnTo>
                  <a:lnTo>
                    <a:pt x="1312750" y="68678"/>
                  </a:lnTo>
                  <a:lnTo>
                    <a:pt x="1313459" y="68678"/>
                  </a:lnTo>
                  <a:lnTo>
                    <a:pt x="1314168" y="68678"/>
                  </a:lnTo>
                  <a:lnTo>
                    <a:pt x="1314877" y="68678"/>
                  </a:lnTo>
                  <a:lnTo>
                    <a:pt x="1315586" y="68678"/>
                  </a:lnTo>
                  <a:lnTo>
                    <a:pt x="1316294" y="68678"/>
                  </a:lnTo>
                  <a:lnTo>
                    <a:pt x="1317003" y="68678"/>
                  </a:lnTo>
                  <a:lnTo>
                    <a:pt x="1317712" y="68678"/>
                  </a:lnTo>
                  <a:lnTo>
                    <a:pt x="1318421" y="68678"/>
                  </a:lnTo>
                  <a:lnTo>
                    <a:pt x="1319130" y="68678"/>
                  </a:lnTo>
                  <a:lnTo>
                    <a:pt x="1319130" y="68430"/>
                  </a:lnTo>
                  <a:lnTo>
                    <a:pt x="1319839" y="68430"/>
                  </a:lnTo>
                  <a:lnTo>
                    <a:pt x="1320547" y="68430"/>
                  </a:lnTo>
                  <a:lnTo>
                    <a:pt x="1321256" y="68430"/>
                  </a:lnTo>
                  <a:lnTo>
                    <a:pt x="1321965" y="68430"/>
                  </a:lnTo>
                  <a:lnTo>
                    <a:pt x="1322674" y="68430"/>
                  </a:lnTo>
                  <a:lnTo>
                    <a:pt x="1323383" y="68430"/>
                  </a:lnTo>
                  <a:lnTo>
                    <a:pt x="1324092" y="68430"/>
                  </a:lnTo>
                  <a:lnTo>
                    <a:pt x="1324800" y="68430"/>
                  </a:lnTo>
                  <a:lnTo>
                    <a:pt x="1325509" y="68430"/>
                  </a:lnTo>
                  <a:lnTo>
                    <a:pt x="1326218" y="68430"/>
                  </a:lnTo>
                  <a:lnTo>
                    <a:pt x="1326927" y="68430"/>
                  </a:lnTo>
                  <a:lnTo>
                    <a:pt x="1326927" y="68182"/>
                  </a:lnTo>
                  <a:lnTo>
                    <a:pt x="1327636" y="68182"/>
                  </a:lnTo>
                  <a:lnTo>
                    <a:pt x="1328345" y="68182"/>
                  </a:lnTo>
                  <a:lnTo>
                    <a:pt x="1329053" y="68182"/>
                  </a:lnTo>
                  <a:lnTo>
                    <a:pt x="1329762" y="68182"/>
                  </a:lnTo>
                  <a:lnTo>
                    <a:pt x="1330471" y="68182"/>
                  </a:lnTo>
                  <a:lnTo>
                    <a:pt x="1331180" y="68182"/>
                  </a:lnTo>
                  <a:lnTo>
                    <a:pt x="1331889" y="68182"/>
                  </a:lnTo>
                  <a:lnTo>
                    <a:pt x="1332597" y="68182"/>
                  </a:lnTo>
                  <a:lnTo>
                    <a:pt x="1333306" y="68182"/>
                  </a:lnTo>
                  <a:lnTo>
                    <a:pt x="1334015" y="68182"/>
                  </a:lnTo>
                  <a:lnTo>
                    <a:pt x="1334724" y="68182"/>
                  </a:lnTo>
                  <a:lnTo>
                    <a:pt x="1335433" y="68182"/>
                  </a:lnTo>
                  <a:lnTo>
                    <a:pt x="1335433" y="67934"/>
                  </a:lnTo>
                  <a:lnTo>
                    <a:pt x="1336142" y="67934"/>
                  </a:lnTo>
                  <a:lnTo>
                    <a:pt x="1336850" y="67934"/>
                  </a:lnTo>
                  <a:lnTo>
                    <a:pt x="1337559" y="67934"/>
                  </a:lnTo>
                  <a:lnTo>
                    <a:pt x="1338268" y="67934"/>
                  </a:lnTo>
                  <a:lnTo>
                    <a:pt x="1338268" y="67686"/>
                  </a:lnTo>
                  <a:lnTo>
                    <a:pt x="1338977" y="67686"/>
                  </a:lnTo>
                  <a:lnTo>
                    <a:pt x="1338977" y="67438"/>
                  </a:lnTo>
                  <a:lnTo>
                    <a:pt x="1338977" y="67190"/>
                  </a:lnTo>
                  <a:lnTo>
                    <a:pt x="1339686" y="67190"/>
                  </a:lnTo>
                  <a:lnTo>
                    <a:pt x="1340395" y="67190"/>
                  </a:lnTo>
                  <a:lnTo>
                    <a:pt x="1341103" y="67190"/>
                  </a:lnTo>
                  <a:lnTo>
                    <a:pt x="1341103" y="66942"/>
                  </a:lnTo>
                  <a:lnTo>
                    <a:pt x="1341103" y="66694"/>
                  </a:lnTo>
                  <a:lnTo>
                    <a:pt x="1341812" y="66694"/>
                  </a:lnTo>
                  <a:lnTo>
                    <a:pt x="1342521" y="66694"/>
                  </a:lnTo>
                  <a:lnTo>
                    <a:pt x="1342521" y="66447"/>
                  </a:lnTo>
                  <a:lnTo>
                    <a:pt x="1343230" y="66447"/>
                  </a:lnTo>
                  <a:lnTo>
                    <a:pt x="1343939" y="66447"/>
                  </a:lnTo>
                  <a:lnTo>
                    <a:pt x="1344648" y="66447"/>
                  </a:lnTo>
                  <a:lnTo>
                    <a:pt x="1345356" y="66447"/>
                  </a:lnTo>
                  <a:lnTo>
                    <a:pt x="1346065" y="66447"/>
                  </a:lnTo>
                  <a:lnTo>
                    <a:pt x="1346774" y="66447"/>
                  </a:lnTo>
                  <a:lnTo>
                    <a:pt x="1347483" y="66447"/>
                  </a:lnTo>
                  <a:lnTo>
                    <a:pt x="1348192" y="66447"/>
                  </a:lnTo>
                  <a:lnTo>
                    <a:pt x="1348901" y="66447"/>
                  </a:lnTo>
                  <a:lnTo>
                    <a:pt x="1349609" y="66447"/>
                  </a:lnTo>
                  <a:lnTo>
                    <a:pt x="1350318" y="66447"/>
                  </a:lnTo>
                  <a:lnTo>
                    <a:pt x="1351027" y="66447"/>
                  </a:lnTo>
                  <a:lnTo>
                    <a:pt x="1351736" y="66447"/>
                  </a:lnTo>
                  <a:lnTo>
                    <a:pt x="1352445" y="66447"/>
                  </a:lnTo>
                  <a:lnTo>
                    <a:pt x="1353154" y="66447"/>
                  </a:lnTo>
                  <a:lnTo>
                    <a:pt x="1353154" y="66199"/>
                  </a:lnTo>
                  <a:lnTo>
                    <a:pt x="1353862" y="66199"/>
                  </a:lnTo>
                  <a:lnTo>
                    <a:pt x="1354571" y="66199"/>
                  </a:lnTo>
                  <a:lnTo>
                    <a:pt x="1355280" y="66199"/>
                  </a:lnTo>
                  <a:lnTo>
                    <a:pt x="1355989" y="66199"/>
                  </a:lnTo>
                  <a:lnTo>
                    <a:pt x="1356698" y="66199"/>
                  </a:lnTo>
                  <a:lnTo>
                    <a:pt x="1357406" y="66199"/>
                  </a:lnTo>
                  <a:lnTo>
                    <a:pt x="1357406" y="65951"/>
                  </a:lnTo>
                  <a:lnTo>
                    <a:pt x="1357406" y="65703"/>
                  </a:lnTo>
                  <a:lnTo>
                    <a:pt x="1358115" y="65703"/>
                  </a:lnTo>
                  <a:lnTo>
                    <a:pt x="1358824" y="65703"/>
                  </a:lnTo>
                  <a:lnTo>
                    <a:pt x="1359533" y="65703"/>
                  </a:lnTo>
                  <a:lnTo>
                    <a:pt x="1360242" y="65703"/>
                  </a:lnTo>
                  <a:lnTo>
                    <a:pt x="1360951" y="65703"/>
                  </a:lnTo>
                  <a:lnTo>
                    <a:pt x="1361659" y="65703"/>
                  </a:lnTo>
                  <a:lnTo>
                    <a:pt x="1362368" y="65703"/>
                  </a:lnTo>
                  <a:lnTo>
                    <a:pt x="1363077" y="65703"/>
                  </a:lnTo>
                  <a:lnTo>
                    <a:pt x="1363786" y="65703"/>
                  </a:lnTo>
                  <a:lnTo>
                    <a:pt x="1364495" y="65703"/>
                  </a:lnTo>
                  <a:lnTo>
                    <a:pt x="1365204" y="65703"/>
                  </a:lnTo>
                  <a:lnTo>
                    <a:pt x="1365912" y="65703"/>
                  </a:lnTo>
                  <a:lnTo>
                    <a:pt x="1366621" y="65703"/>
                  </a:lnTo>
                  <a:lnTo>
                    <a:pt x="1367330" y="65703"/>
                  </a:lnTo>
                  <a:lnTo>
                    <a:pt x="1368039" y="65703"/>
                  </a:lnTo>
                  <a:lnTo>
                    <a:pt x="1368748" y="65703"/>
                  </a:lnTo>
                  <a:lnTo>
                    <a:pt x="1369457" y="65703"/>
                  </a:lnTo>
                  <a:lnTo>
                    <a:pt x="1370165" y="65703"/>
                  </a:lnTo>
                  <a:lnTo>
                    <a:pt x="1370874" y="65703"/>
                  </a:lnTo>
                  <a:lnTo>
                    <a:pt x="1371583" y="65703"/>
                  </a:lnTo>
                  <a:lnTo>
                    <a:pt x="1372292" y="65703"/>
                  </a:lnTo>
                  <a:lnTo>
                    <a:pt x="1373001" y="65703"/>
                  </a:lnTo>
                  <a:lnTo>
                    <a:pt x="1373710" y="65703"/>
                  </a:lnTo>
                  <a:lnTo>
                    <a:pt x="1374418" y="65703"/>
                  </a:lnTo>
                  <a:lnTo>
                    <a:pt x="1374418" y="65455"/>
                  </a:lnTo>
                  <a:lnTo>
                    <a:pt x="1375127" y="65455"/>
                  </a:lnTo>
                  <a:lnTo>
                    <a:pt x="1375836" y="65455"/>
                  </a:lnTo>
                  <a:lnTo>
                    <a:pt x="1376545" y="65455"/>
                  </a:lnTo>
                  <a:lnTo>
                    <a:pt x="1377254" y="65455"/>
                  </a:lnTo>
                  <a:lnTo>
                    <a:pt x="1377963" y="65455"/>
                  </a:lnTo>
                  <a:lnTo>
                    <a:pt x="1378671" y="65455"/>
                  </a:lnTo>
                  <a:lnTo>
                    <a:pt x="1379380" y="65455"/>
                  </a:lnTo>
                  <a:lnTo>
                    <a:pt x="1379380" y="65207"/>
                  </a:lnTo>
                  <a:lnTo>
                    <a:pt x="1380089" y="65207"/>
                  </a:lnTo>
                  <a:lnTo>
                    <a:pt x="1380798" y="65207"/>
                  </a:lnTo>
                  <a:lnTo>
                    <a:pt x="1381507" y="65207"/>
                  </a:lnTo>
                  <a:lnTo>
                    <a:pt x="1382215" y="65207"/>
                  </a:lnTo>
                  <a:lnTo>
                    <a:pt x="1382924" y="65207"/>
                  </a:lnTo>
                  <a:lnTo>
                    <a:pt x="1383633" y="65207"/>
                  </a:lnTo>
                  <a:lnTo>
                    <a:pt x="1384342" y="65207"/>
                  </a:lnTo>
                  <a:lnTo>
                    <a:pt x="1385051" y="65207"/>
                  </a:lnTo>
                  <a:lnTo>
                    <a:pt x="1385760" y="65207"/>
                  </a:lnTo>
                  <a:lnTo>
                    <a:pt x="1385760" y="64959"/>
                  </a:lnTo>
                  <a:lnTo>
                    <a:pt x="1386468" y="64959"/>
                  </a:lnTo>
                  <a:lnTo>
                    <a:pt x="1386468" y="64711"/>
                  </a:lnTo>
                  <a:lnTo>
                    <a:pt x="1387177" y="64711"/>
                  </a:lnTo>
                  <a:lnTo>
                    <a:pt x="1387886" y="64711"/>
                  </a:lnTo>
                  <a:lnTo>
                    <a:pt x="1387886" y="64463"/>
                  </a:lnTo>
                  <a:lnTo>
                    <a:pt x="1388595" y="64463"/>
                  </a:lnTo>
                  <a:lnTo>
                    <a:pt x="1389304" y="64463"/>
                  </a:lnTo>
                  <a:lnTo>
                    <a:pt x="1389304" y="64215"/>
                  </a:lnTo>
                  <a:lnTo>
                    <a:pt x="1390013" y="64215"/>
                  </a:lnTo>
                  <a:lnTo>
                    <a:pt x="1390721" y="64215"/>
                  </a:lnTo>
                  <a:lnTo>
                    <a:pt x="1391430" y="64215"/>
                  </a:lnTo>
                  <a:lnTo>
                    <a:pt x="1392139" y="64215"/>
                  </a:lnTo>
                  <a:lnTo>
                    <a:pt x="1392139" y="63967"/>
                  </a:lnTo>
                  <a:lnTo>
                    <a:pt x="1392848" y="63967"/>
                  </a:lnTo>
                  <a:lnTo>
                    <a:pt x="1393557" y="63967"/>
                  </a:lnTo>
                  <a:lnTo>
                    <a:pt x="1394266" y="63967"/>
                  </a:lnTo>
                  <a:lnTo>
                    <a:pt x="1394974" y="63967"/>
                  </a:lnTo>
                  <a:lnTo>
                    <a:pt x="1395683" y="63967"/>
                  </a:lnTo>
                  <a:lnTo>
                    <a:pt x="1396392" y="63967"/>
                  </a:lnTo>
                  <a:lnTo>
                    <a:pt x="1397101" y="63967"/>
                  </a:lnTo>
                  <a:lnTo>
                    <a:pt x="1397810" y="63967"/>
                  </a:lnTo>
                  <a:lnTo>
                    <a:pt x="1398519" y="63967"/>
                  </a:lnTo>
                  <a:lnTo>
                    <a:pt x="1399227" y="63967"/>
                  </a:lnTo>
                  <a:lnTo>
                    <a:pt x="1399936" y="63967"/>
                  </a:lnTo>
                  <a:lnTo>
                    <a:pt x="1399936" y="63719"/>
                  </a:lnTo>
                  <a:lnTo>
                    <a:pt x="1400645" y="63719"/>
                  </a:lnTo>
                  <a:lnTo>
                    <a:pt x="1401354" y="63719"/>
                  </a:lnTo>
                  <a:lnTo>
                    <a:pt x="1402063" y="63719"/>
                  </a:lnTo>
                  <a:lnTo>
                    <a:pt x="1402772" y="63719"/>
                  </a:lnTo>
                  <a:lnTo>
                    <a:pt x="1403480" y="63719"/>
                  </a:lnTo>
                  <a:lnTo>
                    <a:pt x="1404189" y="63719"/>
                  </a:lnTo>
                  <a:lnTo>
                    <a:pt x="1404898" y="63719"/>
                  </a:lnTo>
                  <a:lnTo>
                    <a:pt x="1404898" y="63471"/>
                  </a:lnTo>
                  <a:lnTo>
                    <a:pt x="1405607" y="63471"/>
                  </a:lnTo>
                  <a:lnTo>
                    <a:pt x="1406316" y="63471"/>
                  </a:lnTo>
                  <a:lnTo>
                    <a:pt x="1407024" y="63471"/>
                  </a:lnTo>
                  <a:lnTo>
                    <a:pt x="1407733" y="63471"/>
                  </a:lnTo>
                  <a:lnTo>
                    <a:pt x="1408442" y="63471"/>
                  </a:lnTo>
                  <a:lnTo>
                    <a:pt x="1409151" y="63471"/>
                  </a:lnTo>
                  <a:lnTo>
                    <a:pt x="1409860" y="63471"/>
                  </a:lnTo>
                  <a:lnTo>
                    <a:pt x="1409860" y="63223"/>
                  </a:lnTo>
                  <a:lnTo>
                    <a:pt x="1410569" y="63223"/>
                  </a:lnTo>
                  <a:lnTo>
                    <a:pt x="1411277" y="63223"/>
                  </a:lnTo>
                  <a:lnTo>
                    <a:pt x="1411986" y="63223"/>
                  </a:lnTo>
                  <a:lnTo>
                    <a:pt x="1412695" y="63223"/>
                  </a:lnTo>
                  <a:lnTo>
                    <a:pt x="1413404" y="63223"/>
                  </a:lnTo>
                  <a:lnTo>
                    <a:pt x="1414113" y="63223"/>
                  </a:lnTo>
                  <a:lnTo>
                    <a:pt x="1414822" y="63223"/>
                  </a:lnTo>
                  <a:lnTo>
                    <a:pt x="1415530" y="63223"/>
                  </a:lnTo>
                  <a:lnTo>
                    <a:pt x="1415530" y="62975"/>
                  </a:lnTo>
                  <a:lnTo>
                    <a:pt x="1415530" y="62727"/>
                  </a:lnTo>
                  <a:lnTo>
                    <a:pt x="1416239" y="62727"/>
                  </a:lnTo>
                  <a:lnTo>
                    <a:pt x="1416948" y="62727"/>
                  </a:lnTo>
                  <a:lnTo>
                    <a:pt x="1417657" y="62727"/>
                  </a:lnTo>
                  <a:lnTo>
                    <a:pt x="1418366" y="62727"/>
                  </a:lnTo>
                  <a:lnTo>
                    <a:pt x="1419075" y="62727"/>
                  </a:lnTo>
                  <a:lnTo>
                    <a:pt x="1419783" y="62727"/>
                  </a:lnTo>
                  <a:lnTo>
                    <a:pt x="1420492" y="62727"/>
                  </a:lnTo>
                  <a:lnTo>
                    <a:pt x="1421201" y="62727"/>
                  </a:lnTo>
                  <a:lnTo>
                    <a:pt x="1421910" y="62727"/>
                  </a:lnTo>
                  <a:lnTo>
                    <a:pt x="1422619" y="62727"/>
                  </a:lnTo>
                  <a:lnTo>
                    <a:pt x="1423328" y="62727"/>
                  </a:lnTo>
                  <a:lnTo>
                    <a:pt x="1424036" y="62727"/>
                  </a:lnTo>
                  <a:lnTo>
                    <a:pt x="1424745" y="62727"/>
                  </a:lnTo>
                  <a:lnTo>
                    <a:pt x="1425454" y="62727"/>
                  </a:lnTo>
                  <a:lnTo>
                    <a:pt x="1426163" y="62727"/>
                  </a:lnTo>
                  <a:lnTo>
                    <a:pt x="1426872" y="62727"/>
                  </a:lnTo>
                  <a:lnTo>
                    <a:pt x="1427581" y="62727"/>
                  </a:lnTo>
                  <a:lnTo>
                    <a:pt x="1428289" y="62727"/>
                  </a:lnTo>
                  <a:lnTo>
                    <a:pt x="1428998" y="62727"/>
                  </a:lnTo>
                  <a:lnTo>
                    <a:pt x="1428998" y="62480"/>
                  </a:lnTo>
                  <a:lnTo>
                    <a:pt x="1429707" y="62480"/>
                  </a:lnTo>
                  <a:lnTo>
                    <a:pt x="1430416" y="62480"/>
                  </a:lnTo>
                  <a:lnTo>
                    <a:pt x="1431125" y="62480"/>
                  </a:lnTo>
                  <a:lnTo>
                    <a:pt x="1431833" y="62480"/>
                  </a:lnTo>
                  <a:lnTo>
                    <a:pt x="1432542" y="62480"/>
                  </a:lnTo>
                  <a:lnTo>
                    <a:pt x="1433251" y="62480"/>
                  </a:lnTo>
                  <a:lnTo>
                    <a:pt x="1433960" y="62480"/>
                  </a:lnTo>
                  <a:lnTo>
                    <a:pt x="1434669" y="62480"/>
                  </a:lnTo>
                  <a:lnTo>
                    <a:pt x="1435378" y="62480"/>
                  </a:lnTo>
                  <a:lnTo>
                    <a:pt x="1435378" y="62232"/>
                  </a:lnTo>
                  <a:lnTo>
                    <a:pt x="1436086" y="62232"/>
                  </a:lnTo>
                  <a:lnTo>
                    <a:pt x="1436795" y="62232"/>
                  </a:lnTo>
                  <a:lnTo>
                    <a:pt x="1437504" y="62232"/>
                  </a:lnTo>
                  <a:lnTo>
                    <a:pt x="1438213" y="62232"/>
                  </a:lnTo>
                  <a:lnTo>
                    <a:pt x="1438922" y="62232"/>
                  </a:lnTo>
                  <a:lnTo>
                    <a:pt x="1439631" y="62232"/>
                  </a:lnTo>
                  <a:lnTo>
                    <a:pt x="1439631" y="61984"/>
                  </a:lnTo>
                  <a:lnTo>
                    <a:pt x="1440339" y="61984"/>
                  </a:lnTo>
                  <a:lnTo>
                    <a:pt x="1440339" y="61736"/>
                  </a:lnTo>
                  <a:lnTo>
                    <a:pt x="1441048" y="61736"/>
                  </a:lnTo>
                  <a:lnTo>
                    <a:pt x="1441757" y="61736"/>
                  </a:lnTo>
                  <a:lnTo>
                    <a:pt x="1442466" y="61736"/>
                  </a:lnTo>
                  <a:lnTo>
                    <a:pt x="1443175" y="61736"/>
                  </a:lnTo>
                  <a:lnTo>
                    <a:pt x="1443884" y="61736"/>
                  </a:lnTo>
                  <a:lnTo>
                    <a:pt x="1444592" y="61736"/>
                  </a:lnTo>
                  <a:lnTo>
                    <a:pt x="1445301" y="61736"/>
                  </a:lnTo>
                  <a:lnTo>
                    <a:pt x="1446010" y="61736"/>
                  </a:lnTo>
                  <a:lnTo>
                    <a:pt x="1446719" y="61736"/>
                  </a:lnTo>
                  <a:lnTo>
                    <a:pt x="1447428" y="61736"/>
                  </a:lnTo>
                  <a:lnTo>
                    <a:pt x="1448137" y="61736"/>
                  </a:lnTo>
                  <a:lnTo>
                    <a:pt x="1448845" y="61736"/>
                  </a:lnTo>
                  <a:lnTo>
                    <a:pt x="1449554" y="61736"/>
                  </a:lnTo>
                  <a:lnTo>
                    <a:pt x="1449554" y="61488"/>
                  </a:lnTo>
                  <a:lnTo>
                    <a:pt x="1450263" y="61488"/>
                  </a:lnTo>
                  <a:lnTo>
                    <a:pt x="1450972" y="61488"/>
                  </a:lnTo>
                  <a:lnTo>
                    <a:pt x="1451681" y="61488"/>
                  </a:lnTo>
                  <a:lnTo>
                    <a:pt x="1452390" y="61488"/>
                  </a:lnTo>
                  <a:lnTo>
                    <a:pt x="1453098" y="61488"/>
                  </a:lnTo>
                  <a:lnTo>
                    <a:pt x="1453807" y="61488"/>
                  </a:lnTo>
                  <a:lnTo>
                    <a:pt x="1454516" y="61488"/>
                  </a:lnTo>
                  <a:lnTo>
                    <a:pt x="1455225" y="61488"/>
                  </a:lnTo>
                  <a:lnTo>
                    <a:pt x="1455934" y="61488"/>
                  </a:lnTo>
                  <a:lnTo>
                    <a:pt x="1456643" y="61488"/>
                  </a:lnTo>
                  <a:lnTo>
                    <a:pt x="1457351" y="61488"/>
                  </a:lnTo>
                  <a:lnTo>
                    <a:pt x="1458060" y="61488"/>
                  </a:lnTo>
                  <a:lnTo>
                    <a:pt x="1458769" y="61488"/>
                  </a:lnTo>
                  <a:lnTo>
                    <a:pt x="1459478" y="61488"/>
                  </a:lnTo>
                  <a:lnTo>
                    <a:pt x="1459478" y="61240"/>
                  </a:lnTo>
                  <a:lnTo>
                    <a:pt x="1460187" y="61240"/>
                  </a:lnTo>
                  <a:lnTo>
                    <a:pt x="1460895" y="61240"/>
                  </a:lnTo>
                  <a:lnTo>
                    <a:pt x="1460895" y="60992"/>
                  </a:lnTo>
                  <a:lnTo>
                    <a:pt x="1461604" y="60992"/>
                  </a:lnTo>
                  <a:lnTo>
                    <a:pt x="1462313" y="60992"/>
                  </a:lnTo>
                  <a:lnTo>
                    <a:pt x="1463022" y="60992"/>
                  </a:lnTo>
                  <a:lnTo>
                    <a:pt x="1463731" y="60992"/>
                  </a:lnTo>
                  <a:lnTo>
                    <a:pt x="1464440" y="60992"/>
                  </a:lnTo>
                  <a:lnTo>
                    <a:pt x="1464440" y="60744"/>
                  </a:lnTo>
                  <a:lnTo>
                    <a:pt x="1465148" y="60744"/>
                  </a:lnTo>
                  <a:lnTo>
                    <a:pt x="1465857" y="60744"/>
                  </a:lnTo>
                  <a:lnTo>
                    <a:pt x="1466566" y="60744"/>
                  </a:lnTo>
                  <a:lnTo>
                    <a:pt x="1467275" y="60744"/>
                  </a:lnTo>
                  <a:lnTo>
                    <a:pt x="1467984" y="60744"/>
                  </a:lnTo>
                  <a:lnTo>
                    <a:pt x="1468693" y="60744"/>
                  </a:lnTo>
                  <a:lnTo>
                    <a:pt x="1469401" y="60744"/>
                  </a:lnTo>
                  <a:lnTo>
                    <a:pt x="1470110" y="60744"/>
                  </a:lnTo>
                  <a:lnTo>
                    <a:pt x="1470819" y="60744"/>
                  </a:lnTo>
                  <a:lnTo>
                    <a:pt x="1471528" y="60744"/>
                  </a:lnTo>
                  <a:lnTo>
                    <a:pt x="1472237" y="60744"/>
                  </a:lnTo>
                  <a:lnTo>
                    <a:pt x="1472946" y="60744"/>
                  </a:lnTo>
                  <a:lnTo>
                    <a:pt x="1473654" y="60744"/>
                  </a:lnTo>
                  <a:lnTo>
                    <a:pt x="1474363" y="60744"/>
                  </a:lnTo>
                  <a:lnTo>
                    <a:pt x="1475072" y="60744"/>
                  </a:lnTo>
                  <a:lnTo>
                    <a:pt x="1475781" y="60744"/>
                  </a:lnTo>
                  <a:lnTo>
                    <a:pt x="1476490" y="60744"/>
                  </a:lnTo>
                  <a:lnTo>
                    <a:pt x="1477199" y="60744"/>
                  </a:lnTo>
                  <a:lnTo>
                    <a:pt x="1477907" y="60744"/>
                  </a:lnTo>
                  <a:lnTo>
                    <a:pt x="1478616" y="60744"/>
                  </a:lnTo>
                  <a:lnTo>
                    <a:pt x="1479325" y="60744"/>
                  </a:lnTo>
                  <a:lnTo>
                    <a:pt x="1479325" y="60496"/>
                  </a:lnTo>
                  <a:lnTo>
                    <a:pt x="1480034" y="60496"/>
                  </a:lnTo>
                  <a:lnTo>
                    <a:pt x="1480743" y="60496"/>
                  </a:lnTo>
                  <a:lnTo>
                    <a:pt x="1481452" y="60496"/>
                  </a:lnTo>
                  <a:lnTo>
                    <a:pt x="1482160" y="60496"/>
                  </a:lnTo>
                  <a:lnTo>
                    <a:pt x="1482869" y="60496"/>
                  </a:lnTo>
                  <a:lnTo>
                    <a:pt x="1483578" y="60496"/>
                  </a:lnTo>
                  <a:lnTo>
                    <a:pt x="1484287" y="60496"/>
                  </a:lnTo>
                  <a:lnTo>
                    <a:pt x="1484996" y="60496"/>
                  </a:lnTo>
                  <a:lnTo>
                    <a:pt x="1484996" y="60248"/>
                  </a:lnTo>
                  <a:lnTo>
                    <a:pt x="1485704" y="60248"/>
                  </a:lnTo>
                  <a:lnTo>
                    <a:pt x="1486413" y="60248"/>
                  </a:lnTo>
                  <a:lnTo>
                    <a:pt x="1487122" y="60248"/>
                  </a:lnTo>
                  <a:lnTo>
                    <a:pt x="1487831" y="60248"/>
                  </a:lnTo>
                  <a:lnTo>
                    <a:pt x="1488540" y="60248"/>
                  </a:lnTo>
                  <a:lnTo>
                    <a:pt x="1489249" y="60248"/>
                  </a:lnTo>
                  <a:lnTo>
                    <a:pt x="1489957" y="60248"/>
                  </a:lnTo>
                  <a:lnTo>
                    <a:pt x="1490666" y="60248"/>
                  </a:lnTo>
                  <a:lnTo>
                    <a:pt x="1491375" y="60248"/>
                  </a:lnTo>
                  <a:lnTo>
                    <a:pt x="1491375" y="60000"/>
                  </a:lnTo>
                  <a:lnTo>
                    <a:pt x="1492084" y="60000"/>
                  </a:lnTo>
                  <a:lnTo>
                    <a:pt x="1492793" y="60000"/>
                  </a:lnTo>
                  <a:lnTo>
                    <a:pt x="1493502" y="60000"/>
                  </a:lnTo>
                  <a:lnTo>
                    <a:pt x="1494210" y="60000"/>
                  </a:lnTo>
                  <a:lnTo>
                    <a:pt x="1494919" y="60000"/>
                  </a:lnTo>
                  <a:lnTo>
                    <a:pt x="1495628" y="60000"/>
                  </a:lnTo>
                  <a:lnTo>
                    <a:pt x="1495628" y="59752"/>
                  </a:lnTo>
                  <a:lnTo>
                    <a:pt x="1496337" y="59752"/>
                  </a:lnTo>
                  <a:lnTo>
                    <a:pt x="1497046" y="59752"/>
                  </a:lnTo>
                  <a:lnTo>
                    <a:pt x="1497755" y="59752"/>
                  </a:lnTo>
                  <a:lnTo>
                    <a:pt x="1497755" y="59504"/>
                  </a:lnTo>
                  <a:lnTo>
                    <a:pt x="1498463" y="59504"/>
                  </a:lnTo>
                  <a:lnTo>
                    <a:pt x="1499172" y="59504"/>
                  </a:lnTo>
                  <a:lnTo>
                    <a:pt x="1499881" y="59504"/>
                  </a:lnTo>
                  <a:lnTo>
                    <a:pt x="1500590" y="59504"/>
                  </a:lnTo>
                  <a:lnTo>
                    <a:pt x="1501299" y="59504"/>
                  </a:lnTo>
                  <a:lnTo>
                    <a:pt x="1502008" y="59504"/>
                  </a:lnTo>
                  <a:lnTo>
                    <a:pt x="1502716" y="59504"/>
                  </a:lnTo>
                  <a:lnTo>
                    <a:pt x="1503425" y="59504"/>
                  </a:lnTo>
                  <a:lnTo>
                    <a:pt x="1504134" y="59504"/>
                  </a:lnTo>
                  <a:lnTo>
                    <a:pt x="1504134" y="59256"/>
                  </a:lnTo>
                  <a:lnTo>
                    <a:pt x="1504843" y="59256"/>
                  </a:lnTo>
                  <a:lnTo>
                    <a:pt x="1505552" y="59256"/>
                  </a:lnTo>
                  <a:lnTo>
                    <a:pt x="1506261" y="59256"/>
                  </a:lnTo>
                  <a:lnTo>
                    <a:pt x="1506969" y="59256"/>
                  </a:lnTo>
                  <a:lnTo>
                    <a:pt x="1507678" y="59256"/>
                  </a:lnTo>
                  <a:lnTo>
                    <a:pt x="1508387" y="59256"/>
                  </a:lnTo>
                  <a:lnTo>
                    <a:pt x="1509096" y="59256"/>
                  </a:lnTo>
                  <a:lnTo>
                    <a:pt x="1509805" y="59256"/>
                  </a:lnTo>
                  <a:lnTo>
                    <a:pt x="1509805" y="59008"/>
                  </a:lnTo>
                  <a:lnTo>
                    <a:pt x="1510513" y="59008"/>
                  </a:lnTo>
                  <a:lnTo>
                    <a:pt x="1511222" y="59008"/>
                  </a:lnTo>
                  <a:lnTo>
                    <a:pt x="1511931" y="59008"/>
                  </a:lnTo>
                  <a:lnTo>
                    <a:pt x="1512640" y="59008"/>
                  </a:lnTo>
                  <a:lnTo>
                    <a:pt x="1513349" y="59008"/>
                  </a:lnTo>
                  <a:lnTo>
                    <a:pt x="1514058" y="59008"/>
                  </a:lnTo>
                  <a:lnTo>
                    <a:pt x="1514766" y="59008"/>
                  </a:lnTo>
                  <a:lnTo>
                    <a:pt x="1515475" y="59008"/>
                  </a:lnTo>
                  <a:lnTo>
                    <a:pt x="1516184" y="59008"/>
                  </a:lnTo>
                  <a:lnTo>
                    <a:pt x="1516893" y="59008"/>
                  </a:lnTo>
                  <a:lnTo>
                    <a:pt x="1517602" y="59008"/>
                  </a:lnTo>
                  <a:lnTo>
                    <a:pt x="1518311" y="59008"/>
                  </a:lnTo>
                  <a:lnTo>
                    <a:pt x="1519019" y="59008"/>
                  </a:lnTo>
                  <a:lnTo>
                    <a:pt x="1519728" y="59008"/>
                  </a:lnTo>
                  <a:lnTo>
                    <a:pt x="1520437" y="59008"/>
                  </a:lnTo>
                  <a:lnTo>
                    <a:pt x="1521146" y="59008"/>
                  </a:lnTo>
                  <a:lnTo>
                    <a:pt x="1521855" y="59008"/>
                  </a:lnTo>
                  <a:lnTo>
                    <a:pt x="1522564" y="59008"/>
                  </a:lnTo>
                  <a:lnTo>
                    <a:pt x="1523272" y="59008"/>
                  </a:lnTo>
                  <a:lnTo>
                    <a:pt x="1523981" y="59008"/>
                  </a:lnTo>
                  <a:lnTo>
                    <a:pt x="1524690" y="59008"/>
                  </a:lnTo>
                  <a:lnTo>
                    <a:pt x="1525399" y="59008"/>
                  </a:lnTo>
                  <a:lnTo>
                    <a:pt x="1526108" y="59008"/>
                  </a:lnTo>
                  <a:lnTo>
                    <a:pt x="1526817" y="59008"/>
                  </a:lnTo>
                  <a:lnTo>
                    <a:pt x="1527525" y="59008"/>
                  </a:lnTo>
                  <a:lnTo>
                    <a:pt x="1528234" y="59008"/>
                  </a:lnTo>
                  <a:lnTo>
                    <a:pt x="1528943" y="59008"/>
                  </a:lnTo>
                  <a:lnTo>
                    <a:pt x="1529652" y="59008"/>
                  </a:lnTo>
                  <a:lnTo>
                    <a:pt x="1529652" y="58760"/>
                  </a:lnTo>
                  <a:lnTo>
                    <a:pt x="1530361" y="58760"/>
                  </a:lnTo>
                  <a:lnTo>
                    <a:pt x="1530361" y="58513"/>
                  </a:lnTo>
                  <a:lnTo>
                    <a:pt x="1531070" y="58513"/>
                  </a:lnTo>
                  <a:lnTo>
                    <a:pt x="1531778" y="58513"/>
                  </a:lnTo>
                  <a:lnTo>
                    <a:pt x="1532487" y="58513"/>
                  </a:lnTo>
                  <a:lnTo>
                    <a:pt x="1533196" y="58513"/>
                  </a:lnTo>
                  <a:lnTo>
                    <a:pt x="1533905" y="58513"/>
                  </a:lnTo>
                  <a:lnTo>
                    <a:pt x="1534614" y="58513"/>
                  </a:lnTo>
                  <a:lnTo>
                    <a:pt x="1535322" y="58513"/>
                  </a:lnTo>
                  <a:lnTo>
                    <a:pt x="1536031" y="58513"/>
                  </a:lnTo>
                  <a:lnTo>
                    <a:pt x="1536740" y="58513"/>
                  </a:lnTo>
                  <a:lnTo>
                    <a:pt x="1537449" y="58513"/>
                  </a:lnTo>
                  <a:lnTo>
                    <a:pt x="1538158" y="58513"/>
                  </a:lnTo>
                  <a:lnTo>
                    <a:pt x="1538867" y="58513"/>
                  </a:lnTo>
                  <a:lnTo>
                    <a:pt x="1539575" y="58513"/>
                  </a:lnTo>
                  <a:lnTo>
                    <a:pt x="1540284" y="58513"/>
                  </a:lnTo>
                  <a:lnTo>
                    <a:pt x="1540993" y="58513"/>
                  </a:lnTo>
                  <a:lnTo>
                    <a:pt x="1541702" y="58513"/>
                  </a:lnTo>
                  <a:lnTo>
                    <a:pt x="1542411" y="58513"/>
                  </a:lnTo>
                  <a:lnTo>
                    <a:pt x="1543120" y="58513"/>
                  </a:lnTo>
                  <a:lnTo>
                    <a:pt x="1543828" y="58513"/>
                  </a:lnTo>
                  <a:lnTo>
                    <a:pt x="1544537" y="58513"/>
                  </a:lnTo>
                  <a:lnTo>
                    <a:pt x="1545246" y="58513"/>
                  </a:lnTo>
                  <a:lnTo>
                    <a:pt x="1545246" y="58265"/>
                  </a:lnTo>
                  <a:lnTo>
                    <a:pt x="1545955" y="58265"/>
                  </a:lnTo>
                  <a:lnTo>
                    <a:pt x="1546664" y="58265"/>
                  </a:lnTo>
                  <a:lnTo>
                    <a:pt x="1547373" y="58265"/>
                  </a:lnTo>
                  <a:lnTo>
                    <a:pt x="1548081" y="58265"/>
                  </a:lnTo>
                  <a:lnTo>
                    <a:pt x="1548790" y="58265"/>
                  </a:lnTo>
                  <a:lnTo>
                    <a:pt x="1549499" y="58265"/>
                  </a:lnTo>
                  <a:lnTo>
                    <a:pt x="1550208" y="58265"/>
                  </a:lnTo>
                  <a:lnTo>
                    <a:pt x="1550917" y="58265"/>
                  </a:lnTo>
                  <a:lnTo>
                    <a:pt x="1551626" y="58265"/>
                  </a:lnTo>
                  <a:lnTo>
                    <a:pt x="1552334" y="58265"/>
                  </a:lnTo>
                  <a:lnTo>
                    <a:pt x="1553043" y="58265"/>
                  </a:lnTo>
                  <a:lnTo>
                    <a:pt x="1553752" y="58265"/>
                  </a:lnTo>
                  <a:lnTo>
                    <a:pt x="1554461" y="58265"/>
                  </a:lnTo>
                  <a:lnTo>
                    <a:pt x="1555170" y="58265"/>
                  </a:lnTo>
                  <a:lnTo>
                    <a:pt x="1555879" y="58265"/>
                  </a:lnTo>
                  <a:lnTo>
                    <a:pt x="1556587" y="58265"/>
                  </a:lnTo>
                  <a:lnTo>
                    <a:pt x="1557296" y="58265"/>
                  </a:lnTo>
                  <a:lnTo>
                    <a:pt x="1558005" y="58265"/>
                  </a:lnTo>
                  <a:lnTo>
                    <a:pt x="1558005" y="58017"/>
                  </a:lnTo>
                  <a:lnTo>
                    <a:pt x="1558714" y="58017"/>
                  </a:lnTo>
                  <a:lnTo>
                    <a:pt x="1558714" y="57769"/>
                  </a:lnTo>
                  <a:lnTo>
                    <a:pt x="1559423" y="57769"/>
                  </a:lnTo>
                  <a:lnTo>
                    <a:pt x="1560131" y="57769"/>
                  </a:lnTo>
                  <a:lnTo>
                    <a:pt x="1560840" y="57769"/>
                  </a:lnTo>
                  <a:lnTo>
                    <a:pt x="1561549" y="57769"/>
                  </a:lnTo>
                  <a:lnTo>
                    <a:pt x="1562258" y="57769"/>
                  </a:lnTo>
                  <a:lnTo>
                    <a:pt x="1562967" y="57769"/>
                  </a:lnTo>
                  <a:lnTo>
                    <a:pt x="1563676" y="57769"/>
                  </a:lnTo>
                  <a:lnTo>
                    <a:pt x="1564384" y="57769"/>
                  </a:lnTo>
                  <a:lnTo>
                    <a:pt x="1565093" y="57769"/>
                  </a:lnTo>
                  <a:lnTo>
                    <a:pt x="1565802" y="57769"/>
                  </a:lnTo>
                  <a:lnTo>
                    <a:pt x="1566511" y="57769"/>
                  </a:lnTo>
                  <a:lnTo>
                    <a:pt x="1567220" y="57769"/>
                  </a:lnTo>
                  <a:lnTo>
                    <a:pt x="1567929" y="57769"/>
                  </a:lnTo>
                  <a:lnTo>
                    <a:pt x="1568637" y="57769"/>
                  </a:lnTo>
                  <a:lnTo>
                    <a:pt x="1569346" y="57769"/>
                  </a:lnTo>
                  <a:lnTo>
                    <a:pt x="1570055" y="57769"/>
                  </a:lnTo>
                  <a:lnTo>
                    <a:pt x="1570764" y="57769"/>
                  </a:lnTo>
                  <a:lnTo>
                    <a:pt x="1571473" y="57769"/>
                  </a:lnTo>
                  <a:lnTo>
                    <a:pt x="1572182" y="57769"/>
                  </a:lnTo>
                  <a:lnTo>
                    <a:pt x="1572890" y="57769"/>
                  </a:lnTo>
                  <a:lnTo>
                    <a:pt x="1572890" y="57521"/>
                  </a:lnTo>
                  <a:lnTo>
                    <a:pt x="1573599" y="57521"/>
                  </a:lnTo>
                  <a:lnTo>
                    <a:pt x="1574308" y="57521"/>
                  </a:lnTo>
                  <a:lnTo>
                    <a:pt x="1575017" y="57521"/>
                  </a:lnTo>
                  <a:lnTo>
                    <a:pt x="1575726" y="57521"/>
                  </a:lnTo>
                  <a:lnTo>
                    <a:pt x="1576435" y="57521"/>
                  </a:lnTo>
                  <a:lnTo>
                    <a:pt x="1577143" y="57521"/>
                  </a:lnTo>
                  <a:lnTo>
                    <a:pt x="1577143" y="57273"/>
                  </a:lnTo>
                  <a:lnTo>
                    <a:pt x="1577852" y="57273"/>
                  </a:lnTo>
                  <a:lnTo>
                    <a:pt x="1578561" y="57273"/>
                  </a:lnTo>
                  <a:lnTo>
                    <a:pt x="1579270" y="57273"/>
                  </a:lnTo>
                  <a:lnTo>
                    <a:pt x="1579979" y="57273"/>
                  </a:lnTo>
                  <a:lnTo>
                    <a:pt x="1580688" y="57273"/>
                  </a:lnTo>
                  <a:lnTo>
                    <a:pt x="1581396" y="57273"/>
                  </a:lnTo>
                  <a:lnTo>
                    <a:pt x="1582105" y="57273"/>
                  </a:lnTo>
                  <a:lnTo>
                    <a:pt x="1582105" y="57025"/>
                  </a:lnTo>
                  <a:lnTo>
                    <a:pt x="1582814" y="57025"/>
                  </a:lnTo>
                  <a:lnTo>
                    <a:pt x="1583523" y="57025"/>
                  </a:lnTo>
                  <a:lnTo>
                    <a:pt x="1584232" y="57025"/>
                  </a:lnTo>
                  <a:lnTo>
                    <a:pt x="1584941" y="57025"/>
                  </a:lnTo>
                  <a:lnTo>
                    <a:pt x="1584941" y="56777"/>
                  </a:lnTo>
                  <a:lnTo>
                    <a:pt x="1585649" y="56777"/>
                  </a:lnTo>
                  <a:lnTo>
                    <a:pt x="1585649" y="56529"/>
                  </a:lnTo>
                  <a:lnTo>
                    <a:pt x="1586358" y="56529"/>
                  </a:lnTo>
                  <a:lnTo>
                    <a:pt x="1586358" y="56281"/>
                  </a:lnTo>
                  <a:lnTo>
                    <a:pt x="1587067" y="56281"/>
                  </a:lnTo>
                  <a:lnTo>
                    <a:pt x="1587776" y="56281"/>
                  </a:lnTo>
                  <a:lnTo>
                    <a:pt x="1588485" y="56281"/>
                  </a:lnTo>
                  <a:lnTo>
                    <a:pt x="1589193" y="56281"/>
                  </a:lnTo>
                  <a:lnTo>
                    <a:pt x="1589902" y="56281"/>
                  </a:lnTo>
                  <a:lnTo>
                    <a:pt x="1590611" y="56281"/>
                  </a:lnTo>
                  <a:lnTo>
                    <a:pt x="1591320" y="56281"/>
                  </a:lnTo>
                  <a:lnTo>
                    <a:pt x="1592029" y="56281"/>
                  </a:lnTo>
                  <a:lnTo>
                    <a:pt x="1592738" y="56281"/>
                  </a:lnTo>
                  <a:lnTo>
                    <a:pt x="1593446" y="56281"/>
                  </a:lnTo>
                  <a:lnTo>
                    <a:pt x="1594155" y="56281"/>
                  </a:lnTo>
                  <a:lnTo>
                    <a:pt x="1594864" y="56281"/>
                  </a:lnTo>
                  <a:lnTo>
                    <a:pt x="1594864" y="56033"/>
                  </a:lnTo>
                  <a:lnTo>
                    <a:pt x="1595573" y="56033"/>
                  </a:lnTo>
                  <a:lnTo>
                    <a:pt x="1596282" y="56033"/>
                  </a:lnTo>
                  <a:lnTo>
                    <a:pt x="1596991" y="56033"/>
                  </a:lnTo>
                  <a:lnTo>
                    <a:pt x="1597699" y="56033"/>
                  </a:lnTo>
                  <a:lnTo>
                    <a:pt x="1598408" y="56033"/>
                  </a:lnTo>
                  <a:lnTo>
                    <a:pt x="1599117" y="56033"/>
                  </a:lnTo>
                  <a:lnTo>
                    <a:pt x="1599826" y="56033"/>
                  </a:lnTo>
                  <a:lnTo>
                    <a:pt x="1599826" y="55785"/>
                  </a:lnTo>
                  <a:lnTo>
                    <a:pt x="1600535" y="55785"/>
                  </a:lnTo>
                  <a:lnTo>
                    <a:pt x="1600535" y="55537"/>
                  </a:lnTo>
                  <a:lnTo>
                    <a:pt x="1601244" y="55537"/>
                  </a:lnTo>
                  <a:lnTo>
                    <a:pt x="1601244" y="55289"/>
                  </a:lnTo>
                  <a:lnTo>
                    <a:pt x="1601952" y="55289"/>
                  </a:lnTo>
                  <a:lnTo>
                    <a:pt x="1602661" y="55289"/>
                  </a:lnTo>
                  <a:lnTo>
                    <a:pt x="1603370" y="55289"/>
                  </a:lnTo>
                  <a:lnTo>
                    <a:pt x="1604079" y="55289"/>
                  </a:lnTo>
                  <a:lnTo>
                    <a:pt x="1604788" y="55289"/>
                  </a:lnTo>
                  <a:lnTo>
                    <a:pt x="1605497" y="55289"/>
                  </a:lnTo>
                  <a:lnTo>
                    <a:pt x="1605497" y="55041"/>
                  </a:lnTo>
                  <a:lnTo>
                    <a:pt x="1606205" y="55041"/>
                  </a:lnTo>
                  <a:lnTo>
                    <a:pt x="1606914" y="55041"/>
                  </a:lnTo>
                  <a:lnTo>
                    <a:pt x="1606914" y="54794"/>
                  </a:lnTo>
                  <a:lnTo>
                    <a:pt x="1607623" y="54794"/>
                  </a:lnTo>
                  <a:lnTo>
                    <a:pt x="1607623" y="54546"/>
                  </a:lnTo>
                  <a:lnTo>
                    <a:pt x="1608332" y="54546"/>
                  </a:lnTo>
                  <a:lnTo>
                    <a:pt x="1609041" y="54546"/>
                  </a:lnTo>
                  <a:lnTo>
                    <a:pt x="1609750" y="54546"/>
                  </a:lnTo>
                  <a:lnTo>
                    <a:pt x="1610458" y="54546"/>
                  </a:lnTo>
                  <a:lnTo>
                    <a:pt x="1611167" y="54546"/>
                  </a:lnTo>
                  <a:lnTo>
                    <a:pt x="1611876" y="54546"/>
                  </a:lnTo>
                  <a:lnTo>
                    <a:pt x="1612585" y="54546"/>
                  </a:lnTo>
                  <a:lnTo>
                    <a:pt x="1613294" y="54546"/>
                  </a:lnTo>
                  <a:lnTo>
                    <a:pt x="1614002" y="54546"/>
                  </a:lnTo>
                  <a:lnTo>
                    <a:pt x="1614711" y="54546"/>
                  </a:lnTo>
                  <a:lnTo>
                    <a:pt x="1615420" y="54546"/>
                  </a:lnTo>
                  <a:lnTo>
                    <a:pt x="1616129" y="54546"/>
                  </a:lnTo>
                  <a:lnTo>
                    <a:pt x="1616838" y="54546"/>
                  </a:lnTo>
                  <a:lnTo>
                    <a:pt x="1617547" y="54546"/>
                  </a:lnTo>
                  <a:lnTo>
                    <a:pt x="1618255" y="54546"/>
                  </a:lnTo>
                  <a:lnTo>
                    <a:pt x="1618964" y="54546"/>
                  </a:lnTo>
                  <a:lnTo>
                    <a:pt x="1619673" y="54546"/>
                  </a:lnTo>
                  <a:lnTo>
                    <a:pt x="1620382" y="54546"/>
                  </a:lnTo>
                  <a:lnTo>
                    <a:pt x="1621091" y="54546"/>
                  </a:lnTo>
                  <a:lnTo>
                    <a:pt x="1621800" y="54546"/>
                  </a:lnTo>
                  <a:lnTo>
                    <a:pt x="1622508" y="54546"/>
                  </a:lnTo>
                  <a:lnTo>
                    <a:pt x="1623217" y="54546"/>
                  </a:lnTo>
                  <a:lnTo>
                    <a:pt x="1623926" y="54546"/>
                  </a:lnTo>
                  <a:lnTo>
                    <a:pt x="1624635" y="54546"/>
                  </a:lnTo>
                  <a:lnTo>
                    <a:pt x="1625344" y="54546"/>
                  </a:lnTo>
                  <a:lnTo>
                    <a:pt x="1626053" y="54546"/>
                  </a:lnTo>
                  <a:lnTo>
                    <a:pt x="1626761" y="54546"/>
                  </a:lnTo>
                  <a:lnTo>
                    <a:pt x="1627470" y="54546"/>
                  </a:lnTo>
                  <a:lnTo>
                    <a:pt x="1628179" y="54546"/>
                  </a:lnTo>
                  <a:lnTo>
                    <a:pt x="1628888" y="54546"/>
                  </a:lnTo>
                  <a:lnTo>
                    <a:pt x="1629597" y="54546"/>
                  </a:lnTo>
                  <a:lnTo>
                    <a:pt x="1630306" y="54546"/>
                  </a:lnTo>
                  <a:lnTo>
                    <a:pt x="1631014" y="54546"/>
                  </a:lnTo>
                  <a:lnTo>
                    <a:pt x="1631723" y="54546"/>
                  </a:lnTo>
                  <a:lnTo>
                    <a:pt x="1632432" y="54546"/>
                  </a:lnTo>
                  <a:lnTo>
                    <a:pt x="1633141" y="54546"/>
                  </a:lnTo>
                  <a:lnTo>
                    <a:pt x="1633850" y="54546"/>
                  </a:lnTo>
                  <a:lnTo>
                    <a:pt x="1634559" y="54546"/>
                  </a:lnTo>
                  <a:lnTo>
                    <a:pt x="1635267" y="54546"/>
                  </a:lnTo>
                  <a:lnTo>
                    <a:pt x="1635976" y="54546"/>
                  </a:lnTo>
                  <a:lnTo>
                    <a:pt x="1636685" y="54546"/>
                  </a:lnTo>
                  <a:lnTo>
                    <a:pt x="1636685" y="54298"/>
                  </a:lnTo>
                  <a:lnTo>
                    <a:pt x="1636685" y="54050"/>
                  </a:lnTo>
                  <a:lnTo>
                    <a:pt x="1637394" y="54050"/>
                  </a:lnTo>
                  <a:lnTo>
                    <a:pt x="1638103" y="54050"/>
                  </a:lnTo>
                  <a:lnTo>
                    <a:pt x="1638811" y="54050"/>
                  </a:lnTo>
                  <a:lnTo>
                    <a:pt x="1639520" y="54050"/>
                  </a:lnTo>
                  <a:lnTo>
                    <a:pt x="1640229" y="54050"/>
                  </a:lnTo>
                  <a:lnTo>
                    <a:pt x="1640938" y="54050"/>
                  </a:lnTo>
                  <a:lnTo>
                    <a:pt x="1641647" y="54050"/>
                  </a:lnTo>
                  <a:lnTo>
                    <a:pt x="1642356" y="54050"/>
                  </a:lnTo>
                  <a:lnTo>
                    <a:pt x="1643064" y="54050"/>
                  </a:lnTo>
                  <a:lnTo>
                    <a:pt x="1643773" y="54050"/>
                  </a:lnTo>
                  <a:lnTo>
                    <a:pt x="1644482" y="54050"/>
                  </a:lnTo>
                  <a:lnTo>
                    <a:pt x="1645191" y="54050"/>
                  </a:lnTo>
                  <a:lnTo>
                    <a:pt x="1645900" y="54050"/>
                  </a:lnTo>
                  <a:lnTo>
                    <a:pt x="1646609" y="54050"/>
                  </a:lnTo>
                  <a:lnTo>
                    <a:pt x="1647317" y="54050"/>
                  </a:lnTo>
                  <a:lnTo>
                    <a:pt x="1648026" y="54050"/>
                  </a:lnTo>
                  <a:lnTo>
                    <a:pt x="1648735" y="54050"/>
                  </a:lnTo>
                  <a:lnTo>
                    <a:pt x="1649444" y="54050"/>
                  </a:lnTo>
                  <a:lnTo>
                    <a:pt x="1649444" y="53802"/>
                  </a:lnTo>
                  <a:lnTo>
                    <a:pt x="1650153" y="53802"/>
                  </a:lnTo>
                  <a:lnTo>
                    <a:pt x="1650862" y="53802"/>
                  </a:lnTo>
                  <a:lnTo>
                    <a:pt x="1651570" y="53802"/>
                  </a:lnTo>
                  <a:lnTo>
                    <a:pt x="1652279" y="53802"/>
                  </a:lnTo>
                  <a:lnTo>
                    <a:pt x="1652279" y="53554"/>
                  </a:lnTo>
                  <a:lnTo>
                    <a:pt x="1652988" y="53554"/>
                  </a:lnTo>
                  <a:lnTo>
                    <a:pt x="1653697" y="53554"/>
                  </a:lnTo>
                  <a:lnTo>
                    <a:pt x="1654406" y="53554"/>
                  </a:lnTo>
                  <a:lnTo>
                    <a:pt x="1655115" y="53554"/>
                  </a:lnTo>
                  <a:lnTo>
                    <a:pt x="1655823" y="53554"/>
                  </a:lnTo>
                  <a:lnTo>
                    <a:pt x="1656532" y="53554"/>
                  </a:lnTo>
                  <a:lnTo>
                    <a:pt x="1657241" y="53554"/>
                  </a:lnTo>
                  <a:lnTo>
                    <a:pt x="1657950" y="53554"/>
                  </a:lnTo>
                  <a:lnTo>
                    <a:pt x="1658659" y="53554"/>
                  </a:lnTo>
                  <a:lnTo>
                    <a:pt x="1659368" y="53554"/>
                  </a:lnTo>
                  <a:lnTo>
                    <a:pt x="1660076" y="53554"/>
                  </a:lnTo>
                  <a:lnTo>
                    <a:pt x="1660785" y="53554"/>
                  </a:lnTo>
                  <a:lnTo>
                    <a:pt x="1661494" y="53554"/>
                  </a:lnTo>
                  <a:lnTo>
                    <a:pt x="1662203" y="53554"/>
                  </a:lnTo>
                  <a:lnTo>
                    <a:pt x="1662912" y="53554"/>
                  </a:lnTo>
                  <a:lnTo>
                    <a:pt x="1663620" y="53554"/>
                  </a:lnTo>
                  <a:lnTo>
                    <a:pt x="1663620" y="53306"/>
                  </a:lnTo>
                  <a:lnTo>
                    <a:pt x="1664329" y="53306"/>
                  </a:lnTo>
                  <a:lnTo>
                    <a:pt x="1665038" y="53306"/>
                  </a:lnTo>
                  <a:lnTo>
                    <a:pt x="1665747" y="53306"/>
                  </a:lnTo>
                  <a:lnTo>
                    <a:pt x="1666456" y="53306"/>
                  </a:lnTo>
                  <a:lnTo>
                    <a:pt x="1667165" y="53306"/>
                  </a:lnTo>
                  <a:lnTo>
                    <a:pt x="1667873" y="53306"/>
                  </a:lnTo>
                  <a:lnTo>
                    <a:pt x="1668582" y="53306"/>
                  </a:lnTo>
                  <a:lnTo>
                    <a:pt x="1669291" y="53306"/>
                  </a:lnTo>
                  <a:lnTo>
                    <a:pt x="1670000" y="53306"/>
                  </a:lnTo>
                  <a:lnTo>
                    <a:pt x="1670709" y="53306"/>
                  </a:lnTo>
                  <a:lnTo>
                    <a:pt x="1670709" y="53058"/>
                  </a:lnTo>
                  <a:lnTo>
                    <a:pt x="1671418" y="53058"/>
                  </a:lnTo>
                  <a:lnTo>
                    <a:pt x="1672126" y="53058"/>
                  </a:lnTo>
                  <a:lnTo>
                    <a:pt x="1672835" y="53058"/>
                  </a:lnTo>
                  <a:lnTo>
                    <a:pt x="1673544" y="53058"/>
                  </a:lnTo>
                  <a:lnTo>
                    <a:pt x="1673544" y="52810"/>
                  </a:lnTo>
                  <a:lnTo>
                    <a:pt x="1674253" y="52810"/>
                  </a:lnTo>
                  <a:lnTo>
                    <a:pt x="1674962" y="52810"/>
                  </a:lnTo>
                  <a:lnTo>
                    <a:pt x="1675671" y="52810"/>
                  </a:lnTo>
                  <a:lnTo>
                    <a:pt x="1676379" y="52810"/>
                  </a:lnTo>
                  <a:lnTo>
                    <a:pt x="1677088" y="52810"/>
                  </a:lnTo>
                  <a:lnTo>
                    <a:pt x="1677797" y="52810"/>
                  </a:lnTo>
                  <a:lnTo>
                    <a:pt x="1677797" y="52562"/>
                  </a:lnTo>
                  <a:lnTo>
                    <a:pt x="1678506" y="52562"/>
                  </a:lnTo>
                  <a:lnTo>
                    <a:pt x="1679215" y="52562"/>
                  </a:lnTo>
                  <a:lnTo>
                    <a:pt x="1679924" y="52562"/>
                  </a:lnTo>
                  <a:lnTo>
                    <a:pt x="1680632" y="52562"/>
                  </a:lnTo>
                  <a:lnTo>
                    <a:pt x="1681341" y="52562"/>
                  </a:lnTo>
                  <a:lnTo>
                    <a:pt x="1681341" y="52314"/>
                  </a:lnTo>
                  <a:lnTo>
                    <a:pt x="1682050" y="52314"/>
                  </a:lnTo>
                  <a:lnTo>
                    <a:pt x="1682050" y="52066"/>
                  </a:lnTo>
                  <a:lnTo>
                    <a:pt x="1682759" y="52066"/>
                  </a:lnTo>
                  <a:lnTo>
                    <a:pt x="1683468" y="52066"/>
                  </a:lnTo>
                  <a:lnTo>
                    <a:pt x="1684177" y="52066"/>
                  </a:lnTo>
                  <a:lnTo>
                    <a:pt x="1684885" y="52066"/>
                  </a:lnTo>
                  <a:lnTo>
                    <a:pt x="1685594" y="52066"/>
                  </a:lnTo>
                  <a:lnTo>
                    <a:pt x="1685594" y="51818"/>
                  </a:lnTo>
                  <a:lnTo>
                    <a:pt x="1686303" y="51818"/>
                  </a:lnTo>
                  <a:lnTo>
                    <a:pt x="1687012" y="51818"/>
                  </a:lnTo>
                  <a:lnTo>
                    <a:pt x="1687721" y="51818"/>
                  </a:lnTo>
                  <a:lnTo>
                    <a:pt x="1688429" y="51818"/>
                  </a:lnTo>
                  <a:lnTo>
                    <a:pt x="1689138" y="51818"/>
                  </a:lnTo>
                  <a:lnTo>
                    <a:pt x="1689847" y="51818"/>
                  </a:lnTo>
                  <a:lnTo>
                    <a:pt x="1690556" y="51818"/>
                  </a:lnTo>
                  <a:lnTo>
                    <a:pt x="1691265" y="51818"/>
                  </a:lnTo>
                  <a:lnTo>
                    <a:pt x="1691974" y="51818"/>
                  </a:lnTo>
                  <a:lnTo>
                    <a:pt x="1692682" y="51818"/>
                  </a:lnTo>
                  <a:lnTo>
                    <a:pt x="1692682" y="51570"/>
                  </a:lnTo>
                  <a:lnTo>
                    <a:pt x="1693391" y="51570"/>
                  </a:lnTo>
                  <a:lnTo>
                    <a:pt x="1693391" y="51322"/>
                  </a:lnTo>
                  <a:lnTo>
                    <a:pt x="1694100" y="51322"/>
                  </a:lnTo>
                  <a:lnTo>
                    <a:pt x="1694809" y="51322"/>
                  </a:lnTo>
                  <a:lnTo>
                    <a:pt x="1695518" y="51322"/>
                  </a:lnTo>
                  <a:lnTo>
                    <a:pt x="1696227" y="51322"/>
                  </a:lnTo>
                  <a:lnTo>
                    <a:pt x="1696935" y="51322"/>
                  </a:lnTo>
                  <a:lnTo>
                    <a:pt x="1697644" y="51322"/>
                  </a:lnTo>
                  <a:lnTo>
                    <a:pt x="1698353" y="51322"/>
                  </a:lnTo>
                  <a:lnTo>
                    <a:pt x="1699062" y="51322"/>
                  </a:lnTo>
                  <a:lnTo>
                    <a:pt x="1699771" y="51322"/>
                  </a:lnTo>
                  <a:lnTo>
                    <a:pt x="1700480" y="51322"/>
                  </a:lnTo>
                  <a:lnTo>
                    <a:pt x="1701188" y="51322"/>
                  </a:lnTo>
                  <a:lnTo>
                    <a:pt x="1701897" y="51322"/>
                  </a:lnTo>
                  <a:lnTo>
                    <a:pt x="1702606" y="51322"/>
                  </a:lnTo>
                  <a:lnTo>
                    <a:pt x="1703315" y="51322"/>
                  </a:lnTo>
                  <a:lnTo>
                    <a:pt x="1704024" y="51322"/>
                  </a:lnTo>
                  <a:lnTo>
                    <a:pt x="1704733" y="51322"/>
                  </a:lnTo>
                  <a:lnTo>
                    <a:pt x="1705441" y="51322"/>
                  </a:lnTo>
                  <a:lnTo>
                    <a:pt x="1705441" y="51074"/>
                  </a:lnTo>
                  <a:lnTo>
                    <a:pt x="1706150" y="51074"/>
                  </a:lnTo>
                  <a:lnTo>
                    <a:pt x="1706150" y="50827"/>
                  </a:lnTo>
                  <a:lnTo>
                    <a:pt x="1706859" y="50827"/>
                  </a:lnTo>
                  <a:lnTo>
                    <a:pt x="1707568" y="50827"/>
                  </a:lnTo>
                  <a:lnTo>
                    <a:pt x="1707568" y="50579"/>
                  </a:lnTo>
                  <a:lnTo>
                    <a:pt x="1707568" y="50331"/>
                  </a:lnTo>
                  <a:lnTo>
                    <a:pt x="1708277" y="50331"/>
                  </a:lnTo>
                  <a:lnTo>
                    <a:pt x="1708986" y="50331"/>
                  </a:lnTo>
                  <a:lnTo>
                    <a:pt x="1709694" y="50331"/>
                  </a:lnTo>
                  <a:lnTo>
                    <a:pt x="1710403" y="50331"/>
                  </a:lnTo>
                  <a:lnTo>
                    <a:pt x="1711112" y="50331"/>
                  </a:lnTo>
                  <a:lnTo>
                    <a:pt x="1711821" y="50331"/>
                  </a:lnTo>
                  <a:lnTo>
                    <a:pt x="1712530" y="50331"/>
                  </a:lnTo>
                  <a:lnTo>
                    <a:pt x="1713238" y="50331"/>
                  </a:lnTo>
                  <a:lnTo>
                    <a:pt x="1713947" y="50331"/>
                  </a:lnTo>
                  <a:lnTo>
                    <a:pt x="1714656" y="50331"/>
                  </a:lnTo>
                  <a:lnTo>
                    <a:pt x="1715365" y="50331"/>
                  </a:lnTo>
                  <a:lnTo>
                    <a:pt x="1716074" y="50331"/>
                  </a:lnTo>
                  <a:lnTo>
                    <a:pt x="1716783" y="50331"/>
                  </a:lnTo>
                  <a:lnTo>
                    <a:pt x="1717491" y="50331"/>
                  </a:lnTo>
                  <a:lnTo>
                    <a:pt x="1718200" y="50331"/>
                  </a:lnTo>
                  <a:lnTo>
                    <a:pt x="1718909" y="50331"/>
                  </a:lnTo>
                  <a:lnTo>
                    <a:pt x="1719618" y="50331"/>
                  </a:lnTo>
                  <a:lnTo>
                    <a:pt x="1720327" y="50331"/>
                  </a:lnTo>
                  <a:lnTo>
                    <a:pt x="1721036" y="50331"/>
                  </a:lnTo>
                  <a:lnTo>
                    <a:pt x="1721744" y="50331"/>
                  </a:lnTo>
                  <a:lnTo>
                    <a:pt x="1721744" y="50083"/>
                  </a:lnTo>
                  <a:lnTo>
                    <a:pt x="1722453" y="50083"/>
                  </a:lnTo>
                  <a:lnTo>
                    <a:pt x="1723162" y="50083"/>
                  </a:lnTo>
                  <a:lnTo>
                    <a:pt x="1723871" y="50083"/>
                  </a:lnTo>
                  <a:lnTo>
                    <a:pt x="1724580" y="50083"/>
                  </a:lnTo>
                  <a:lnTo>
                    <a:pt x="1725289" y="50083"/>
                  </a:lnTo>
                  <a:lnTo>
                    <a:pt x="1725997" y="50083"/>
                  </a:lnTo>
                  <a:lnTo>
                    <a:pt x="1726706" y="50083"/>
                  </a:lnTo>
                  <a:lnTo>
                    <a:pt x="1727415" y="50083"/>
                  </a:lnTo>
                  <a:lnTo>
                    <a:pt x="1728124" y="50083"/>
                  </a:lnTo>
                  <a:lnTo>
                    <a:pt x="1728833" y="50083"/>
                  </a:lnTo>
                  <a:lnTo>
                    <a:pt x="1729542" y="50083"/>
                  </a:lnTo>
                  <a:lnTo>
                    <a:pt x="1730250" y="50083"/>
                  </a:lnTo>
                  <a:lnTo>
                    <a:pt x="1730959" y="50083"/>
                  </a:lnTo>
                  <a:lnTo>
                    <a:pt x="1731668" y="50083"/>
                  </a:lnTo>
                  <a:lnTo>
                    <a:pt x="1732377" y="50083"/>
                  </a:lnTo>
                  <a:lnTo>
                    <a:pt x="1733086" y="50083"/>
                  </a:lnTo>
                  <a:lnTo>
                    <a:pt x="1733795" y="50083"/>
                  </a:lnTo>
                  <a:lnTo>
                    <a:pt x="1734503" y="50083"/>
                  </a:lnTo>
                  <a:lnTo>
                    <a:pt x="1735212" y="50083"/>
                  </a:lnTo>
                  <a:lnTo>
                    <a:pt x="1735921" y="50083"/>
                  </a:lnTo>
                  <a:lnTo>
                    <a:pt x="1736630" y="50083"/>
                  </a:lnTo>
                  <a:lnTo>
                    <a:pt x="1736630" y="49835"/>
                  </a:lnTo>
                  <a:lnTo>
                    <a:pt x="1737339" y="49835"/>
                  </a:lnTo>
                  <a:lnTo>
                    <a:pt x="1738048" y="49835"/>
                  </a:lnTo>
                  <a:lnTo>
                    <a:pt x="1738756" y="49835"/>
                  </a:lnTo>
                  <a:lnTo>
                    <a:pt x="1739465" y="49835"/>
                  </a:lnTo>
                  <a:lnTo>
                    <a:pt x="1740174" y="49835"/>
                  </a:lnTo>
                  <a:lnTo>
                    <a:pt x="1740883" y="49835"/>
                  </a:lnTo>
                  <a:lnTo>
                    <a:pt x="1741592" y="49835"/>
                  </a:lnTo>
                  <a:lnTo>
                    <a:pt x="1742300" y="49835"/>
                  </a:lnTo>
                  <a:lnTo>
                    <a:pt x="1743009" y="49835"/>
                  </a:lnTo>
                  <a:lnTo>
                    <a:pt x="1743718" y="49835"/>
                  </a:lnTo>
                  <a:lnTo>
                    <a:pt x="1744427" y="49835"/>
                  </a:lnTo>
                  <a:lnTo>
                    <a:pt x="1745136" y="49835"/>
                  </a:lnTo>
                  <a:lnTo>
                    <a:pt x="1745136" y="49587"/>
                  </a:lnTo>
                  <a:lnTo>
                    <a:pt x="1745136" y="49339"/>
                  </a:lnTo>
                  <a:lnTo>
                    <a:pt x="1745845" y="49339"/>
                  </a:lnTo>
                  <a:lnTo>
                    <a:pt x="1746553" y="49339"/>
                  </a:lnTo>
                  <a:lnTo>
                    <a:pt x="1747262" y="49339"/>
                  </a:lnTo>
                  <a:lnTo>
                    <a:pt x="1747971" y="49339"/>
                  </a:lnTo>
                  <a:lnTo>
                    <a:pt x="1748680" y="49339"/>
                  </a:lnTo>
                  <a:lnTo>
                    <a:pt x="1749389" y="49339"/>
                  </a:lnTo>
                  <a:lnTo>
                    <a:pt x="1750098" y="49339"/>
                  </a:lnTo>
                  <a:lnTo>
                    <a:pt x="1750806" y="49339"/>
                  </a:lnTo>
                  <a:lnTo>
                    <a:pt x="1751515" y="49339"/>
                  </a:lnTo>
                  <a:lnTo>
                    <a:pt x="1752224" y="49339"/>
                  </a:lnTo>
                  <a:lnTo>
                    <a:pt x="1752933" y="49339"/>
                  </a:lnTo>
                  <a:lnTo>
                    <a:pt x="1753642" y="49339"/>
                  </a:lnTo>
                  <a:lnTo>
                    <a:pt x="1754351" y="49339"/>
                  </a:lnTo>
                  <a:lnTo>
                    <a:pt x="1755059" y="49339"/>
                  </a:lnTo>
                  <a:lnTo>
                    <a:pt x="1755768" y="49339"/>
                  </a:lnTo>
                  <a:lnTo>
                    <a:pt x="1756477" y="49339"/>
                  </a:lnTo>
                  <a:lnTo>
                    <a:pt x="1757186" y="49339"/>
                  </a:lnTo>
                  <a:lnTo>
                    <a:pt x="1757895" y="49339"/>
                  </a:lnTo>
                  <a:lnTo>
                    <a:pt x="1758604" y="49339"/>
                  </a:lnTo>
                  <a:lnTo>
                    <a:pt x="1759312" y="49339"/>
                  </a:lnTo>
                  <a:lnTo>
                    <a:pt x="1760021" y="49339"/>
                  </a:lnTo>
                  <a:lnTo>
                    <a:pt x="1760730" y="49339"/>
                  </a:lnTo>
                  <a:lnTo>
                    <a:pt x="1761439" y="49339"/>
                  </a:lnTo>
                  <a:lnTo>
                    <a:pt x="1762148" y="49339"/>
                  </a:lnTo>
                  <a:lnTo>
                    <a:pt x="1762857" y="49339"/>
                  </a:lnTo>
                  <a:lnTo>
                    <a:pt x="1763565" y="49339"/>
                  </a:lnTo>
                  <a:lnTo>
                    <a:pt x="1764274" y="49339"/>
                  </a:lnTo>
                  <a:lnTo>
                    <a:pt x="1764983" y="49339"/>
                  </a:lnTo>
                  <a:lnTo>
                    <a:pt x="1765692" y="49339"/>
                  </a:lnTo>
                  <a:lnTo>
                    <a:pt x="1766401" y="49339"/>
                  </a:lnTo>
                  <a:lnTo>
                    <a:pt x="1767109" y="49339"/>
                  </a:lnTo>
                  <a:lnTo>
                    <a:pt x="1767818" y="49339"/>
                  </a:lnTo>
                  <a:lnTo>
                    <a:pt x="1767818" y="49091"/>
                  </a:lnTo>
                  <a:lnTo>
                    <a:pt x="1768527" y="49091"/>
                  </a:lnTo>
                  <a:lnTo>
                    <a:pt x="1769236" y="49091"/>
                  </a:lnTo>
                  <a:lnTo>
                    <a:pt x="1769945" y="49091"/>
                  </a:lnTo>
                  <a:lnTo>
                    <a:pt x="1770654" y="49091"/>
                  </a:lnTo>
                  <a:lnTo>
                    <a:pt x="1770654" y="48843"/>
                  </a:lnTo>
                  <a:lnTo>
                    <a:pt x="1771362" y="48843"/>
                  </a:lnTo>
                  <a:lnTo>
                    <a:pt x="1772071" y="48843"/>
                  </a:lnTo>
                  <a:lnTo>
                    <a:pt x="1772780" y="48843"/>
                  </a:lnTo>
                  <a:lnTo>
                    <a:pt x="1773489" y="48843"/>
                  </a:lnTo>
                  <a:lnTo>
                    <a:pt x="1774198" y="48843"/>
                  </a:lnTo>
                  <a:lnTo>
                    <a:pt x="1774907" y="48843"/>
                  </a:lnTo>
                  <a:lnTo>
                    <a:pt x="1775615" y="48843"/>
                  </a:lnTo>
                  <a:lnTo>
                    <a:pt x="1776324" y="48843"/>
                  </a:lnTo>
                  <a:lnTo>
                    <a:pt x="1777033" y="48843"/>
                  </a:lnTo>
                  <a:lnTo>
                    <a:pt x="1777742" y="48843"/>
                  </a:lnTo>
                  <a:lnTo>
                    <a:pt x="1778451" y="48843"/>
                  </a:lnTo>
                  <a:lnTo>
                    <a:pt x="1779160" y="48843"/>
                  </a:lnTo>
                  <a:lnTo>
                    <a:pt x="1779868" y="48843"/>
                  </a:lnTo>
                  <a:lnTo>
                    <a:pt x="1780577" y="48843"/>
                  </a:lnTo>
                  <a:lnTo>
                    <a:pt x="1781286" y="48843"/>
                  </a:lnTo>
                  <a:lnTo>
                    <a:pt x="1781995" y="48843"/>
                  </a:lnTo>
                  <a:lnTo>
                    <a:pt x="1782704" y="48843"/>
                  </a:lnTo>
                  <a:lnTo>
                    <a:pt x="1782704" y="48595"/>
                  </a:lnTo>
                  <a:lnTo>
                    <a:pt x="1783413" y="48595"/>
                  </a:lnTo>
                  <a:lnTo>
                    <a:pt x="1784121" y="48595"/>
                  </a:lnTo>
                  <a:lnTo>
                    <a:pt x="1784830" y="48595"/>
                  </a:lnTo>
                  <a:lnTo>
                    <a:pt x="1785539" y="48595"/>
                  </a:lnTo>
                  <a:lnTo>
                    <a:pt x="1786248" y="48595"/>
                  </a:lnTo>
                  <a:lnTo>
                    <a:pt x="1786957" y="48595"/>
                  </a:lnTo>
                  <a:lnTo>
                    <a:pt x="1787666" y="48595"/>
                  </a:lnTo>
                  <a:lnTo>
                    <a:pt x="1788374" y="48595"/>
                  </a:lnTo>
                  <a:lnTo>
                    <a:pt x="1789083" y="48595"/>
                  </a:lnTo>
                  <a:lnTo>
                    <a:pt x="1789792" y="48595"/>
                  </a:lnTo>
                  <a:lnTo>
                    <a:pt x="1790501" y="48595"/>
                  </a:lnTo>
                  <a:lnTo>
                    <a:pt x="1790501" y="48347"/>
                  </a:lnTo>
                  <a:lnTo>
                    <a:pt x="1791210" y="48347"/>
                  </a:lnTo>
                  <a:lnTo>
                    <a:pt x="1791918" y="48347"/>
                  </a:lnTo>
                  <a:lnTo>
                    <a:pt x="1792627" y="48347"/>
                  </a:lnTo>
                  <a:lnTo>
                    <a:pt x="1793336" y="48347"/>
                  </a:lnTo>
                  <a:lnTo>
                    <a:pt x="1794045" y="48347"/>
                  </a:lnTo>
                  <a:lnTo>
                    <a:pt x="1794754" y="48347"/>
                  </a:lnTo>
                  <a:lnTo>
                    <a:pt x="1794754" y="48099"/>
                  </a:lnTo>
                  <a:lnTo>
                    <a:pt x="1795463" y="48099"/>
                  </a:lnTo>
                  <a:lnTo>
                    <a:pt x="1796171" y="48099"/>
                  </a:lnTo>
                  <a:lnTo>
                    <a:pt x="1796171" y="47851"/>
                  </a:lnTo>
                  <a:lnTo>
                    <a:pt x="1796880" y="47851"/>
                  </a:lnTo>
                  <a:lnTo>
                    <a:pt x="1796880" y="47603"/>
                  </a:lnTo>
                  <a:lnTo>
                    <a:pt x="1797589" y="47603"/>
                  </a:lnTo>
                  <a:lnTo>
                    <a:pt x="1798298" y="47603"/>
                  </a:lnTo>
                  <a:lnTo>
                    <a:pt x="1799007" y="47603"/>
                  </a:lnTo>
                  <a:lnTo>
                    <a:pt x="1799716" y="47603"/>
                  </a:lnTo>
                  <a:lnTo>
                    <a:pt x="1800424" y="47603"/>
                  </a:lnTo>
                  <a:lnTo>
                    <a:pt x="1801133" y="47603"/>
                  </a:lnTo>
                  <a:lnTo>
                    <a:pt x="1801842" y="47603"/>
                  </a:lnTo>
                  <a:lnTo>
                    <a:pt x="1802551" y="47603"/>
                  </a:lnTo>
                  <a:lnTo>
                    <a:pt x="1803260" y="47603"/>
                  </a:lnTo>
                  <a:lnTo>
                    <a:pt x="1803969" y="47603"/>
                  </a:lnTo>
                  <a:lnTo>
                    <a:pt x="1804677" y="47603"/>
                  </a:lnTo>
                  <a:lnTo>
                    <a:pt x="1805386" y="47603"/>
                  </a:lnTo>
                  <a:lnTo>
                    <a:pt x="1806095" y="47603"/>
                  </a:lnTo>
                  <a:lnTo>
                    <a:pt x="1806804" y="47603"/>
                  </a:lnTo>
                  <a:lnTo>
                    <a:pt x="1807513" y="47603"/>
                  </a:lnTo>
                  <a:lnTo>
                    <a:pt x="1808222" y="47603"/>
                  </a:lnTo>
                  <a:lnTo>
                    <a:pt x="1808930" y="47603"/>
                  </a:lnTo>
                  <a:lnTo>
                    <a:pt x="1809639" y="47603"/>
                  </a:lnTo>
                  <a:lnTo>
                    <a:pt x="1810348" y="47603"/>
                  </a:lnTo>
                  <a:lnTo>
                    <a:pt x="1810348" y="47355"/>
                  </a:lnTo>
                  <a:lnTo>
                    <a:pt x="1811057" y="47355"/>
                  </a:lnTo>
                  <a:lnTo>
                    <a:pt x="1811766" y="47355"/>
                  </a:lnTo>
                  <a:lnTo>
                    <a:pt x="1812475" y="47355"/>
                  </a:lnTo>
                  <a:lnTo>
                    <a:pt x="1813183" y="47355"/>
                  </a:lnTo>
                  <a:lnTo>
                    <a:pt x="1813892" y="47355"/>
                  </a:lnTo>
                  <a:lnTo>
                    <a:pt x="1814601" y="47355"/>
                  </a:lnTo>
                  <a:lnTo>
                    <a:pt x="1815310" y="47355"/>
                  </a:lnTo>
                  <a:lnTo>
                    <a:pt x="1816019" y="47355"/>
                  </a:lnTo>
                  <a:lnTo>
                    <a:pt x="1816727" y="47355"/>
                  </a:lnTo>
                  <a:lnTo>
                    <a:pt x="1816727" y="47107"/>
                  </a:lnTo>
                  <a:lnTo>
                    <a:pt x="1817436" y="47107"/>
                  </a:lnTo>
                  <a:lnTo>
                    <a:pt x="1818145" y="47107"/>
                  </a:lnTo>
                  <a:lnTo>
                    <a:pt x="1818854" y="47107"/>
                  </a:lnTo>
                  <a:lnTo>
                    <a:pt x="1819563" y="47107"/>
                  </a:lnTo>
                  <a:lnTo>
                    <a:pt x="1820272" y="47107"/>
                  </a:lnTo>
                  <a:lnTo>
                    <a:pt x="1820980" y="47107"/>
                  </a:lnTo>
                  <a:lnTo>
                    <a:pt x="1821689" y="47107"/>
                  </a:lnTo>
                  <a:lnTo>
                    <a:pt x="1822398" y="47107"/>
                  </a:lnTo>
                  <a:lnTo>
                    <a:pt x="1823107" y="47107"/>
                  </a:lnTo>
                  <a:lnTo>
                    <a:pt x="1823816" y="47107"/>
                  </a:lnTo>
                  <a:lnTo>
                    <a:pt x="1824525" y="47107"/>
                  </a:lnTo>
                  <a:lnTo>
                    <a:pt x="1825233" y="47107"/>
                  </a:lnTo>
                  <a:lnTo>
                    <a:pt x="1825942" y="47107"/>
                  </a:lnTo>
                  <a:lnTo>
                    <a:pt x="1826651" y="47107"/>
                  </a:lnTo>
                  <a:lnTo>
                    <a:pt x="1827360" y="47107"/>
                  </a:lnTo>
                  <a:lnTo>
                    <a:pt x="1828069" y="47107"/>
                  </a:lnTo>
                  <a:lnTo>
                    <a:pt x="1828778" y="47107"/>
                  </a:lnTo>
                  <a:lnTo>
                    <a:pt x="1829486" y="47107"/>
                  </a:lnTo>
                  <a:lnTo>
                    <a:pt x="1830195" y="47107"/>
                  </a:lnTo>
                  <a:lnTo>
                    <a:pt x="1830904" y="47107"/>
                  </a:lnTo>
                  <a:lnTo>
                    <a:pt x="1831613" y="47107"/>
                  </a:lnTo>
                  <a:lnTo>
                    <a:pt x="1832322" y="47107"/>
                  </a:lnTo>
                  <a:lnTo>
                    <a:pt x="1833031" y="47107"/>
                  </a:lnTo>
                  <a:lnTo>
                    <a:pt x="1833739" y="47107"/>
                  </a:lnTo>
                  <a:lnTo>
                    <a:pt x="1834448" y="47107"/>
                  </a:lnTo>
                  <a:lnTo>
                    <a:pt x="1835157" y="47107"/>
                  </a:lnTo>
                  <a:lnTo>
                    <a:pt x="1835866" y="47107"/>
                  </a:lnTo>
                  <a:lnTo>
                    <a:pt x="1836575" y="47107"/>
                  </a:lnTo>
                  <a:lnTo>
                    <a:pt x="1837284" y="47107"/>
                  </a:lnTo>
                  <a:lnTo>
                    <a:pt x="1837992" y="47107"/>
                  </a:lnTo>
                  <a:lnTo>
                    <a:pt x="1838701" y="47107"/>
                  </a:lnTo>
                  <a:lnTo>
                    <a:pt x="1839410" y="47107"/>
                  </a:lnTo>
                  <a:lnTo>
                    <a:pt x="1840119" y="47107"/>
                  </a:lnTo>
                  <a:lnTo>
                    <a:pt x="1840828" y="47107"/>
                  </a:lnTo>
                  <a:lnTo>
                    <a:pt x="1841536" y="47107"/>
                  </a:lnTo>
                  <a:lnTo>
                    <a:pt x="1842245" y="47107"/>
                  </a:lnTo>
                  <a:lnTo>
                    <a:pt x="1842954" y="47107"/>
                  </a:lnTo>
                  <a:lnTo>
                    <a:pt x="1843663" y="47107"/>
                  </a:lnTo>
                  <a:lnTo>
                    <a:pt x="1844372" y="47107"/>
                  </a:lnTo>
                  <a:lnTo>
                    <a:pt x="1845081" y="47107"/>
                  </a:lnTo>
                  <a:lnTo>
                    <a:pt x="1845789" y="47107"/>
                  </a:lnTo>
                  <a:lnTo>
                    <a:pt x="1846498" y="47107"/>
                  </a:lnTo>
                  <a:lnTo>
                    <a:pt x="1847207" y="47107"/>
                  </a:lnTo>
                  <a:lnTo>
                    <a:pt x="1847916" y="47107"/>
                  </a:lnTo>
                  <a:lnTo>
                    <a:pt x="1848625" y="47107"/>
                  </a:lnTo>
                  <a:lnTo>
                    <a:pt x="1849334" y="47107"/>
                  </a:lnTo>
                  <a:lnTo>
                    <a:pt x="1850042" y="47107"/>
                  </a:lnTo>
                  <a:lnTo>
                    <a:pt x="1850751" y="47107"/>
                  </a:lnTo>
                  <a:lnTo>
                    <a:pt x="1851460" y="47107"/>
                  </a:lnTo>
                  <a:lnTo>
                    <a:pt x="1852169" y="47107"/>
                  </a:lnTo>
                  <a:lnTo>
                    <a:pt x="1852878" y="47107"/>
                  </a:lnTo>
                  <a:lnTo>
                    <a:pt x="1853587" y="47107"/>
                  </a:lnTo>
                  <a:lnTo>
                    <a:pt x="1854295" y="47107"/>
                  </a:lnTo>
                  <a:lnTo>
                    <a:pt x="1854295" y="46860"/>
                  </a:lnTo>
                  <a:lnTo>
                    <a:pt x="1855004" y="46860"/>
                  </a:lnTo>
                  <a:lnTo>
                    <a:pt x="1855713" y="46860"/>
                  </a:lnTo>
                  <a:lnTo>
                    <a:pt x="1856422" y="46860"/>
                  </a:lnTo>
                  <a:lnTo>
                    <a:pt x="1857131" y="46860"/>
                  </a:lnTo>
                  <a:lnTo>
                    <a:pt x="1857840" y="46860"/>
                  </a:lnTo>
                  <a:lnTo>
                    <a:pt x="1858548" y="46860"/>
                  </a:lnTo>
                  <a:lnTo>
                    <a:pt x="1859257" y="46860"/>
                  </a:lnTo>
                  <a:lnTo>
                    <a:pt x="1859966" y="46860"/>
                  </a:lnTo>
                  <a:lnTo>
                    <a:pt x="1860675" y="46860"/>
                  </a:lnTo>
                  <a:lnTo>
                    <a:pt x="1861384" y="46860"/>
                  </a:lnTo>
                  <a:lnTo>
                    <a:pt x="1862093" y="46860"/>
                  </a:lnTo>
                  <a:lnTo>
                    <a:pt x="1862801" y="46860"/>
                  </a:lnTo>
                  <a:lnTo>
                    <a:pt x="1863510" y="46860"/>
                  </a:lnTo>
                  <a:lnTo>
                    <a:pt x="1864219" y="46860"/>
                  </a:lnTo>
                  <a:lnTo>
                    <a:pt x="1864928" y="46860"/>
                  </a:lnTo>
                  <a:lnTo>
                    <a:pt x="1864928" y="46612"/>
                  </a:lnTo>
                  <a:lnTo>
                    <a:pt x="1865637" y="46612"/>
                  </a:lnTo>
                  <a:lnTo>
                    <a:pt x="1865637" y="46364"/>
                  </a:lnTo>
                  <a:lnTo>
                    <a:pt x="1866345" y="46364"/>
                  </a:lnTo>
                  <a:lnTo>
                    <a:pt x="1867054" y="46364"/>
                  </a:lnTo>
                  <a:lnTo>
                    <a:pt x="1867054" y="46116"/>
                  </a:lnTo>
                  <a:lnTo>
                    <a:pt x="1867763" y="46116"/>
                  </a:lnTo>
                  <a:lnTo>
                    <a:pt x="1868472" y="46116"/>
                  </a:lnTo>
                  <a:lnTo>
                    <a:pt x="1869181" y="46116"/>
                  </a:lnTo>
                  <a:lnTo>
                    <a:pt x="1869890" y="46116"/>
                  </a:lnTo>
                  <a:lnTo>
                    <a:pt x="1869890" y="45868"/>
                  </a:lnTo>
                  <a:lnTo>
                    <a:pt x="1870598" y="45868"/>
                  </a:lnTo>
                  <a:lnTo>
                    <a:pt x="1870598" y="45620"/>
                  </a:lnTo>
                  <a:lnTo>
                    <a:pt x="1871307" y="45620"/>
                  </a:lnTo>
                  <a:lnTo>
                    <a:pt x="1872016" y="45620"/>
                  </a:lnTo>
                  <a:lnTo>
                    <a:pt x="1872725" y="45620"/>
                  </a:lnTo>
                  <a:lnTo>
                    <a:pt x="1873434" y="45620"/>
                  </a:lnTo>
                  <a:lnTo>
                    <a:pt x="1874143" y="45620"/>
                  </a:lnTo>
                  <a:lnTo>
                    <a:pt x="1874851" y="45620"/>
                  </a:lnTo>
                  <a:lnTo>
                    <a:pt x="1875560" y="45620"/>
                  </a:lnTo>
                  <a:lnTo>
                    <a:pt x="1876269" y="45620"/>
                  </a:lnTo>
                  <a:lnTo>
                    <a:pt x="1876978" y="45620"/>
                  </a:lnTo>
                  <a:lnTo>
                    <a:pt x="1877687" y="45620"/>
                  </a:lnTo>
                  <a:lnTo>
                    <a:pt x="1878396" y="45620"/>
                  </a:lnTo>
                  <a:lnTo>
                    <a:pt x="1879104" y="45620"/>
                  </a:lnTo>
                  <a:lnTo>
                    <a:pt x="1879104" y="45372"/>
                  </a:lnTo>
                  <a:lnTo>
                    <a:pt x="1879813" y="45372"/>
                  </a:lnTo>
                  <a:lnTo>
                    <a:pt x="1880522" y="45372"/>
                  </a:lnTo>
                  <a:lnTo>
                    <a:pt x="1881231" y="45372"/>
                  </a:lnTo>
                  <a:lnTo>
                    <a:pt x="1881940" y="45372"/>
                  </a:lnTo>
                  <a:lnTo>
                    <a:pt x="1882649" y="45372"/>
                  </a:lnTo>
                  <a:lnTo>
                    <a:pt x="1882649" y="45124"/>
                  </a:lnTo>
                  <a:lnTo>
                    <a:pt x="1882649" y="44876"/>
                  </a:lnTo>
                  <a:lnTo>
                    <a:pt x="1883357" y="44876"/>
                  </a:lnTo>
                  <a:lnTo>
                    <a:pt x="1884066" y="44876"/>
                  </a:lnTo>
                  <a:lnTo>
                    <a:pt x="1884775" y="44876"/>
                  </a:lnTo>
                  <a:lnTo>
                    <a:pt x="1885484" y="44876"/>
                  </a:lnTo>
                  <a:lnTo>
                    <a:pt x="1886193" y="44876"/>
                  </a:lnTo>
                  <a:lnTo>
                    <a:pt x="1886902" y="44876"/>
                  </a:lnTo>
                  <a:lnTo>
                    <a:pt x="1887610" y="44876"/>
                  </a:lnTo>
                  <a:lnTo>
                    <a:pt x="1888319" y="44876"/>
                  </a:lnTo>
                  <a:lnTo>
                    <a:pt x="1889028" y="44876"/>
                  </a:lnTo>
                  <a:lnTo>
                    <a:pt x="1889737" y="44876"/>
                  </a:lnTo>
                  <a:lnTo>
                    <a:pt x="1890446" y="44876"/>
                  </a:lnTo>
                  <a:lnTo>
                    <a:pt x="1891155" y="44876"/>
                  </a:lnTo>
                  <a:lnTo>
                    <a:pt x="1891863" y="44876"/>
                  </a:lnTo>
                  <a:lnTo>
                    <a:pt x="1892572" y="44876"/>
                  </a:lnTo>
                  <a:lnTo>
                    <a:pt x="1893281" y="44876"/>
                  </a:lnTo>
                  <a:lnTo>
                    <a:pt x="1893990" y="44876"/>
                  </a:lnTo>
                  <a:lnTo>
                    <a:pt x="1894699" y="44876"/>
                  </a:lnTo>
                  <a:lnTo>
                    <a:pt x="1895407" y="44876"/>
                  </a:lnTo>
                  <a:lnTo>
                    <a:pt x="1896116" y="44876"/>
                  </a:lnTo>
                  <a:lnTo>
                    <a:pt x="1896825" y="44876"/>
                  </a:lnTo>
                  <a:lnTo>
                    <a:pt x="1897534" y="44876"/>
                  </a:lnTo>
                  <a:lnTo>
                    <a:pt x="1898243" y="44876"/>
                  </a:lnTo>
                  <a:lnTo>
                    <a:pt x="1898952" y="44876"/>
                  </a:lnTo>
                  <a:lnTo>
                    <a:pt x="1899660" y="44876"/>
                  </a:lnTo>
                  <a:lnTo>
                    <a:pt x="1900369" y="44876"/>
                  </a:lnTo>
                  <a:lnTo>
                    <a:pt x="1901078" y="44876"/>
                  </a:lnTo>
                  <a:lnTo>
                    <a:pt x="1901787" y="44876"/>
                  </a:lnTo>
                  <a:lnTo>
                    <a:pt x="1902496" y="44876"/>
                  </a:lnTo>
                  <a:lnTo>
                    <a:pt x="1902496" y="44628"/>
                  </a:lnTo>
                  <a:lnTo>
                    <a:pt x="1903205" y="44628"/>
                  </a:lnTo>
                  <a:lnTo>
                    <a:pt x="1903205" y="44380"/>
                  </a:lnTo>
                  <a:lnTo>
                    <a:pt x="1903913" y="44380"/>
                  </a:lnTo>
                  <a:lnTo>
                    <a:pt x="1904622" y="44380"/>
                  </a:lnTo>
                  <a:lnTo>
                    <a:pt x="1905331" y="44380"/>
                  </a:lnTo>
                  <a:lnTo>
                    <a:pt x="1906040" y="44380"/>
                  </a:lnTo>
                  <a:lnTo>
                    <a:pt x="1906040" y="44132"/>
                  </a:lnTo>
                  <a:lnTo>
                    <a:pt x="1906749" y="44132"/>
                  </a:lnTo>
                  <a:lnTo>
                    <a:pt x="1907458" y="44132"/>
                  </a:lnTo>
                  <a:lnTo>
                    <a:pt x="1908166" y="44132"/>
                  </a:lnTo>
                  <a:lnTo>
                    <a:pt x="1908875" y="44132"/>
                  </a:lnTo>
                  <a:lnTo>
                    <a:pt x="1909584" y="44132"/>
                  </a:lnTo>
                  <a:lnTo>
                    <a:pt x="1910293" y="44132"/>
                  </a:lnTo>
                  <a:lnTo>
                    <a:pt x="1911002" y="44132"/>
                  </a:lnTo>
                  <a:lnTo>
                    <a:pt x="1911711" y="44132"/>
                  </a:lnTo>
                  <a:lnTo>
                    <a:pt x="1912419" y="44132"/>
                  </a:lnTo>
                  <a:lnTo>
                    <a:pt x="1913128" y="44132"/>
                  </a:lnTo>
                  <a:lnTo>
                    <a:pt x="1913837" y="44132"/>
                  </a:lnTo>
                  <a:lnTo>
                    <a:pt x="1914546" y="44132"/>
                  </a:lnTo>
                  <a:lnTo>
                    <a:pt x="1915255" y="44132"/>
                  </a:lnTo>
                  <a:lnTo>
                    <a:pt x="1915964" y="44132"/>
                  </a:lnTo>
                  <a:lnTo>
                    <a:pt x="1916672" y="44132"/>
                  </a:lnTo>
                  <a:lnTo>
                    <a:pt x="1917381" y="44132"/>
                  </a:lnTo>
                  <a:lnTo>
                    <a:pt x="1918090" y="44132"/>
                  </a:lnTo>
                  <a:lnTo>
                    <a:pt x="1918799" y="44132"/>
                  </a:lnTo>
                  <a:lnTo>
                    <a:pt x="1919508" y="44132"/>
                  </a:lnTo>
                  <a:lnTo>
                    <a:pt x="1920216" y="44132"/>
                  </a:lnTo>
                  <a:lnTo>
                    <a:pt x="1920925" y="44132"/>
                  </a:lnTo>
                  <a:lnTo>
                    <a:pt x="1921634" y="44132"/>
                  </a:lnTo>
                  <a:lnTo>
                    <a:pt x="1922343" y="44132"/>
                  </a:lnTo>
                  <a:lnTo>
                    <a:pt x="1923052" y="44132"/>
                  </a:lnTo>
                  <a:lnTo>
                    <a:pt x="1923761" y="44132"/>
                  </a:lnTo>
                  <a:lnTo>
                    <a:pt x="1924469" y="44132"/>
                  </a:lnTo>
                  <a:lnTo>
                    <a:pt x="1925178" y="44132"/>
                  </a:lnTo>
                  <a:lnTo>
                    <a:pt x="1925887" y="44132"/>
                  </a:lnTo>
                  <a:lnTo>
                    <a:pt x="1926596" y="44132"/>
                  </a:lnTo>
                  <a:lnTo>
                    <a:pt x="1927305" y="44132"/>
                  </a:lnTo>
                  <a:lnTo>
                    <a:pt x="1928014" y="44132"/>
                  </a:lnTo>
                  <a:lnTo>
                    <a:pt x="1928722" y="44132"/>
                  </a:lnTo>
                  <a:lnTo>
                    <a:pt x="1929431" y="44132"/>
                  </a:lnTo>
                  <a:lnTo>
                    <a:pt x="1930140" y="44132"/>
                  </a:lnTo>
                  <a:lnTo>
                    <a:pt x="1930849" y="44132"/>
                  </a:lnTo>
                  <a:lnTo>
                    <a:pt x="1931558" y="44132"/>
                  </a:lnTo>
                  <a:lnTo>
                    <a:pt x="1932267" y="44132"/>
                  </a:lnTo>
                  <a:lnTo>
                    <a:pt x="1932975" y="44132"/>
                  </a:lnTo>
                  <a:lnTo>
                    <a:pt x="1933684" y="44132"/>
                  </a:lnTo>
                  <a:lnTo>
                    <a:pt x="1934393" y="44132"/>
                  </a:lnTo>
                  <a:lnTo>
                    <a:pt x="1935102" y="44132"/>
                  </a:lnTo>
                  <a:lnTo>
                    <a:pt x="1935811" y="44132"/>
                  </a:lnTo>
                  <a:lnTo>
                    <a:pt x="1936520" y="44132"/>
                  </a:lnTo>
                  <a:lnTo>
                    <a:pt x="1937228" y="44132"/>
                  </a:lnTo>
                  <a:lnTo>
                    <a:pt x="1937937" y="44132"/>
                  </a:lnTo>
                  <a:lnTo>
                    <a:pt x="1938646" y="44132"/>
                  </a:lnTo>
                  <a:lnTo>
                    <a:pt x="1939355" y="44132"/>
                  </a:lnTo>
                  <a:lnTo>
                    <a:pt x="1940064" y="44132"/>
                  </a:lnTo>
                  <a:lnTo>
                    <a:pt x="1940773" y="44132"/>
                  </a:lnTo>
                  <a:lnTo>
                    <a:pt x="1941481" y="44132"/>
                  </a:lnTo>
                  <a:lnTo>
                    <a:pt x="1942190" y="44132"/>
                  </a:lnTo>
                  <a:lnTo>
                    <a:pt x="1942899" y="44132"/>
                  </a:lnTo>
                  <a:lnTo>
                    <a:pt x="1943608" y="44132"/>
                  </a:lnTo>
                  <a:lnTo>
                    <a:pt x="1944317" y="44132"/>
                  </a:lnTo>
                  <a:lnTo>
                    <a:pt x="1945025" y="44132"/>
                  </a:lnTo>
                  <a:lnTo>
                    <a:pt x="1945734" y="44132"/>
                  </a:lnTo>
                  <a:lnTo>
                    <a:pt x="1946443" y="44132"/>
                  </a:lnTo>
                  <a:lnTo>
                    <a:pt x="1947152" y="44132"/>
                  </a:lnTo>
                  <a:lnTo>
                    <a:pt x="1947861" y="44132"/>
                  </a:lnTo>
                  <a:lnTo>
                    <a:pt x="1948570" y="44132"/>
                  </a:lnTo>
                  <a:lnTo>
                    <a:pt x="1949278" y="44132"/>
                  </a:lnTo>
                  <a:lnTo>
                    <a:pt x="1949987" y="44132"/>
                  </a:lnTo>
                  <a:lnTo>
                    <a:pt x="1949987" y="43884"/>
                  </a:lnTo>
                  <a:lnTo>
                    <a:pt x="1950696" y="43884"/>
                  </a:lnTo>
                  <a:lnTo>
                    <a:pt x="1951405" y="43884"/>
                  </a:lnTo>
                  <a:lnTo>
                    <a:pt x="1952114" y="43884"/>
                  </a:lnTo>
                  <a:lnTo>
                    <a:pt x="1952823" y="43884"/>
                  </a:lnTo>
                  <a:lnTo>
                    <a:pt x="1953531" y="43884"/>
                  </a:lnTo>
                  <a:lnTo>
                    <a:pt x="1954240" y="43884"/>
                  </a:lnTo>
                  <a:lnTo>
                    <a:pt x="1954949" y="43884"/>
                  </a:lnTo>
                  <a:lnTo>
                    <a:pt x="1955658" y="43884"/>
                  </a:lnTo>
                  <a:lnTo>
                    <a:pt x="1956367" y="43884"/>
                  </a:lnTo>
                  <a:lnTo>
                    <a:pt x="1957076" y="43884"/>
                  </a:lnTo>
                  <a:lnTo>
                    <a:pt x="1957784" y="43884"/>
                  </a:lnTo>
                  <a:lnTo>
                    <a:pt x="1958493" y="43884"/>
                  </a:lnTo>
                  <a:lnTo>
                    <a:pt x="1959202" y="43884"/>
                  </a:lnTo>
                  <a:lnTo>
                    <a:pt x="1959911" y="43884"/>
                  </a:lnTo>
                  <a:lnTo>
                    <a:pt x="1960620" y="43884"/>
                  </a:lnTo>
                  <a:lnTo>
                    <a:pt x="1961329" y="43884"/>
                  </a:lnTo>
                  <a:lnTo>
                    <a:pt x="1962037" y="43884"/>
                  </a:lnTo>
                  <a:lnTo>
                    <a:pt x="1962746" y="43884"/>
                  </a:lnTo>
                  <a:lnTo>
                    <a:pt x="1963455" y="43884"/>
                  </a:lnTo>
                  <a:lnTo>
                    <a:pt x="1964164" y="43884"/>
                  </a:lnTo>
                  <a:lnTo>
                    <a:pt x="1964164" y="43636"/>
                  </a:lnTo>
                  <a:lnTo>
                    <a:pt x="1964164" y="43388"/>
                  </a:lnTo>
                  <a:lnTo>
                    <a:pt x="1964873" y="43388"/>
                  </a:lnTo>
                  <a:lnTo>
                    <a:pt x="1965582" y="43388"/>
                  </a:lnTo>
                  <a:lnTo>
                    <a:pt x="1966290" y="43388"/>
                  </a:lnTo>
                  <a:lnTo>
                    <a:pt x="1966999" y="43388"/>
                  </a:lnTo>
                  <a:lnTo>
                    <a:pt x="1967708" y="43388"/>
                  </a:lnTo>
                  <a:lnTo>
                    <a:pt x="1967708" y="43140"/>
                  </a:lnTo>
                  <a:lnTo>
                    <a:pt x="1968417" y="43140"/>
                  </a:lnTo>
                  <a:lnTo>
                    <a:pt x="1969126" y="43140"/>
                  </a:lnTo>
                  <a:lnTo>
                    <a:pt x="1969834" y="43140"/>
                  </a:lnTo>
                  <a:lnTo>
                    <a:pt x="1970543" y="43140"/>
                  </a:lnTo>
                  <a:lnTo>
                    <a:pt x="1971252" y="43140"/>
                  </a:lnTo>
                  <a:lnTo>
                    <a:pt x="1971252" y="42893"/>
                  </a:lnTo>
                  <a:lnTo>
                    <a:pt x="1971961" y="42893"/>
                  </a:lnTo>
                  <a:lnTo>
                    <a:pt x="1972670" y="42893"/>
                  </a:lnTo>
                  <a:lnTo>
                    <a:pt x="1973379" y="42893"/>
                  </a:lnTo>
                  <a:lnTo>
                    <a:pt x="1974087" y="42893"/>
                  </a:lnTo>
                  <a:lnTo>
                    <a:pt x="1974796" y="42893"/>
                  </a:lnTo>
                  <a:lnTo>
                    <a:pt x="1975505" y="42893"/>
                  </a:lnTo>
                  <a:lnTo>
                    <a:pt x="1976214" y="42893"/>
                  </a:lnTo>
                  <a:lnTo>
                    <a:pt x="1976923" y="42893"/>
                  </a:lnTo>
                  <a:lnTo>
                    <a:pt x="1977632" y="42893"/>
                  </a:lnTo>
                  <a:lnTo>
                    <a:pt x="1978340" y="42893"/>
                  </a:lnTo>
                  <a:lnTo>
                    <a:pt x="1979049" y="42893"/>
                  </a:lnTo>
                  <a:lnTo>
                    <a:pt x="1979049" y="42645"/>
                  </a:lnTo>
                  <a:lnTo>
                    <a:pt x="1979758" y="42645"/>
                  </a:lnTo>
                  <a:lnTo>
                    <a:pt x="1980467" y="42645"/>
                  </a:lnTo>
                  <a:lnTo>
                    <a:pt x="1981176" y="42645"/>
                  </a:lnTo>
                  <a:lnTo>
                    <a:pt x="1981885" y="42645"/>
                  </a:lnTo>
                  <a:lnTo>
                    <a:pt x="1982593" y="42645"/>
                  </a:lnTo>
                  <a:lnTo>
                    <a:pt x="1983302" y="42645"/>
                  </a:lnTo>
                  <a:lnTo>
                    <a:pt x="1984011" y="42645"/>
                  </a:lnTo>
                  <a:lnTo>
                    <a:pt x="1984720" y="42645"/>
                  </a:lnTo>
                  <a:lnTo>
                    <a:pt x="1985429" y="42645"/>
                  </a:lnTo>
                  <a:lnTo>
                    <a:pt x="1986138" y="42645"/>
                  </a:lnTo>
                  <a:lnTo>
                    <a:pt x="1986846" y="42645"/>
                  </a:lnTo>
                  <a:lnTo>
                    <a:pt x="1987555" y="42645"/>
                  </a:lnTo>
                  <a:lnTo>
                    <a:pt x="1988264" y="42645"/>
                  </a:lnTo>
                  <a:lnTo>
                    <a:pt x="1988973" y="42645"/>
                  </a:lnTo>
                  <a:lnTo>
                    <a:pt x="1989682" y="42645"/>
                  </a:lnTo>
                  <a:lnTo>
                    <a:pt x="1990391" y="42645"/>
                  </a:lnTo>
                  <a:lnTo>
                    <a:pt x="1991099" y="42645"/>
                  </a:lnTo>
                  <a:lnTo>
                    <a:pt x="1991808" y="42645"/>
                  </a:lnTo>
                  <a:lnTo>
                    <a:pt x="1992517" y="42645"/>
                  </a:lnTo>
                  <a:lnTo>
                    <a:pt x="1993226" y="42645"/>
                  </a:lnTo>
                  <a:lnTo>
                    <a:pt x="1993935" y="42645"/>
                  </a:lnTo>
                  <a:lnTo>
                    <a:pt x="1994643" y="42645"/>
                  </a:lnTo>
                  <a:lnTo>
                    <a:pt x="1995352" y="42645"/>
                  </a:lnTo>
                  <a:lnTo>
                    <a:pt x="1996061" y="42645"/>
                  </a:lnTo>
                  <a:lnTo>
                    <a:pt x="1996770" y="42645"/>
                  </a:lnTo>
                  <a:lnTo>
                    <a:pt x="1997479" y="42645"/>
                  </a:lnTo>
                  <a:lnTo>
                    <a:pt x="1998188" y="42645"/>
                  </a:lnTo>
                  <a:lnTo>
                    <a:pt x="1998896" y="42645"/>
                  </a:lnTo>
                  <a:lnTo>
                    <a:pt x="1999605" y="42645"/>
                  </a:lnTo>
                  <a:lnTo>
                    <a:pt x="2000314" y="42645"/>
                  </a:lnTo>
                  <a:lnTo>
                    <a:pt x="2001023" y="42645"/>
                  </a:lnTo>
                  <a:lnTo>
                    <a:pt x="2001732" y="42645"/>
                  </a:lnTo>
                  <a:lnTo>
                    <a:pt x="2002441" y="42645"/>
                  </a:lnTo>
                  <a:lnTo>
                    <a:pt x="2003149" y="42645"/>
                  </a:lnTo>
                  <a:lnTo>
                    <a:pt x="2003858" y="42645"/>
                  </a:lnTo>
                  <a:lnTo>
                    <a:pt x="2004567" y="42645"/>
                  </a:lnTo>
                  <a:lnTo>
                    <a:pt x="2005276" y="42645"/>
                  </a:lnTo>
                  <a:lnTo>
                    <a:pt x="2005985" y="42645"/>
                  </a:lnTo>
                  <a:lnTo>
                    <a:pt x="2006694" y="42645"/>
                  </a:lnTo>
                  <a:lnTo>
                    <a:pt x="2006694" y="42397"/>
                  </a:lnTo>
                  <a:lnTo>
                    <a:pt x="2007402" y="42397"/>
                  </a:lnTo>
                  <a:lnTo>
                    <a:pt x="2008111" y="42397"/>
                  </a:lnTo>
                  <a:lnTo>
                    <a:pt x="2008820" y="42397"/>
                  </a:lnTo>
                  <a:lnTo>
                    <a:pt x="2009529" y="42397"/>
                  </a:lnTo>
                  <a:lnTo>
                    <a:pt x="2010238" y="42397"/>
                  </a:lnTo>
                  <a:lnTo>
                    <a:pt x="2010947" y="42397"/>
                  </a:lnTo>
                  <a:lnTo>
                    <a:pt x="2011655" y="42397"/>
                  </a:lnTo>
                  <a:lnTo>
                    <a:pt x="2012364" y="42397"/>
                  </a:lnTo>
                  <a:lnTo>
                    <a:pt x="2013073" y="42397"/>
                  </a:lnTo>
                  <a:lnTo>
                    <a:pt x="2013782" y="42397"/>
                  </a:lnTo>
                  <a:lnTo>
                    <a:pt x="2014491" y="42397"/>
                  </a:lnTo>
                  <a:lnTo>
                    <a:pt x="2015200" y="42397"/>
                  </a:lnTo>
                  <a:lnTo>
                    <a:pt x="2015908" y="42397"/>
                  </a:lnTo>
                  <a:lnTo>
                    <a:pt x="2016617" y="42397"/>
                  </a:lnTo>
                  <a:lnTo>
                    <a:pt x="2017326" y="42397"/>
                  </a:lnTo>
                  <a:lnTo>
                    <a:pt x="2018035" y="42397"/>
                  </a:lnTo>
                  <a:lnTo>
                    <a:pt x="2018744" y="42397"/>
                  </a:lnTo>
                  <a:lnTo>
                    <a:pt x="2019453" y="42397"/>
                  </a:lnTo>
                  <a:lnTo>
                    <a:pt x="2020161" y="42397"/>
                  </a:lnTo>
                  <a:lnTo>
                    <a:pt x="2020870" y="42397"/>
                  </a:lnTo>
                  <a:lnTo>
                    <a:pt x="2021579" y="42397"/>
                  </a:lnTo>
                  <a:lnTo>
                    <a:pt x="2022288" y="42397"/>
                  </a:lnTo>
                  <a:lnTo>
                    <a:pt x="2022997" y="42397"/>
                  </a:lnTo>
                  <a:lnTo>
                    <a:pt x="2023705" y="42397"/>
                  </a:lnTo>
                  <a:lnTo>
                    <a:pt x="2024414" y="42397"/>
                  </a:lnTo>
                  <a:lnTo>
                    <a:pt x="2025123" y="42397"/>
                  </a:lnTo>
                  <a:lnTo>
                    <a:pt x="2025832" y="42397"/>
                  </a:lnTo>
                  <a:lnTo>
                    <a:pt x="2026541" y="42397"/>
                  </a:lnTo>
                  <a:lnTo>
                    <a:pt x="2027250" y="42397"/>
                  </a:lnTo>
                  <a:lnTo>
                    <a:pt x="2027250" y="42149"/>
                  </a:lnTo>
                  <a:lnTo>
                    <a:pt x="2027958" y="42149"/>
                  </a:lnTo>
                  <a:lnTo>
                    <a:pt x="2028667" y="42149"/>
                  </a:lnTo>
                  <a:lnTo>
                    <a:pt x="2029376" y="42149"/>
                  </a:lnTo>
                  <a:lnTo>
                    <a:pt x="2030085" y="42149"/>
                  </a:lnTo>
                  <a:lnTo>
                    <a:pt x="2030794" y="42149"/>
                  </a:lnTo>
                  <a:lnTo>
                    <a:pt x="2031503" y="42149"/>
                  </a:lnTo>
                  <a:lnTo>
                    <a:pt x="2032211" y="42149"/>
                  </a:lnTo>
                  <a:lnTo>
                    <a:pt x="2032920" y="42149"/>
                  </a:lnTo>
                  <a:lnTo>
                    <a:pt x="2033629" y="42149"/>
                  </a:lnTo>
                  <a:lnTo>
                    <a:pt x="2034338" y="42149"/>
                  </a:lnTo>
                  <a:lnTo>
                    <a:pt x="2035047" y="42149"/>
                  </a:lnTo>
                  <a:lnTo>
                    <a:pt x="2035756" y="42149"/>
                  </a:lnTo>
                  <a:lnTo>
                    <a:pt x="2036464" y="42149"/>
                  </a:lnTo>
                  <a:lnTo>
                    <a:pt x="2036464" y="41901"/>
                  </a:lnTo>
                  <a:lnTo>
                    <a:pt x="2037173" y="41901"/>
                  </a:lnTo>
                  <a:lnTo>
                    <a:pt x="2037882" y="41901"/>
                  </a:lnTo>
                  <a:lnTo>
                    <a:pt x="2038591" y="41901"/>
                  </a:lnTo>
                  <a:lnTo>
                    <a:pt x="2038591" y="41653"/>
                  </a:lnTo>
                  <a:lnTo>
                    <a:pt x="2039300" y="41653"/>
                  </a:lnTo>
                  <a:lnTo>
                    <a:pt x="2039300" y="41405"/>
                  </a:lnTo>
                  <a:lnTo>
                    <a:pt x="2039300" y="41157"/>
                  </a:lnTo>
                  <a:lnTo>
                    <a:pt x="2040009" y="41157"/>
                  </a:lnTo>
                  <a:lnTo>
                    <a:pt x="2040009" y="40909"/>
                  </a:lnTo>
                  <a:lnTo>
                    <a:pt x="2040717" y="40909"/>
                  </a:lnTo>
                  <a:lnTo>
                    <a:pt x="2041426" y="40909"/>
                  </a:lnTo>
                  <a:lnTo>
                    <a:pt x="2042135" y="40909"/>
                  </a:lnTo>
                  <a:lnTo>
                    <a:pt x="2042844" y="40909"/>
                  </a:lnTo>
                  <a:lnTo>
                    <a:pt x="2043553" y="40909"/>
                  </a:lnTo>
                  <a:lnTo>
                    <a:pt x="2044262" y="40909"/>
                  </a:lnTo>
                  <a:lnTo>
                    <a:pt x="2044970" y="40909"/>
                  </a:lnTo>
                  <a:lnTo>
                    <a:pt x="2045679" y="40909"/>
                  </a:lnTo>
                  <a:lnTo>
                    <a:pt x="2046388" y="40909"/>
                  </a:lnTo>
                  <a:lnTo>
                    <a:pt x="2047097" y="40909"/>
                  </a:lnTo>
                  <a:lnTo>
                    <a:pt x="2047806" y="40909"/>
                  </a:lnTo>
                  <a:lnTo>
                    <a:pt x="2048514" y="40909"/>
                  </a:lnTo>
                  <a:lnTo>
                    <a:pt x="2049223" y="40909"/>
                  </a:lnTo>
                  <a:lnTo>
                    <a:pt x="2049932" y="40909"/>
                  </a:lnTo>
                  <a:lnTo>
                    <a:pt x="2049932" y="40661"/>
                  </a:lnTo>
                  <a:lnTo>
                    <a:pt x="2050641" y="40661"/>
                  </a:lnTo>
                  <a:lnTo>
                    <a:pt x="2051350" y="40661"/>
                  </a:lnTo>
                  <a:lnTo>
                    <a:pt x="2052059" y="40661"/>
                  </a:lnTo>
                  <a:lnTo>
                    <a:pt x="2052767" y="40661"/>
                  </a:lnTo>
                  <a:lnTo>
                    <a:pt x="2053476" y="40661"/>
                  </a:lnTo>
                  <a:lnTo>
                    <a:pt x="2054185" y="40661"/>
                  </a:lnTo>
                  <a:lnTo>
                    <a:pt x="2054894" y="40661"/>
                  </a:lnTo>
                  <a:lnTo>
                    <a:pt x="2055603" y="40661"/>
                  </a:lnTo>
                  <a:lnTo>
                    <a:pt x="2056312" y="40661"/>
                  </a:lnTo>
                  <a:lnTo>
                    <a:pt x="2057020" y="40661"/>
                  </a:lnTo>
                  <a:lnTo>
                    <a:pt x="2057020" y="40413"/>
                  </a:lnTo>
                  <a:lnTo>
                    <a:pt x="2057729" y="40413"/>
                  </a:lnTo>
                  <a:lnTo>
                    <a:pt x="2058438" y="40413"/>
                  </a:lnTo>
                  <a:lnTo>
                    <a:pt x="2059147" y="40413"/>
                  </a:lnTo>
                  <a:lnTo>
                    <a:pt x="2059856" y="40413"/>
                  </a:lnTo>
                  <a:lnTo>
                    <a:pt x="2060565" y="40413"/>
                  </a:lnTo>
                  <a:lnTo>
                    <a:pt x="2061273" y="40413"/>
                  </a:lnTo>
                  <a:lnTo>
                    <a:pt x="2061982" y="40413"/>
                  </a:lnTo>
                  <a:lnTo>
                    <a:pt x="2062691" y="40413"/>
                  </a:lnTo>
                  <a:lnTo>
                    <a:pt x="2063400" y="40413"/>
                  </a:lnTo>
                  <a:lnTo>
                    <a:pt x="2064109" y="40413"/>
                  </a:lnTo>
                  <a:lnTo>
                    <a:pt x="2064818" y="40413"/>
                  </a:lnTo>
                  <a:lnTo>
                    <a:pt x="2065526" y="40413"/>
                  </a:lnTo>
                  <a:lnTo>
                    <a:pt x="2066235" y="40413"/>
                  </a:lnTo>
                  <a:lnTo>
                    <a:pt x="2066944" y="40413"/>
                  </a:lnTo>
                  <a:lnTo>
                    <a:pt x="2067653" y="40413"/>
                  </a:lnTo>
                  <a:lnTo>
                    <a:pt x="2068362" y="40413"/>
                  </a:lnTo>
                  <a:lnTo>
                    <a:pt x="2069071" y="40413"/>
                  </a:lnTo>
                  <a:lnTo>
                    <a:pt x="2069779" y="40413"/>
                  </a:lnTo>
                  <a:lnTo>
                    <a:pt x="2069779" y="40165"/>
                  </a:lnTo>
                  <a:lnTo>
                    <a:pt x="2070488" y="40165"/>
                  </a:lnTo>
                  <a:lnTo>
                    <a:pt x="2071197" y="40165"/>
                  </a:lnTo>
                  <a:lnTo>
                    <a:pt x="2071906" y="40165"/>
                  </a:lnTo>
                  <a:lnTo>
                    <a:pt x="2072615" y="40165"/>
                  </a:lnTo>
                  <a:lnTo>
                    <a:pt x="2073323" y="40165"/>
                  </a:lnTo>
                  <a:lnTo>
                    <a:pt x="2074032" y="40165"/>
                  </a:lnTo>
                  <a:lnTo>
                    <a:pt x="2074741" y="40165"/>
                  </a:lnTo>
                  <a:lnTo>
                    <a:pt x="2075450" y="40165"/>
                  </a:lnTo>
                  <a:lnTo>
                    <a:pt x="2076159" y="40165"/>
                  </a:lnTo>
                  <a:lnTo>
                    <a:pt x="2076868" y="40165"/>
                  </a:lnTo>
                  <a:lnTo>
                    <a:pt x="2077576" y="40165"/>
                  </a:lnTo>
                  <a:lnTo>
                    <a:pt x="2078285" y="40165"/>
                  </a:lnTo>
                  <a:lnTo>
                    <a:pt x="2078285" y="39917"/>
                  </a:lnTo>
                  <a:lnTo>
                    <a:pt x="2078994" y="39917"/>
                  </a:lnTo>
                  <a:lnTo>
                    <a:pt x="2079703" y="39917"/>
                  </a:lnTo>
                  <a:lnTo>
                    <a:pt x="2080412" y="39917"/>
                  </a:lnTo>
                  <a:lnTo>
                    <a:pt x="2081121" y="39917"/>
                  </a:lnTo>
                  <a:lnTo>
                    <a:pt x="2081829" y="39917"/>
                  </a:lnTo>
                  <a:lnTo>
                    <a:pt x="2082538" y="39917"/>
                  </a:lnTo>
                  <a:lnTo>
                    <a:pt x="2083247" y="39917"/>
                  </a:lnTo>
                  <a:lnTo>
                    <a:pt x="2083956" y="39917"/>
                  </a:lnTo>
                  <a:lnTo>
                    <a:pt x="2084665" y="39917"/>
                  </a:lnTo>
                  <a:lnTo>
                    <a:pt x="2085374" y="39917"/>
                  </a:lnTo>
                  <a:lnTo>
                    <a:pt x="2086082" y="39917"/>
                  </a:lnTo>
                  <a:lnTo>
                    <a:pt x="2086791" y="39917"/>
                  </a:lnTo>
                  <a:lnTo>
                    <a:pt x="2087500" y="39917"/>
                  </a:lnTo>
                  <a:lnTo>
                    <a:pt x="2088209" y="39917"/>
                  </a:lnTo>
                  <a:lnTo>
                    <a:pt x="2088918" y="39917"/>
                  </a:lnTo>
                  <a:lnTo>
                    <a:pt x="2089627" y="39917"/>
                  </a:lnTo>
                  <a:lnTo>
                    <a:pt x="2089627" y="39669"/>
                  </a:lnTo>
                  <a:lnTo>
                    <a:pt x="2090335" y="39669"/>
                  </a:lnTo>
                  <a:lnTo>
                    <a:pt x="2090335" y="39421"/>
                  </a:lnTo>
                  <a:lnTo>
                    <a:pt x="2091044" y="39421"/>
                  </a:lnTo>
                  <a:lnTo>
                    <a:pt x="2091753" y="39421"/>
                  </a:lnTo>
                  <a:lnTo>
                    <a:pt x="2092462" y="39421"/>
                  </a:lnTo>
                  <a:lnTo>
                    <a:pt x="2093171" y="39421"/>
                  </a:lnTo>
                  <a:lnTo>
                    <a:pt x="2093880" y="39421"/>
                  </a:lnTo>
                  <a:lnTo>
                    <a:pt x="2094588" y="39421"/>
                  </a:lnTo>
                  <a:lnTo>
                    <a:pt x="2095297" y="39421"/>
                  </a:lnTo>
                  <a:lnTo>
                    <a:pt x="2096006" y="39421"/>
                  </a:lnTo>
                  <a:lnTo>
                    <a:pt x="2096715" y="39421"/>
                  </a:lnTo>
                  <a:lnTo>
                    <a:pt x="2097424" y="39421"/>
                  </a:lnTo>
                  <a:lnTo>
                    <a:pt x="2098132" y="39421"/>
                  </a:lnTo>
                  <a:lnTo>
                    <a:pt x="2098841" y="39421"/>
                  </a:lnTo>
                  <a:lnTo>
                    <a:pt x="2099550" y="39421"/>
                  </a:lnTo>
                  <a:lnTo>
                    <a:pt x="2100259" y="39421"/>
                  </a:lnTo>
                  <a:lnTo>
                    <a:pt x="2100968" y="39421"/>
                  </a:lnTo>
                  <a:lnTo>
                    <a:pt x="2101677" y="39421"/>
                  </a:lnTo>
                  <a:lnTo>
                    <a:pt x="2102385" y="39421"/>
                  </a:lnTo>
                  <a:lnTo>
                    <a:pt x="2103094" y="39421"/>
                  </a:lnTo>
                  <a:lnTo>
                    <a:pt x="2103803" y="39421"/>
                  </a:lnTo>
                  <a:lnTo>
                    <a:pt x="2103803" y="39173"/>
                  </a:lnTo>
                  <a:lnTo>
                    <a:pt x="2104512" y="39173"/>
                  </a:lnTo>
                  <a:lnTo>
                    <a:pt x="2105221" y="39173"/>
                  </a:lnTo>
                  <a:lnTo>
                    <a:pt x="2105930" y="39173"/>
                  </a:lnTo>
                  <a:lnTo>
                    <a:pt x="2106638" y="39173"/>
                  </a:lnTo>
                  <a:lnTo>
                    <a:pt x="2107347" y="39173"/>
                  </a:lnTo>
                  <a:lnTo>
                    <a:pt x="2108056" y="39173"/>
                  </a:lnTo>
                  <a:lnTo>
                    <a:pt x="2108765" y="39173"/>
                  </a:lnTo>
                  <a:lnTo>
                    <a:pt x="2109474" y="39173"/>
                  </a:lnTo>
                  <a:lnTo>
                    <a:pt x="2110183" y="39173"/>
                  </a:lnTo>
                  <a:lnTo>
                    <a:pt x="2110891" y="39173"/>
                  </a:lnTo>
                  <a:lnTo>
                    <a:pt x="2111600" y="39173"/>
                  </a:lnTo>
                  <a:lnTo>
                    <a:pt x="2112309" y="39173"/>
                  </a:lnTo>
                  <a:lnTo>
                    <a:pt x="2113018" y="39173"/>
                  </a:lnTo>
                  <a:lnTo>
                    <a:pt x="2113727" y="39173"/>
                  </a:lnTo>
                  <a:lnTo>
                    <a:pt x="2114436" y="39173"/>
                  </a:lnTo>
                  <a:lnTo>
                    <a:pt x="2115144" y="39173"/>
                  </a:lnTo>
                  <a:lnTo>
                    <a:pt x="2115853" y="39173"/>
                  </a:lnTo>
                  <a:lnTo>
                    <a:pt x="2116562" y="39173"/>
                  </a:lnTo>
                  <a:lnTo>
                    <a:pt x="2117271" y="39173"/>
                  </a:lnTo>
                  <a:lnTo>
                    <a:pt x="2117980" y="39173"/>
                  </a:lnTo>
                  <a:lnTo>
                    <a:pt x="2118689" y="39173"/>
                  </a:lnTo>
                  <a:lnTo>
                    <a:pt x="2119397" y="39173"/>
                  </a:lnTo>
                  <a:lnTo>
                    <a:pt x="2120106" y="39173"/>
                  </a:lnTo>
                  <a:lnTo>
                    <a:pt x="2120815" y="39173"/>
                  </a:lnTo>
                  <a:lnTo>
                    <a:pt x="2121524" y="39173"/>
                  </a:lnTo>
                  <a:lnTo>
                    <a:pt x="2122233" y="39173"/>
                  </a:lnTo>
                  <a:lnTo>
                    <a:pt x="2122941" y="39173"/>
                  </a:lnTo>
                  <a:lnTo>
                    <a:pt x="2123650" y="39173"/>
                  </a:lnTo>
                  <a:lnTo>
                    <a:pt x="2124359" y="39173"/>
                  </a:lnTo>
                  <a:lnTo>
                    <a:pt x="2125068" y="39173"/>
                  </a:lnTo>
                  <a:lnTo>
                    <a:pt x="2125777" y="39173"/>
                  </a:lnTo>
                  <a:lnTo>
                    <a:pt x="2126486" y="39173"/>
                  </a:lnTo>
                  <a:lnTo>
                    <a:pt x="2127194" y="39173"/>
                  </a:lnTo>
                  <a:lnTo>
                    <a:pt x="2127903" y="39173"/>
                  </a:lnTo>
                  <a:lnTo>
                    <a:pt x="2128612" y="39173"/>
                  </a:lnTo>
                  <a:lnTo>
                    <a:pt x="2129321" y="39173"/>
                  </a:lnTo>
                  <a:lnTo>
                    <a:pt x="2130030" y="39173"/>
                  </a:lnTo>
                  <a:lnTo>
                    <a:pt x="2130739" y="39173"/>
                  </a:lnTo>
                  <a:lnTo>
                    <a:pt x="2131447" y="39173"/>
                  </a:lnTo>
                  <a:lnTo>
                    <a:pt x="2132156" y="39173"/>
                  </a:lnTo>
                  <a:lnTo>
                    <a:pt x="2132865" y="39173"/>
                  </a:lnTo>
                  <a:lnTo>
                    <a:pt x="2133574" y="39173"/>
                  </a:lnTo>
                  <a:lnTo>
                    <a:pt x="2134283" y="39173"/>
                  </a:lnTo>
                  <a:lnTo>
                    <a:pt x="2134992" y="39173"/>
                  </a:lnTo>
                  <a:lnTo>
                    <a:pt x="2135700" y="39173"/>
                  </a:lnTo>
                  <a:lnTo>
                    <a:pt x="2136409" y="39173"/>
                  </a:lnTo>
                  <a:lnTo>
                    <a:pt x="2137118" y="39173"/>
                  </a:lnTo>
                  <a:lnTo>
                    <a:pt x="2137827" y="39173"/>
                  </a:lnTo>
                  <a:lnTo>
                    <a:pt x="2137827" y="38926"/>
                  </a:lnTo>
                  <a:lnTo>
                    <a:pt x="2138536" y="38926"/>
                  </a:lnTo>
                  <a:lnTo>
                    <a:pt x="2139245" y="38926"/>
                  </a:lnTo>
                  <a:lnTo>
                    <a:pt x="2139953" y="38926"/>
                  </a:lnTo>
                  <a:lnTo>
                    <a:pt x="2140662" y="38926"/>
                  </a:lnTo>
                  <a:lnTo>
                    <a:pt x="2141371" y="38926"/>
                  </a:lnTo>
                  <a:lnTo>
                    <a:pt x="2142080" y="38926"/>
                  </a:lnTo>
                  <a:lnTo>
                    <a:pt x="2142789" y="38926"/>
                  </a:lnTo>
                  <a:lnTo>
                    <a:pt x="2143498" y="38926"/>
                  </a:lnTo>
                  <a:lnTo>
                    <a:pt x="2144206" y="38926"/>
                  </a:lnTo>
                  <a:lnTo>
                    <a:pt x="2144915" y="38926"/>
                  </a:lnTo>
                  <a:lnTo>
                    <a:pt x="2145624" y="38926"/>
                  </a:lnTo>
                  <a:lnTo>
                    <a:pt x="2146333" y="38926"/>
                  </a:lnTo>
                  <a:lnTo>
                    <a:pt x="2147042" y="38926"/>
                  </a:lnTo>
                  <a:lnTo>
                    <a:pt x="2147750" y="38926"/>
                  </a:lnTo>
                  <a:lnTo>
                    <a:pt x="2148459" y="38926"/>
                  </a:lnTo>
                  <a:lnTo>
                    <a:pt x="2149168" y="38926"/>
                  </a:lnTo>
                  <a:lnTo>
                    <a:pt x="2149877" y="38926"/>
                  </a:lnTo>
                  <a:lnTo>
                    <a:pt x="2150586" y="38926"/>
                  </a:lnTo>
                  <a:lnTo>
                    <a:pt x="2150586" y="38678"/>
                  </a:lnTo>
                  <a:lnTo>
                    <a:pt x="2151295" y="38678"/>
                  </a:lnTo>
                  <a:lnTo>
                    <a:pt x="2152003" y="38678"/>
                  </a:lnTo>
                  <a:lnTo>
                    <a:pt x="2152712" y="38678"/>
                  </a:lnTo>
                  <a:lnTo>
                    <a:pt x="2153421" y="38678"/>
                  </a:lnTo>
                  <a:lnTo>
                    <a:pt x="2154130" y="38678"/>
                  </a:lnTo>
                  <a:lnTo>
                    <a:pt x="2154839" y="38678"/>
                  </a:lnTo>
                  <a:lnTo>
                    <a:pt x="2155548" y="38678"/>
                  </a:lnTo>
                  <a:lnTo>
                    <a:pt x="2156256" y="38678"/>
                  </a:lnTo>
                  <a:lnTo>
                    <a:pt x="2156965" y="38678"/>
                  </a:lnTo>
                  <a:lnTo>
                    <a:pt x="2157674" y="38678"/>
                  </a:lnTo>
                  <a:lnTo>
                    <a:pt x="2158383" y="38678"/>
                  </a:lnTo>
                  <a:lnTo>
                    <a:pt x="2159092" y="38678"/>
                  </a:lnTo>
                  <a:lnTo>
                    <a:pt x="2159801" y="38678"/>
                  </a:lnTo>
                  <a:lnTo>
                    <a:pt x="2160509" y="38678"/>
                  </a:lnTo>
                  <a:lnTo>
                    <a:pt x="2161218" y="38678"/>
                  </a:lnTo>
                  <a:lnTo>
                    <a:pt x="2161927" y="38678"/>
                  </a:lnTo>
                  <a:lnTo>
                    <a:pt x="2162636" y="38678"/>
                  </a:lnTo>
                  <a:lnTo>
                    <a:pt x="2163345" y="38678"/>
                  </a:lnTo>
                  <a:lnTo>
                    <a:pt x="2164054" y="38678"/>
                  </a:lnTo>
                  <a:lnTo>
                    <a:pt x="2164762" y="38678"/>
                  </a:lnTo>
                  <a:lnTo>
                    <a:pt x="2165471" y="38678"/>
                  </a:lnTo>
                  <a:lnTo>
                    <a:pt x="2166180" y="38678"/>
                  </a:lnTo>
                  <a:lnTo>
                    <a:pt x="2166889" y="38678"/>
                  </a:lnTo>
                  <a:lnTo>
                    <a:pt x="2167598" y="38678"/>
                  </a:lnTo>
                  <a:lnTo>
                    <a:pt x="2167598" y="38430"/>
                  </a:lnTo>
                  <a:lnTo>
                    <a:pt x="2168307" y="38430"/>
                  </a:lnTo>
                  <a:lnTo>
                    <a:pt x="2169015" y="38430"/>
                  </a:lnTo>
                  <a:lnTo>
                    <a:pt x="2169724" y="38430"/>
                  </a:lnTo>
                  <a:lnTo>
                    <a:pt x="2170433" y="38430"/>
                  </a:lnTo>
                  <a:lnTo>
                    <a:pt x="2171142" y="38430"/>
                  </a:lnTo>
                  <a:lnTo>
                    <a:pt x="2171851" y="38430"/>
                  </a:lnTo>
                  <a:lnTo>
                    <a:pt x="2172560" y="38430"/>
                  </a:lnTo>
                  <a:lnTo>
                    <a:pt x="2173268" y="38430"/>
                  </a:lnTo>
                  <a:lnTo>
                    <a:pt x="2173977" y="38430"/>
                  </a:lnTo>
                  <a:lnTo>
                    <a:pt x="2174686" y="38430"/>
                  </a:lnTo>
                  <a:lnTo>
                    <a:pt x="2175395" y="38430"/>
                  </a:lnTo>
                  <a:lnTo>
                    <a:pt x="2176104" y="38430"/>
                  </a:lnTo>
                  <a:lnTo>
                    <a:pt x="2176812" y="38430"/>
                  </a:lnTo>
                  <a:lnTo>
                    <a:pt x="2177521" y="38430"/>
                  </a:lnTo>
                  <a:lnTo>
                    <a:pt x="2178230" y="38430"/>
                  </a:lnTo>
                  <a:lnTo>
                    <a:pt x="2178939" y="38430"/>
                  </a:lnTo>
                  <a:lnTo>
                    <a:pt x="2179648" y="38430"/>
                  </a:lnTo>
                  <a:lnTo>
                    <a:pt x="2180357" y="38430"/>
                  </a:lnTo>
                  <a:lnTo>
                    <a:pt x="2181065" y="38430"/>
                  </a:lnTo>
                  <a:lnTo>
                    <a:pt x="2181774" y="38430"/>
                  </a:lnTo>
                  <a:lnTo>
                    <a:pt x="2182483" y="38430"/>
                  </a:lnTo>
                  <a:lnTo>
                    <a:pt x="2182483" y="38182"/>
                  </a:lnTo>
                  <a:lnTo>
                    <a:pt x="2183192" y="38182"/>
                  </a:lnTo>
                  <a:lnTo>
                    <a:pt x="2183192" y="37934"/>
                  </a:lnTo>
                  <a:lnTo>
                    <a:pt x="2183901" y="37934"/>
                  </a:lnTo>
                  <a:lnTo>
                    <a:pt x="2184610" y="37934"/>
                  </a:lnTo>
                  <a:lnTo>
                    <a:pt x="2185318" y="37934"/>
                  </a:lnTo>
                  <a:lnTo>
                    <a:pt x="2186027" y="37934"/>
                  </a:lnTo>
                  <a:lnTo>
                    <a:pt x="2186027" y="37686"/>
                  </a:lnTo>
                  <a:lnTo>
                    <a:pt x="2186736" y="37686"/>
                  </a:lnTo>
                  <a:lnTo>
                    <a:pt x="2187445" y="37686"/>
                  </a:lnTo>
                  <a:lnTo>
                    <a:pt x="2188154" y="37686"/>
                  </a:lnTo>
                  <a:lnTo>
                    <a:pt x="2188863" y="37686"/>
                  </a:lnTo>
                  <a:lnTo>
                    <a:pt x="2189571" y="37686"/>
                  </a:lnTo>
                  <a:lnTo>
                    <a:pt x="2190280" y="37686"/>
                  </a:lnTo>
                  <a:lnTo>
                    <a:pt x="2190989" y="37686"/>
                  </a:lnTo>
                  <a:lnTo>
                    <a:pt x="2191698" y="37686"/>
                  </a:lnTo>
                  <a:lnTo>
                    <a:pt x="2192407" y="37686"/>
                  </a:lnTo>
                  <a:lnTo>
                    <a:pt x="2193116" y="37686"/>
                  </a:lnTo>
                  <a:lnTo>
                    <a:pt x="2193824" y="37686"/>
                  </a:lnTo>
                  <a:lnTo>
                    <a:pt x="2194533" y="37686"/>
                  </a:lnTo>
                  <a:lnTo>
                    <a:pt x="2195242" y="37686"/>
                  </a:lnTo>
                  <a:lnTo>
                    <a:pt x="2195951" y="37686"/>
                  </a:lnTo>
                  <a:lnTo>
                    <a:pt x="2196660" y="37686"/>
                  </a:lnTo>
                  <a:lnTo>
                    <a:pt x="2197369" y="37686"/>
                  </a:lnTo>
                  <a:lnTo>
                    <a:pt x="2197369" y="37438"/>
                  </a:lnTo>
                  <a:lnTo>
                    <a:pt x="2198077" y="37438"/>
                  </a:lnTo>
                  <a:lnTo>
                    <a:pt x="2198786" y="37438"/>
                  </a:lnTo>
                  <a:lnTo>
                    <a:pt x="2199495" y="37438"/>
                  </a:lnTo>
                  <a:lnTo>
                    <a:pt x="2200204" y="37438"/>
                  </a:lnTo>
                  <a:lnTo>
                    <a:pt x="2200913" y="37438"/>
                  </a:lnTo>
                  <a:lnTo>
                    <a:pt x="2201621" y="37438"/>
                  </a:lnTo>
                  <a:lnTo>
                    <a:pt x="2202330" y="37438"/>
                  </a:lnTo>
                  <a:lnTo>
                    <a:pt x="2203039" y="37438"/>
                  </a:lnTo>
                  <a:lnTo>
                    <a:pt x="2203748" y="37438"/>
                  </a:lnTo>
                  <a:lnTo>
                    <a:pt x="2204457" y="37438"/>
                  </a:lnTo>
                  <a:lnTo>
                    <a:pt x="2205166" y="37438"/>
                  </a:lnTo>
                  <a:lnTo>
                    <a:pt x="2205166" y="37190"/>
                  </a:lnTo>
                  <a:lnTo>
                    <a:pt x="2205874" y="37190"/>
                  </a:lnTo>
                  <a:lnTo>
                    <a:pt x="2206583" y="37190"/>
                  </a:lnTo>
                  <a:lnTo>
                    <a:pt x="2207292" y="37190"/>
                  </a:lnTo>
                  <a:lnTo>
                    <a:pt x="2208001" y="37190"/>
                  </a:lnTo>
                  <a:lnTo>
                    <a:pt x="2208710" y="37190"/>
                  </a:lnTo>
                  <a:lnTo>
                    <a:pt x="2209419" y="37190"/>
                  </a:lnTo>
                  <a:lnTo>
                    <a:pt x="2210127" y="37190"/>
                  </a:lnTo>
                  <a:lnTo>
                    <a:pt x="2210836" y="37190"/>
                  </a:lnTo>
                  <a:lnTo>
                    <a:pt x="2211545" y="37190"/>
                  </a:lnTo>
                  <a:lnTo>
                    <a:pt x="2212254" y="37190"/>
                  </a:lnTo>
                  <a:lnTo>
                    <a:pt x="2212963" y="37190"/>
                  </a:lnTo>
                  <a:lnTo>
                    <a:pt x="2213672" y="37190"/>
                  </a:lnTo>
                  <a:lnTo>
                    <a:pt x="2214380" y="37190"/>
                  </a:lnTo>
                  <a:lnTo>
                    <a:pt x="2215089" y="37190"/>
                  </a:lnTo>
                  <a:lnTo>
                    <a:pt x="2215798" y="37190"/>
                  </a:lnTo>
                  <a:lnTo>
                    <a:pt x="2216507" y="37190"/>
                  </a:lnTo>
                  <a:lnTo>
                    <a:pt x="2217216" y="37190"/>
                  </a:lnTo>
                  <a:lnTo>
                    <a:pt x="2217925" y="37190"/>
                  </a:lnTo>
                  <a:lnTo>
                    <a:pt x="2218633" y="37190"/>
                  </a:lnTo>
                  <a:lnTo>
                    <a:pt x="2219342" y="37190"/>
                  </a:lnTo>
                  <a:lnTo>
                    <a:pt x="2220051" y="37190"/>
                  </a:lnTo>
                  <a:lnTo>
                    <a:pt x="2220760" y="37190"/>
                  </a:lnTo>
                  <a:lnTo>
                    <a:pt x="2221469" y="37190"/>
                  </a:lnTo>
                  <a:lnTo>
                    <a:pt x="2222178" y="37190"/>
                  </a:lnTo>
                  <a:lnTo>
                    <a:pt x="2222886" y="37190"/>
                  </a:lnTo>
                  <a:lnTo>
                    <a:pt x="2223595" y="37190"/>
                  </a:lnTo>
                  <a:lnTo>
                    <a:pt x="2224304" y="37190"/>
                  </a:lnTo>
                  <a:lnTo>
                    <a:pt x="2225013" y="37190"/>
                  </a:lnTo>
                  <a:lnTo>
                    <a:pt x="2225722" y="37190"/>
                  </a:lnTo>
                  <a:lnTo>
                    <a:pt x="2226430" y="37190"/>
                  </a:lnTo>
                  <a:lnTo>
                    <a:pt x="2227139" y="37190"/>
                  </a:lnTo>
                  <a:lnTo>
                    <a:pt x="2227848" y="37190"/>
                  </a:lnTo>
                  <a:lnTo>
                    <a:pt x="2228557" y="37190"/>
                  </a:lnTo>
                  <a:lnTo>
                    <a:pt x="2229266" y="37190"/>
                  </a:lnTo>
                  <a:lnTo>
                    <a:pt x="2229975" y="37190"/>
                  </a:lnTo>
                  <a:lnTo>
                    <a:pt x="2230683" y="37190"/>
                  </a:lnTo>
                  <a:lnTo>
                    <a:pt x="2231392" y="37190"/>
                  </a:lnTo>
                  <a:lnTo>
                    <a:pt x="2232101" y="37190"/>
                  </a:lnTo>
                  <a:lnTo>
                    <a:pt x="2232810" y="37190"/>
                  </a:lnTo>
                  <a:lnTo>
                    <a:pt x="2233519" y="37190"/>
                  </a:lnTo>
                  <a:lnTo>
                    <a:pt x="2234228" y="37190"/>
                  </a:lnTo>
                  <a:lnTo>
                    <a:pt x="2234936" y="37190"/>
                  </a:lnTo>
                  <a:lnTo>
                    <a:pt x="2235645" y="37190"/>
                  </a:lnTo>
                  <a:lnTo>
                    <a:pt x="2236354" y="37190"/>
                  </a:lnTo>
                  <a:lnTo>
                    <a:pt x="2237063" y="37190"/>
                  </a:lnTo>
                  <a:lnTo>
                    <a:pt x="2237063" y="36942"/>
                  </a:lnTo>
                  <a:lnTo>
                    <a:pt x="2237063" y="36694"/>
                  </a:lnTo>
                  <a:lnTo>
                    <a:pt x="2237772" y="36694"/>
                  </a:lnTo>
                  <a:lnTo>
                    <a:pt x="2238481" y="36694"/>
                  </a:lnTo>
                  <a:lnTo>
                    <a:pt x="2239189" y="36694"/>
                  </a:lnTo>
                  <a:lnTo>
                    <a:pt x="2239898" y="36694"/>
                  </a:lnTo>
                  <a:lnTo>
                    <a:pt x="2240607" y="36694"/>
                  </a:lnTo>
                  <a:lnTo>
                    <a:pt x="2241316" y="36694"/>
                  </a:lnTo>
                  <a:lnTo>
                    <a:pt x="2242025" y="36694"/>
                  </a:lnTo>
                  <a:lnTo>
                    <a:pt x="2242025" y="36446"/>
                  </a:lnTo>
                  <a:lnTo>
                    <a:pt x="2242734" y="36446"/>
                  </a:lnTo>
                  <a:lnTo>
                    <a:pt x="2243442" y="36446"/>
                  </a:lnTo>
                  <a:lnTo>
                    <a:pt x="2244151" y="36446"/>
                  </a:lnTo>
                  <a:lnTo>
                    <a:pt x="2244860" y="36446"/>
                  </a:lnTo>
                  <a:lnTo>
                    <a:pt x="2245569" y="36446"/>
                  </a:lnTo>
                  <a:lnTo>
                    <a:pt x="2246278" y="36446"/>
                  </a:lnTo>
                  <a:lnTo>
                    <a:pt x="2246987" y="36446"/>
                  </a:lnTo>
                  <a:lnTo>
                    <a:pt x="2247695" y="36446"/>
                  </a:lnTo>
                  <a:lnTo>
                    <a:pt x="2248404" y="36446"/>
                  </a:lnTo>
                  <a:lnTo>
                    <a:pt x="2249113" y="36446"/>
                  </a:lnTo>
                  <a:lnTo>
                    <a:pt x="2249822" y="36446"/>
                  </a:lnTo>
                  <a:lnTo>
                    <a:pt x="2250531" y="36446"/>
                  </a:lnTo>
                  <a:lnTo>
                    <a:pt x="2251239" y="36446"/>
                  </a:lnTo>
                  <a:lnTo>
                    <a:pt x="2251948" y="36446"/>
                  </a:lnTo>
                  <a:lnTo>
                    <a:pt x="2252657" y="36446"/>
                  </a:lnTo>
                  <a:lnTo>
                    <a:pt x="2253366" y="36446"/>
                  </a:lnTo>
                  <a:lnTo>
                    <a:pt x="2254075" y="36446"/>
                  </a:lnTo>
                  <a:lnTo>
                    <a:pt x="2254784" y="36446"/>
                  </a:lnTo>
                  <a:lnTo>
                    <a:pt x="2255492" y="36446"/>
                  </a:lnTo>
                  <a:lnTo>
                    <a:pt x="2256201" y="36446"/>
                  </a:lnTo>
                  <a:lnTo>
                    <a:pt x="2256910" y="36446"/>
                  </a:lnTo>
                  <a:lnTo>
                    <a:pt x="2257619" y="36446"/>
                  </a:lnTo>
                  <a:lnTo>
                    <a:pt x="2258328" y="36446"/>
                  </a:lnTo>
                  <a:lnTo>
                    <a:pt x="2259037" y="36446"/>
                  </a:lnTo>
                  <a:lnTo>
                    <a:pt x="2259037" y="36198"/>
                  </a:lnTo>
                  <a:lnTo>
                    <a:pt x="2259745" y="36198"/>
                  </a:lnTo>
                  <a:lnTo>
                    <a:pt x="2260454" y="36198"/>
                  </a:lnTo>
                  <a:lnTo>
                    <a:pt x="2261163" y="36198"/>
                  </a:lnTo>
                  <a:lnTo>
                    <a:pt x="2261872" y="36198"/>
                  </a:lnTo>
                  <a:lnTo>
                    <a:pt x="2262581" y="36198"/>
                  </a:lnTo>
                  <a:lnTo>
                    <a:pt x="2263290" y="36198"/>
                  </a:lnTo>
                  <a:lnTo>
                    <a:pt x="2263998" y="36198"/>
                  </a:lnTo>
                  <a:lnTo>
                    <a:pt x="2264707" y="36198"/>
                  </a:lnTo>
                  <a:lnTo>
                    <a:pt x="2265416" y="36198"/>
                  </a:lnTo>
                  <a:lnTo>
                    <a:pt x="2266125" y="36198"/>
                  </a:lnTo>
                  <a:lnTo>
                    <a:pt x="2266834" y="36198"/>
                  </a:lnTo>
                  <a:lnTo>
                    <a:pt x="2267543" y="36198"/>
                  </a:lnTo>
                  <a:lnTo>
                    <a:pt x="2267543" y="35950"/>
                  </a:lnTo>
                  <a:lnTo>
                    <a:pt x="2268251" y="35950"/>
                  </a:lnTo>
                  <a:lnTo>
                    <a:pt x="2268251" y="35702"/>
                  </a:lnTo>
                  <a:lnTo>
                    <a:pt x="2268960" y="35702"/>
                  </a:lnTo>
                  <a:lnTo>
                    <a:pt x="2269669" y="35702"/>
                  </a:lnTo>
                  <a:lnTo>
                    <a:pt x="2270378" y="35702"/>
                  </a:lnTo>
                  <a:lnTo>
                    <a:pt x="2271087" y="35702"/>
                  </a:lnTo>
                  <a:lnTo>
                    <a:pt x="2271796" y="35702"/>
                  </a:lnTo>
                  <a:lnTo>
                    <a:pt x="2272504" y="35702"/>
                  </a:lnTo>
                  <a:lnTo>
                    <a:pt x="2273213" y="35702"/>
                  </a:lnTo>
                  <a:lnTo>
                    <a:pt x="2273922" y="35702"/>
                  </a:lnTo>
                  <a:lnTo>
                    <a:pt x="2274631" y="35702"/>
                  </a:lnTo>
                  <a:lnTo>
                    <a:pt x="2275340" y="35702"/>
                  </a:lnTo>
                  <a:lnTo>
                    <a:pt x="2276048" y="35702"/>
                  </a:lnTo>
                  <a:lnTo>
                    <a:pt x="2276757" y="35702"/>
                  </a:lnTo>
                  <a:lnTo>
                    <a:pt x="2277466" y="35702"/>
                  </a:lnTo>
                  <a:lnTo>
                    <a:pt x="2278175" y="35702"/>
                  </a:lnTo>
                  <a:lnTo>
                    <a:pt x="2278884" y="35702"/>
                  </a:lnTo>
                  <a:lnTo>
                    <a:pt x="2279593" y="35702"/>
                  </a:lnTo>
                  <a:lnTo>
                    <a:pt x="2280301" y="35702"/>
                  </a:lnTo>
                  <a:lnTo>
                    <a:pt x="2281010" y="35702"/>
                  </a:lnTo>
                  <a:lnTo>
                    <a:pt x="2281719" y="35702"/>
                  </a:lnTo>
                  <a:lnTo>
                    <a:pt x="2282428" y="35702"/>
                  </a:lnTo>
                  <a:lnTo>
                    <a:pt x="2283137" y="35702"/>
                  </a:lnTo>
                  <a:lnTo>
                    <a:pt x="2283846" y="35702"/>
                  </a:lnTo>
                  <a:lnTo>
                    <a:pt x="2284554" y="35702"/>
                  </a:lnTo>
                  <a:lnTo>
                    <a:pt x="2285263" y="35702"/>
                  </a:lnTo>
                  <a:lnTo>
                    <a:pt x="2285972" y="35702"/>
                  </a:lnTo>
                  <a:lnTo>
                    <a:pt x="2286681" y="35702"/>
                  </a:lnTo>
                  <a:lnTo>
                    <a:pt x="2287390" y="35702"/>
                  </a:lnTo>
                  <a:lnTo>
                    <a:pt x="2288099" y="35702"/>
                  </a:lnTo>
                  <a:lnTo>
                    <a:pt x="2288807" y="35702"/>
                  </a:lnTo>
                  <a:lnTo>
                    <a:pt x="2289516" y="35702"/>
                  </a:lnTo>
                  <a:lnTo>
                    <a:pt x="2290225" y="35702"/>
                  </a:lnTo>
                  <a:lnTo>
                    <a:pt x="2290934" y="35702"/>
                  </a:lnTo>
                  <a:lnTo>
                    <a:pt x="2291643" y="35702"/>
                  </a:lnTo>
                  <a:lnTo>
                    <a:pt x="2292352" y="35702"/>
                  </a:lnTo>
                  <a:lnTo>
                    <a:pt x="2293060" y="35702"/>
                  </a:lnTo>
                  <a:lnTo>
                    <a:pt x="2293769" y="35702"/>
                  </a:lnTo>
                  <a:lnTo>
                    <a:pt x="2294478" y="35702"/>
                  </a:lnTo>
                  <a:lnTo>
                    <a:pt x="2295187" y="35702"/>
                  </a:lnTo>
                  <a:lnTo>
                    <a:pt x="2295187" y="35454"/>
                  </a:lnTo>
                  <a:lnTo>
                    <a:pt x="2295896" y="35454"/>
                  </a:lnTo>
                  <a:lnTo>
                    <a:pt x="2296605" y="35454"/>
                  </a:lnTo>
                  <a:lnTo>
                    <a:pt x="2297313" y="35454"/>
                  </a:lnTo>
                  <a:lnTo>
                    <a:pt x="2298022" y="35454"/>
                  </a:lnTo>
                  <a:lnTo>
                    <a:pt x="2298731" y="35454"/>
                  </a:lnTo>
                  <a:lnTo>
                    <a:pt x="2299440" y="35454"/>
                  </a:lnTo>
                  <a:lnTo>
                    <a:pt x="2300149" y="35454"/>
                  </a:lnTo>
                  <a:lnTo>
                    <a:pt x="2300857" y="35454"/>
                  </a:lnTo>
                  <a:lnTo>
                    <a:pt x="2301566" y="35454"/>
                  </a:lnTo>
                  <a:lnTo>
                    <a:pt x="2302275" y="35454"/>
                  </a:lnTo>
                  <a:lnTo>
                    <a:pt x="2302984" y="35454"/>
                  </a:lnTo>
                  <a:lnTo>
                    <a:pt x="2303693" y="35454"/>
                  </a:lnTo>
                  <a:lnTo>
                    <a:pt x="2304402" y="35454"/>
                  </a:lnTo>
                  <a:lnTo>
                    <a:pt x="2305110" y="35454"/>
                  </a:lnTo>
                  <a:lnTo>
                    <a:pt x="2305819" y="35454"/>
                  </a:lnTo>
                  <a:lnTo>
                    <a:pt x="2306528" y="35454"/>
                  </a:lnTo>
                  <a:lnTo>
                    <a:pt x="2307237" y="35454"/>
                  </a:lnTo>
                  <a:lnTo>
                    <a:pt x="2307946" y="35454"/>
                  </a:lnTo>
                  <a:lnTo>
                    <a:pt x="2308655" y="35454"/>
                  </a:lnTo>
                  <a:lnTo>
                    <a:pt x="2309363" y="35454"/>
                  </a:lnTo>
                  <a:lnTo>
                    <a:pt x="2310072" y="35454"/>
                  </a:lnTo>
                  <a:lnTo>
                    <a:pt x="2310781" y="35454"/>
                  </a:lnTo>
                  <a:lnTo>
                    <a:pt x="2311490" y="35454"/>
                  </a:lnTo>
                  <a:lnTo>
                    <a:pt x="2311490" y="35207"/>
                  </a:lnTo>
                  <a:lnTo>
                    <a:pt x="2312199" y="35207"/>
                  </a:lnTo>
                  <a:lnTo>
                    <a:pt x="2312908" y="35207"/>
                  </a:lnTo>
                  <a:lnTo>
                    <a:pt x="2313616" y="35207"/>
                  </a:lnTo>
                  <a:lnTo>
                    <a:pt x="2314325" y="35207"/>
                  </a:lnTo>
                  <a:lnTo>
                    <a:pt x="2315034" y="35207"/>
                  </a:lnTo>
                  <a:lnTo>
                    <a:pt x="2315743" y="35207"/>
                  </a:lnTo>
                  <a:lnTo>
                    <a:pt x="2316452" y="35207"/>
                  </a:lnTo>
                  <a:lnTo>
                    <a:pt x="2317161" y="35207"/>
                  </a:lnTo>
                  <a:lnTo>
                    <a:pt x="2317869" y="35207"/>
                  </a:lnTo>
                  <a:lnTo>
                    <a:pt x="2318578" y="35207"/>
                  </a:lnTo>
                  <a:lnTo>
                    <a:pt x="2319287" y="35207"/>
                  </a:lnTo>
                  <a:lnTo>
                    <a:pt x="2319996" y="35207"/>
                  </a:lnTo>
                  <a:lnTo>
                    <a:pt x="2320705" y="35207"/>
                  </a:lnTo>
                  <a:lnTo>
                    <a:pt x="2321414" y="35207"/>
                  </a:lnTo>
                  <a:lnTo>
                    <a:pt x="2322122" y="35207"/>
                  </a:lnTo>
                  <a:lnTo>
                    <a:pt x="2322831" y="35207"/>
                  </a:lnTo>
                  <a:lnTo>
                    <a:pt x="2323540" y="35207"/>
                  </a:lnTo>
                  <a:lnTo>
                    <a:pt x="2324249" y="35207"/>
                  </a:lnTo>
                  <a:lnTo>
                    <a:pt x="2324958" y="35207"/>
                  </a:lnTo>
                  <a:lnTo>
                    <a:pt x="2325667" y="35207"/>
                  </a:lnTo>
                  <a:lnTo>
                    <a:pt x="2325667" y="34959"/>
                  </a:lnTo>
                  <a:lnTo>
                    <a:pt x="2326375" y="34959"/>
                  </a:lnTo>
                  <a:lnTo>
                    <a:pt x="2327084" y="34959"/>
                  </a:lnTo>
                  <a:lnTo>
                    <a:pt x="2327793" y="34959"/>
                  </a:lnTo>
                  <a:lnTo>
                    <a:pt x="2328502" y="34959"/>
                  </a:lnTo>
                  <a:lnTo>
                    <a:pt x="2329211" y="34959"/>
                  </a:lnTo>
                  <a:lnTo>
                    <a:pt x="2329919" y="34959"/>
                  </a:lnTo>
                  <a:lnTo>
                    <a:pt x="2329919" y="34711"/>
                  </a:lnTo>
                  <a:lnTo>
                    <a:pt x="2330628" y="34711"/>
                  </a:lnTo>
                  <a:lnTo>
                    <a:pt x="2331337" y="34711"/>
                  </a:lnTo>
                  <a:lnTo>
                    <a:pt x="2332046" y="34711"/>
                  </a:lnTo>
                  <a:lnTo>
                    <a:pt x="2332755" y="34711"/>
                  </a:lnTo>
                  <a:lnTo>
                    <a:pt x="2333464" y="34711"/>
                  </a:lnTo>
                  <a:lnTo>
                    <a:pt x="2334172" y="34711"/>
                  </a:lnTo>
                  <a:lnTo>
                    <a:pt x="2334881" y="34711"/>
                  </a:lnTo>
                  <a:lnTo>
                    <a:pt x="2334881" y="34463"/>
                  </a:lnTo>
                  <a:lnTo>
                    <a:pt x="2335590" y="34463"/>
                  </a:lnTo>
                  <a:lnTo>
                    <a:pt x="2336299" y="34463"/>
                  </a:lnTo>
                  <a:lnTo>
                    <a:pt x="2337008" y="34463"/>
                  </a:lnTo>
                  <a:lnTo>
                    <a:pt x="2337717" y="34463"/>
                  </a:lnTo>
                  <a:lnTo>
                    <a:pt x="2338425" y="34463"/>
                  </a:lnTo>
                  <a:lnTo>
                    <a:pt x="2339134" y="34463"/>
                  </a:lnTo>
                  <a:lnTo>
                    <a:pt x="2339843" y="34463"/>
                  </a:lnTo>
                  <a:lnTo>
                    <a:pt x="2340552" y="34463"/>
                  </a:lnTo>
                  <a:lnTo>
                    <a:pt x="2341261" y="34463"/>
                  </a:lnTo>
                  <a:lnTo>
                    <a:pt x="2341970" y="34463"/>
                  </a:lnTo>
                  <a:lnTo>
                    <a:pt x="2342678" y="34463"/>
                  </a:lnTo>
                  <a:lnTo>
                    <a:pt x="2343387" y="34463"/>
                  </a:lnTo>
                  <a:lnTo>
                    <a:pt x="2344096" y="34463"/>
                  </a:lnTo>
                  <a:lnTo>
                    <a:pt x="2344805" y="34463"/>
                  </a:lnTo>
                  <a:lnTo>
                    <a:pt x="2345514" y="34463"/>
                  </a:lnTo>
                  <a:lnTo>
                    <a:pt x="2345514" y="34215"/>
                  </a:lnTo>
                  <a:lnTo>
                    <a:pt x="2346223" y="34215"/>
                  </a:lnTo>
                  <a:lnTo>
                    <a:pt x="2346931" y="34215"/>
                  </a:lnTo>
                  <a:lnTo>
                    <a:pt x="2347640" y="34215"/>
                  </a:lnTo>
                  <a:lnTo>
                    <a:pt x="2348349" y="34215"/>
                  </a:lnTo>
                  <a:lnTo>
                    <a:pt x="2349058" y="34215"/>
                  </a:lnTo>
                  <a:lnTo>
                    <a:pt x="2349767" y="34215"/>
                  </a:lnTo>
                  <a:lnTo>
                    <a:pt x="2350476" y="34215"/>
                  </a:lnTo>
                  <a:lnTo>
                    <a:pt x="2351184" y="34215"/>
                  </a:lnTo>
                  <a:lnTo>
                    <a:pt x="2351893" y="34215"/>
                  </a:lnTo>
                  <a:lnTo>
                    <a:pt x="2352602" y="34215"/>
                  </a:lnTo>
                  <a:lnTo>
                    <a:pt x="2353311" y="34215"/>
                  </a:lnTo>
                  <a:lnTo>
                    <a:pt x="2354020" y="34215"/>
                  </a:lnTo>
                  <a:lnTo>
                    <a:pt x="2354020" y="33967"/>
                  </a:lnTo>
                  <a:lnTo>
                    <a:pt x="2354728" y="33967"/>
                  </a:lnTo>
                  <a:lnTo>
                    <a:pt x="2355437" y="33967"/>
                  </a:lnTo>
                  <a:lnTo>
                    <a:pt x="2356146" y="33967"/>
                  </a:lnTo>
                  <a:lnTo>
                    <a:pt x="2356855" y="33967"/>
                  </a:lnTo>
                  <a:lnTo>
                    <a:pt x="2357564" y="33967"/>
                  </a:lnTo>
                  <a:lnTo>
                    <a:pt x="2358273" y="33967"/>
                  </a:lnTo>
                  <a:lnTo>
                    <a:pt x="2358981" y="33967"/>
                  </a:lnTo>
                  <a:lnTo>
                    <a:pt x="2359690" y="33967"/>
                  </a:lnTo>
                  <a:lnTo>
                    <a:pt x="2360399" y="33967"/>
                  </a:lnTo>
                  <a:lnTo>
                    <a:pt x="2360399" y="33719"/>
                  </a:lnTo>
                  <a:lnTo>
                    <a:pt x="2361108" y="33719"/>
                  </a:lnTo>
                  <a:lnTo>
                    <a:pt x="2361108" y="33471"/>
                  </a:lnTo>
                  <a:lnTo>
                    <a:pt x="2361108" y="33223"/>
                  </a:lnTo>
                  <a:lnTo>
                    <a:pt x="2361817" y="33223"/>
                  </a:lnTo>
                  <a:lnTo>
                    <a:pt x="2362526" y="33223"/>
                  </a:lnTo>
                  <a:lnTo>
                    <a:pt x="2363234" y="33223"/>
                  </a:lnTo>
                  <a:lnTo>
                    <a:pt x="2363943" y="33223"/>
                  </a:lnTo>
                  <a:lnTo>
                    <a:pt x="2364652" y="33223"/>
                  </a:lnTo>
                  <a:lnTo>
                    <a:pt x="2365361" y="33223"/>
                  </a:lnTo>
                  <a:lnTo>
                    <a:pt x="2366070" y="33223"/>
                  </a:lnTo>
                  <a:lnTo>
                    <a:pt x="2366779" y="33223"/>
                  </a:lnTo>
                  <a:lnTo>
                    <a:pt x="2367487" y="33223"/>
                  </a:lnTo>
                  <a:lnTo>
                    <a:pt x="2368196" y="33223"/>
                  </a:lnTo>
                  <a:lnTo>
                    <a:pt x="2368905" y="33223"/>
                  </a:lnTo>
                  <a:lnTo>
                    <a:pt x="2368905" y="32975"/>
                  </a:lnTo>
                  <a:lnTo>
                    <a:pt x="2369614" y="32975"/>
                  </a:lnTo>
                  <a:lnTo>
                    <a:pt x="2370323" y="32975"/>
                  </a:lnTo>
                  <a:lnTo>
                    <a:pt x="2371032" y="32975"/>
                  </a:lnTo>
                  <a:lnTo>
                    <a:pt x="2371740" y="32975"/>
                  </a:lnTo>
                  <a:lnTo>
                    <a:pt x="2372449" y="32975"/>
                  </a:lnTo>
                  <a:lnTo>
                    <a:pt x="2373158" y="32975"/>
                  </a:lnTo>
                  <a:lnTo>
                    <a:pt x="2373867" y="32975"/>
                  </a:lnTo>
                  <a:lnTo>
                    <a:pt x="2374576" y="32975"/>
                  </a:lnTo>
                  <a:lnTo>
                    <a:pt x="2375285" y="32975"/>
                  </a:lnTo>
                  <a:lnTo>
                    <a:pt x="2375993" y="32975"/>
                  </a:lnTo>
                  <a:lnTo>
                    <a:pt x="2376702" y="32975"/>
                  </a:lnTo>
                  <a:lnTo>
                    <a:pt x="2377411" y="32975"/>
                  </a:lnTo>
                  <a:lnTo>
                    <a:pt x="2378120" y="32975"/>
                  </a:lnTo>
                  <a:lnTo>
                    <a:pt x="2378829" y="32975"/>
                  </a:lnTo>
                  <a:lnTo>
                    <a:pt x="2379537" y="32975"/>
                  </a:lnTo>
                  <a:lnTo>
                    <a:pt x="2379537" y="32727"/>
                  </a:lnTo>
                  <a:lnTo>
                    <a:pt x="2380246" y="32727"/>
                  </a:lnTo>
                  <a:lnTo>
                    <a:pt x="2380955" y="32727"/>
                  </a:lnTo>
                  <a:lnTo>
                    <a:pt x="2381664" y="32727"/>
                  </a:lnTo>
                  <a:lnTo>
                    <a:pt x="2381664" y="32479"/>
                  </a:lnTo>
                  <a:lnTo>
                    <a:pt x="2382373" y="32479"/>
                  </a:lnTo>
                  <a:lnTo>
                    <a:pt x="2383082" y="32479"/>
                  </a:lnTo>
                  <a:lnTo>
                    <a:pt x="2383790" y="32479"/>
                  </a:lnTo>
                  <a:lnTo>
                    <a:pt x="2384499" y="32479"/>
                  </a:lnTo>
                  <a:lnTo>
                    <a:pt x="2385208" y="32479"/>
                  </a:lnTo>
                  <a:lnTo>
                    <a:pt x="2385917" y="32479"/>
                  </a:lnTo>
                  <a:lnTo>
                    <a:pt x="2386626" y="32479"/>
                  </a:lnTo>
                  <a:lnTo>
                    <a:pt x="2387335" y="32479"/>
                  </a:lnTo>
                  <a:lnTo>
                    <a:pt x="2388043" y="32479"/>
                  </a:lnTo>
                  <a:lnTo>
                    <a:pt x="2388752" y="32479"/>
                  </a:lnTo>
                  <a:lnTo>
                    <a:pt x="2389461" y="32479"/>
                  </a:lnTo>
                  <a:lnTo>
                    <a:pt x="2390170" y="32479"/>
                  </a:lnTo>
                  <a:lnTo>
                    <a:pt x="2390879" y="32479"/>
                  </a:lnTo>
                  <a:lnTo>
                    <a:pt x="2391588" y="32479"/>
                  </a:lnTo>
                  <a:lnTo>
                    <a:pt x="2392296" y="32479"/>
                  </a:lnTo>
                  <a:lnTo>
                    <a:pt x="2393005" y="32479"/>
                  </a:lnTo>
                  <a:lnTo>
                    <a:pt x="2393714" y="32479"/>
                  </a:lnTo>
                  <a:lnTo>
                    <a:pt x="2394423" y="32479"/>
                  </a:lnTo>
                  <a:lnTo>
                    <a:pt x="2395132" y="32479"/>
                  </a:lnTo>
                  <a:lnTo>
                    <a:pt x="2395841" y="32479"/>
                  </a:lnTo>
                  <a:lnTo>
                    <a:pt x="2396549" y="32479"/>
                  </a:lnTo>
                  <a:lnTo>
                    <a:pt x="2397258" y="32479"/>
                  </a:lnTo>
                  <a:lnTo>
                    <a:pt x="2397967" y="32479"/>
                  </a:lnTo>
                  <a:lnTo>
                    <a:pt x="2398676" y="32479"/>
                  </a:lnTo>
                  <a:lnTo>
                    <a:pt x="2399385" y="32479"/>
                  </a:lnTo>
                  <a:lnTo>
                    <a:pt x="2400094" y="32479"/>
                  </a:lnTo>
                  <a:lnTo>
                    <a:pt x="2400802" y="32479"/>
                  </a:lnTo>
                  <a:lnTo>
                    <a:pt x="2401511" y="32479"/>
                  </a:lnTo>
                  <a:lnTo>
                    <a:pt x="2402220" y="32479"/>
                  </a:lnTo>
                  <a:lnTo>
                    <a:pt x="2402929" y="32479"/>
                  </a:lnTo>
                  <a:lnTo>
                    <a:pt x="2403638" y="32479"/>
                  </a:lnTo>
                  <a:lnTo>
                    <a:pt x="2404346" y="32479"/>
                  </a:lnTo>
                  <a:lnTo>
                    <a:pt x="2405055" y="32479"/>
                  </a:lnTo>
                  <a:lnTo>
                    <a:pt x="2405764" y="32479"/>
                  </a:lnTo>
                  <a:lnTo>
                    <a:pt x="2406473" y="32479"/>
                  </a:lnTo>
                  <a:lnTo>
                    <a:pt x="2407182" y="32479"/>
                  </a:lnTo>
                  <a:lnTo>
                    <a:pt x="2407891" y="32479"/>
                  </a:lnTo>
                  <a:lnTo>
                    <a:pt x="2408599" y="32479"/>
                  </a:lnTo>
                  <a:lnTo>
                    <a:pt x="2409308" y="32479"/>
                  </a:lnTo>
                  <a:lnTo>
                    <a:pt x="2410017" y="32479"/>
                  </a:lnTo>
                  <a:lnTo>
                    <a:pt x="2410726" y="32479"/>
                  </a:lnTo>
                  <a:lnTo>
                    <a:pt x="2411435" y="32479"/>
                  </a:lnTo>
                  <a:lnTo>
                    <a:pt x="2412144" y="32479"/>
                  </a:lnTo>
                  <a:lnTo>
                    <a:pt x="2412852" y="32479"/>
                  </a:lnTo>
                  <a:lnTo>
                    <a:pt x="2413561" y="32479"/>
                  </a:lnTo>
                  <a:lnTo>
                    <a:pt x="2414270" y="32479"/>
                  </a:lnTo>
                  <a:lnTo>
                    <a:pt x="2414979" y="32479"/>
                  </a:lnTo>
                  <a:lnTo>
                    <a:pt x="2415688" y="32479"/>
                  </a:lnTo>
                  <a:lnTo>
                    <a:pt x="2416397" y="32479"/>
                  </a:lnTo>
                  <a:lnTo>
                    <a:pt x="2417105" y="32479"/>
                  </a:lnTo>
                  <a:lnTo>
                    <a:pt x="2417814" y="32479"/>
                  </a:lnTo>
                  <a:lnTo>
                    <a:pt x="2418523" y="32479"/>
                  </a:lnTo>
                  <a:lnTo>
                    <a:pt x="2419232" y="32479"/>
                  </a:lnTo>
                  <a:lnTo>
                    <a:pt x="2419941" y="32479"/>
                  </a:lnTo>
                  <a:lnTo>
                    <a:pt x="2420650" y="32479"/>
                  </a:lnTo>
                  <a:lnTo>
                    <a:pt x="2421358" y="32479"/>
                  </a:lnTo>
                  <a:lnTo>
                    <a:pt x="2422067" y="32479"/>
                  </a:lnTo>
                  <a:lnTo>
                    <a:pt x="2422776" y="32479"/>
                  </a:lnTo>
                  <a:lnTo>
                    <a:pt x="2423485" y="32479"/>
                  </a:lnTo>
                  <a:lnTo>
                    <a:pt x="2424194" y="32479"/>
                  </a:lnTo>
                  <a:lnTo>
                    <a:pt x="2424194" y="32231"/>
                  </a:lnTo>
                  <a:lnTo>
                    <a:pt x="2424903" y="32231"/>
                  </a:lnTo>
                  <a:lnTo>
                    <a:pt x="2425611" y="32231"/>
                  </a:lnTo>
                  <a:lnTo>
                    <a:pt x="2426320" y="32231"/>
                  </a:lnTo>
                  <a:lnTo>
                    <a:pt x="2427029" y="32231"/>
                  </a:lnTo>
                  <a:lnTo>
                    <a:pt x="2427738" y="32231"/>
                  </a:lnTo>
                  <a:lnTo>
                    <a:pt x="2428447" y="32231"/>
                  </a:lnTo>
                  <a:lnTo>
                    <a:pt x="2429155" y="32231"/>
                  </a:lnTo>
                  <a:lnTo>
                    <a:pt x="2429864" y="32231"/>
                  </a:lnTo>
                  <a:lnTo>
                    <a:pt x="2430573" y="32231"/>
                  </a:lnTo>
                  <a:lnTo>
                    <a:pt x="2431282" y="32231"/>
                  </a:lnTo>
                  <a:lnTo>
                    <a:pt x="2431991" y="32231"/>
                  </a:lnTo>
                  <a:lnTo>
                    <a:pt x="2432700" y="32231"/>
                  </a:lnTo>
                  <a:lnTo>
                    <a:pt x="2433408" y="32231"/>
                  </a:lnTo>
                  <a:lnTo>
                    <a:pt x="2434117" y="32231"/>
                  </a:lnTo>
                  <a:lnTo>
                    <a:pt x="2434826" y="32231"/>
                  </a:lnTo>
                  <a:lnTo>
                    <a:pt x="2435535" y="32231"/>
                  </a:lnTo>
                  <a:lnTo>
                    <a:pt x="2436244" y="32231"/>
                  </a:lnTo>
                  <a:lnTo>
                    <a:pt x="2436953" y="32231"/>
                  </a:lnTo>
                  <a:lnTo>
                    <a:pt x="2437661" y="32231"/>
                  </a:lnTo>
                  <a:lnTo>
                    <a:pt x="2438370" y="32231"/>
                  </a:lnTo>
                  <a:lnTo>
                    <a:pt x="2439079" y="32231"/>
                  </a:lnTo>
                  <a:lnTo>
                    <a:pt x="2439788" y="32231"/>
                  </a:lnTo>
                  <a:lnTo>
                    <a:pt x="2440497" y="32231"/>
                  </a:lnTo>
                  <a:lnTo>
                    <a:pt x="2441206" y="32231"/>
                  </a:lnTo>
                  <a:lnTo>
                    <a:pt x="2441914" y="32231"/>
                  </a:lnTo>
                  <a:lnTo>
                    <a:pt x="2442623" y="32231"/>
                  </a:lnTo>
                  <a:lnTo>
                    <a:pt x="2443332" y="32231"/>
                  </a:lnTo>
                  <a:lnTo>
                    <a:pt x="2444041" y="32231"/>
                  </a:lnTo>
                  <a:lnTo>
                    <a:pt x="2444750" y="32231"/>
                  </a:lnTo>
                  <a:lnTo>
                    <a:pt x="2445459" y="32231"/>
                  </a:lnTo>
                  <a:lnTo>
                    <a:pt x="2446167" y="32231"/>
                  </a:lnTo>
                  <a:lnTo>
                    <a:pt x="2446876" y="32231"/>
                  </a:lnTo>
                  <a:lnTo>
                    <a:pt x="2447585" y="32231"/>
                  </a:lnTo>
                  <a:lnTo>
                    <a:pt x="2448294" y="32231"/>
                  </a:lnTo>
                  <a:lnTo>
                    <a:pt x="2449003" y="32231"/>
                  </a:lnTo>
                  <a:lnTo>
                    <a:pt x="2449003" y="31983"/>
                  </a:lnTo>
                  <a:lnTo>
                    <a:pt x="2449712" y="31983"/>
                  </a:lnTo>
                  <a:lnTo>
                    <a:pt x="2449712" y="31735"/>
                  </a:lnTo>
                  <a:lnTo>
                    <a:pt x="2450420" y="31735"/>
                  </a:lnTo>
                  <a:lnTo>
                    <a:pt x="2451129" y="31735"/>
                  </a:lnTo>
                  <a:lnTo>
                    <a:pt x="2451838" y="31735"/>
                  </a:lnTo>
                  <a:lnTo>
                    <a:pt x="2452547" y="31735"/>
                  </a:lnTo>
                  <a:lnTo>
                    <a:pt x="2453256" y="31735"/>
                  </a:lnTo>
                  <a:lnTo>
                    <a:pt x="2453965" y="31735"/>
                  </a:lnTo>
                  <a:lnTo>
                    <a:pt x="2454673" y="31735"/>
                  </a:lnTo>
                  <a:lnTo>
                    <a:pt x="2455382" y="31735"/>
                  </a:lnTo>
                  <a:lnTo>
                    <a:pt x="2456091" y="31735"/>
                  </a:lnTo>
                  <a:lnTo>
                    <a:pt x="2456800" y="31735"/>
                  </a:lnTo>
                  <a:lnTo>
                    <a:pt x="2457509" y="31735"/>
                  </a:lnTo>
                  <a:lnTo>
                    <a:pt x="2457509" y="31487"/>
                  </a:lnTo>
                  <a:lnTo>
                    <a:pt x="2458217" y="31487"/>
                  </a:lnTo>
                  <a:lnTo>
                    <a:pt x="2458926" y="31487"/>
                  </a:lnTo>
                  <a:lnTo>
                    <a:pt x="2459635" y="31487"/>
                  </a:lnTo>
                  <a:lnTo>
                    <a:pt x="2460344" y="31487"/>
                  </a:lnTo>
                  <a:lnTo>
                    <a:pt x="2461053" y="31487"/>
                  </a:lnTo>
                  <a:lnTo>
                    <a:pt x="2461762" y="31487"/>
                  </a:lnTo>
                  <a:lnTo>
                    <a:pt x="2462470" y="31487"/>
                  </a:lnTo>
                  <a:lnTo>
                    <a:pt x="2463179" y="31487"/>
                  </a:lnTo>
                  <a:lnTo>
                    <a:pt x="2463888" y="31487"/>
                  </a:lnTo>
                  <a:lnTo>
                    <a:pt x="2464597" y="31487"/>
                  </a:lnTo>
                  <a:lnTo>
                    <a:pt x="2465306" y="31487"/>
                  </a:lnTo>
                  <a:lnTo>
                    <a:pt x="2466015" y="31487"/>
                  </a:lnTo>
                  <a:lnTo>
                    <a:pt x="2466723" y="31487"/>
                  </a:lnTo>
                  <a:lnTo>
                    <a:pt x="2467432" y="31487"/>
                  </a:lnTo>
                  <a:lnTo>
                    <a:pt x="2468141" y="31487"/>
                  </a:lnTo>
                  <a:lnTo>
                    <a:pt x="2468850" y="31487"/>
                  </a:lnTo>
                  <a:lnTo>
                    <a:pt x="2469559" y="31487"/>
                  </a:lnTo>
                  <a:lnTo>
                    <a:pt x="2470268" y="31487"/>
                  </a:lnTo>
                  <a:lnTo>
                    <a:pt x="2470976" y="31487"/>
                  </a:lnTo>
                  <a:lnTo>
                    <a:pt x="2471685" y="31487"/>
                  </a:lnTo>
                  <a:lnTo>
                    <a:pt x="2472394" y="31487"/>
                  </a:lnTo>
                  <a:lnTo>
                    <a:pt x="2473103" y="31487"/>
                  </a:lnTo>
                  <a:lnTo>
                    <a:pt x="2473812" y="31487"/>
                  </a:lnTo>
                  <a:lnTo>
                    <a:pt x="2474521" y="31487"/>
                  </a:lnTo>
                  <a:lnTo>
                    <a:pt x="2475229" y="31487"/>
                  </a:lnTo>
                  <a:lnTo>
                    <a:pt x="2475229" y="31240"/>
                  </a:lnTo>
                  <a:lnTo>
                    <a:pt x="2475938" y="31240"/>
                  </a:lnTo>
                  <a:lnTo>
                    <a:pt x="2476647" y="31240"/>
                  </a:lnTo>
                  <a:lnTo>
                    <a:pt x="2477356" y="31240"/>
                  </a:lnTo>
                  <a:lnTo>
                    <a:pt x="2477356" y="30992"/>
                  </a:lnTo>
                  <a:lnTo>
                    <a:pt x="2478065" y="30992"/>
                  </a:lnTo>
                  <a:lnTo>
                    <a:pt x="2478774" y="30992"/>
                  </a:lnTo>
                  <a:lnTo>
                    <a:pt x="2479482" y="30992"/>
                  </a:lnTo>
                  <a:lnTo>
                    <a:pt x="2480191" y="30992"/>
                  </a:lnTo>
                  <a:lnTo>
                    <a:pt x="2480900" y="30992"/>
                  </a:lnTo>
                  <a:lnTo>
                    <a:pt x="2481609" y="30992"/>
                  </a:lnTo>
                  <a:lnTo>
                    <a:pt x="2482318" y="30992"/>
                  </a:lnTo>
                  <a:lnTo>
                    <a:pt x="2482318" y="30744"/>
                  </a:lnTo>
                  <a:lnTo>
                    <a:pt x="2483026" y="30744"/>
                  </a:lnTo>
                  <a:lnTo>
                    <a:pt x="2483735" y="30744"/>
                  </a:lnTo>
                  <a:lnTo>
                    <a:pt x="2484444" y="30744"/>
                  </a:lnTo>
                  <a:lnTo>
                    <a:pt x="2484444" y="30496"/>
                  </a:lnTo>
                  <a:lnTo>
                    <a:pt x="2485153" y="30496"/>
                  </a:lnTo>
                  <a:lnTo>
                    <a:pt x="2485862" y="30496"/>
                  </a:lnTo>
                  <a:lnTo>
                    <a:pt x="2486571" y="30496"/>
                  </a:lnTo>
                  <a:lnTo>
                    <a:pt x="2487279" y="30496"/>
                  </a:lnTo>
                  <a:lnTo>
                    <a:pt x="2487988" y="30496"/>
                  </a:lnTo>
                  <a:lnTo>
                    <a:pt x="2488697" y="30496"/>
                  </a:lnTo>
                  <a:lnTo>
                    <a:pt x="2489406" y="30496"/>
                  </a:lnTo>
                  <a:lnTo>
                    <a:pt x="2490115" y="30496"/>
                  </a:lnTo>
                  <a:lnTo>
                    <a:pt x="2490824" y="30496"/>
                  </a:lnTo>
                  <a:lnTo>
                    <a:pt x="2491532" y="30496"/>
                  </a:lnTo>
                  <a:lnTo>
                    <a:pt x="2492241" y="30496"/>
                  </a:lnTo>
                  <a:lnTo>
                    <a:pt x="2492950" y="30496"/>
                  </a:lnTo>
                  <a:lnTo>
                    <a:pt x="2493659" y="30496"/>
                  </a:lnTo>
                  <a:lnTo>
                    <a:pt x="2494368" y="30496"/>
                  </a:lnTo>
                  <a:lnTo>
                    <a:pt x="2495077" y="30496"/>
                  </a:lnTo>
                  <a:lnTo>
                    <a:pt x="2495785" y="30496"/>
                  </a:lnTo>
                  <a:lnTo>
                    <a:pt x="2496494" y="30496"/>
                  </a:lnTo>
                  <a:lnTo>
                    <a:pt x="2497203" y="30496"/>
                  </a:lnTo>
                  <a:lnTo>
                    <a:pt x="2497912" y="30496"/>
                  </a:lnTo>
                  <a:lnTo>
                    <a:pt x="2498621" y="30496"/>
                  </a:lnTo>
                  <a:lnTo>
                    <a:pt x="2499330" y="30496"/>
                  </a:lnTo>
                  <a:lnTo>
                    <a:pt x="2500038" y="30496"/>
                  </a:lnTo>
                  <a:lnTo>
                    <a:pt x="2500747" y="30496"/>
                  </a:lnTo>
                  <a:lnTo>
                    <a:pt x="2500747" y="30248"/>
                  </a:lnTo>
                  <a:lnTo>
                    <a:pt x="2501456" y="30248"/>
                  </a:lnTo>
                  <a:lnTo>
                    <a:pt x="2502165" y="30248"/>
                  </a:lnTo>
                  <a:lnTo>
                    <a:pt x="2502874" y="30248"/>
                  </a:lnTo>
                  <a:lnTo>
                    <a:pt x="2503583" y="30248"/>
                  </a:lnTo>
                  <a:lnTo>
                    <a:pt x="2504291" y="30248"/>
                  </a:lnTo>
                  <a:lnTo>
                    <a:pt x="2505000" y="30248"/>
                  </a:lnTo>
                  <a:lnTo>
                    <a:pt x="2505709" y="30248"/>
                  </a:lnTo>
                  <a:lnTo>
                    <a:pt x="2506418" y="30248"/>
                  </a:lnTo>
                  <a:lnTo>
                    <a:pt x="2507127" y="30248"/>
                  </a:lnTo>
                  <a:lnTo>
                    <a:pt x="2507835" y="30248"/>
                  </a:lnTo>
                  <a:lnTo>
                    <a:pt x="2508544" y="30248"/>
                  </a:lnTo>
                  <a:lnTo>
                    <a:pt x="2509253" y="30248"/>
                  </a:lnTo>
                  <a:lnTo>
                    <a:pt x="2509962" y="30248"/>
                  </a:lnTo>
                  <a:lnTo>
                    <a:pt x="2510671" y="30248"/>
                  </a:lnTo>
                  <a:lnTo>
                    <a:pt x="2511380" y="30248"/>
                  </a:lnTo>
                  <a:lnTo>
                    <a:pt x="2512088" y="30248"/>
                  </a:lnTo>
                  <a:lnTo>
                    <a:pt x="2512797" y="30248"/>
                  </a:lnTo>
                  <a:lnTo>
                    <a:pt x="2513506" y="30248"/>
                  </a:lnTo>
                  <a:lnTo>
                    <a:pt x="2514215" y="30248"/>
                  </a:lnTo>
                  <a:lnTo>
                    <a:pt x="2514924" y="30248"/>
                  </a:lnTo>
                  <a:lnTo>
                    <a:pt x="2515633" y="30248"/>
                  </a:lnTo>
                  <a:lnTo>
                    <a:pt x="2516341" y="30248"/>
                  </a:lnTo>
                  <a:lnTo>
                    <a:pt x="2517050" y="30248"/>
                  </a:lnTo>
                  <a:lnTo>
                    <a:pt x="2517759" y="30248"/>
                  </a:lnTo>
                  <a:lnTo>
                    <a:pt x="2518468" y="30248"/>
                  </a:lnTo>
                  <a:lnTo>
                    <a:pt x="2519177" y="30248"/>
                  </a:lnTo>
                  <a:lnTo>
                    <a:pt x="2519886" y="30248"/>
                  </a:lnTo>
                  <a:lnTo>
                    <a:pt x="2520594" y="30248"/>
                  </a:lnTo>
                  <a:lnTo>
                    <a:pt x="2521303" y="30248"/>
                  </a:lnTo>
                  <a:lnTo>
                    <a:pt x="2522012" y="30248"/>
                  </a:lnTo>
                  <a:lnTo>
                    <a:pt x="2522721" y="30248"/>
                  </a:lnTo>
                  <a:lnTo>
                    <a:pt x="2523430" y="30248"/>
                  </a:lnTo>
                  <a:lnTo>
                    <a:pt x="2524139" y="30248"/>
                  </a:lnTo>
                  <a:lnTo>
                    <a:pt x="2524847" y="30248"/>
                  </a:lnTo>
                  <a:lnTo>
                    <a:pt x="2525556" y="30248"/>
                  </a:lnTo>
                  <a:lnTo>
                    <a:pt x="2526265" y="30248"/>
                  </a:lnTo>
                  <a:lnTo>
                    <a:pt x="2526974" y="30248"/>
                  </a:lnTo>
                  <a:lnTo>
                    <a:pt x="2527683" y="30248"/>
                  </a:lnTo>
                  <a:lnTo>
                    <a:pt x="2528392" y="30248"/>
                  </a:lnTo>
                  <a:lnTo>
                    <a:pt x="2529100" y="30248"/>
                  </a:lnTo>
                  <a:lnTo>
                    <a:pt x="2529809" y="30248"/>
                  </a:lnTo>
                  <a:lnTo>
                    <a:pt x="2530518" y="30248"/>
                  </a:lnTo>
                  <a:lnTo>
                    <a:pt x="2531227" y="30248"/>
                  </a:lnTo>
                  <a:lnTo>
                    <a:pt x="2531936" y="30248"/>
                  </a:lnTo>
                  <a:lnTo>
                    <a:pt x="2532644" y="30248"/>
                  </a:lnTo>
                  <a:lnTo>
                    <a:pt x="2533353" y="30248"/>
                  </a:lnTo>
                  <a:lnTo>
                    <a:pt x="2533353" y="30000"/>
                  </a:lnTo>
                  <a:lnTo>
                    <a:pt x="2534062" y="30000"/>
                  </a:lnTo>
                  <a:lnTo>
                    <a:pt x="2534771" y="30000"/>
                  </a:lnTo>
                  <a:lnTo>
                    <a:pt x="2535480" y="30000"/>
                  </a:lnTo>
                  <a:lnTo>
                    <a:pt x="2536189" y="30000"/>
                  </a:lnTo>
                  <a:lnTo>
                    <a:pt x="2536897" y="30000"/>
                  </a:lnTo>
                  <a:lnTo>
                    <a:pt x="2537606" y="30000"/>
                  </a:lnTo>
                  <a:lnTo>
                    <a:pt x="2538315" y="30000"/>
                  </a:lnTo>
                  <a:lnTo>
                    <a:pt x="2539024" y="30000"/>
                  </a:lnTo>
                  <a:lnTo>
                    <a:pt x="2539733" y="30000"/>
                  </a:lnTo>
                  <a:lnTo>
                    <a:pt x="2540442" y="30000"/>
                  </a:lnTo>
                  <a:lnTo>
                    <a:pt x="2541150" y="30000"/>
                  </a:lnTo>
                  <a:lnTo>
                    <a:pt x="2541859" y="30000"/>
                  </a:lnTo>
                  <a:lnTo>
                    <a:pt x="2542568" y="30000"/>
                  </a:lnTo>
                  <a:lnTo>
                    <a:pt x="2543277" y="30000"/>
                  </a:lnTo>
                  <a:lnTo>
                    <a:pt x="2543986" y="30000"/>
                  </a:lnTo>
                  <a:lnTo>
                    <a:pt x="2544695" y="30000"/>
                  </a:lnTo>
                  <a:lnTo>
                    <a:pt x="2545403" y="30000"/>
                  </a:lnTo>
                  <a:lnTo>
                    <a:pt x="2546112" y="30000"/>
                  </a:lnTo>
                  <a:lnTo>
                    <a:pt x="2546821" y="30000"/>
                  </a:lnTo>
                  <a:lnTo>
                    <a:pt x="2547530" y="30000"/>
                  </a:lnTo>
                  <a:lnTo>
                    <a:pt x="2548239" y="30000"/>
                  </a:lnTo>
                  <a:lnTo>
                    <a:pt x="2548948" y="30000"/>
                  </a:lnTo>
                  <a:lnTo>
                    <a:pt x="2549656" y="30000"/>
                  </a:lnTo>
                  <a:lnTo>
                    <a:pt x="2550365" y="30000"/>
                  </a:lnTo>
                  <a:lnTo>
                    <a:pt x="2551074" y="30000"/>
                  </a:lnTo>
                  <a:lnTo>
                    <a:pt x="2551783" y="30000"/>
                  </a:lnTo>
                  <a:lnTo>
                    <a:pt x="2552492" y="30000"/>
                  </a:lnTo>
                  <a:lnTo>
                    <a:pt x="2553201" y="30000"/>
                  </a:lnTo>
                  <a:lnTo>
                    <a:pt x="2553909" y="30000"/>
                  </a:lnTo>
                  <a:lnTo>
                    <a:pt x="2554618" y="30000"/>
                  </a:lnTo>
                  <a:lnTo>
                    <a:pt x="2555327" y="30000"/>
                  </a:lnTo>
                  <a:lnTo>
                    <a:pt x="2556036" y="30000"/>
                  </a:lnTo>
                  <a:lnTo>
                    <a:pt x="2556745" y="30000"/>
                  </a:lnTo>
                  <a:lnTo>
                    <a:pt x="2557453" y="30000"/>
                  </a:lnTo>
                  <a:lnTo>
                    <a:pt x="2558162" y="30000"/>
                  </a:lnTo>
                  <a:lnTo>
                    <a:pt x="2558871" y="30000"/>
                  </a:lnTo>
                  <a:lnTo>
                    <a:pt x="2559580" y="30000"/>
                  </a:lnTo>
                  <a:lnTo>
                    <a:pt x="2560289" y="30000"/>
                  </a:lnTo>
                  <a:lnTo>
                    <a:pt x="2560998" y="30000"/>
                  </a:lnTo>
                  <a:lnTo>
                    <a:pt x="2561706" y="30000"/>
                  </a:lnTo>
                  <a:lnTo>
                    <a:pt x="2562415" y="30000"/>
                  </a:lnTo>
                  <a:lnTo>
                    <a:pt x="2563124" y="30000"/>
                  </a:lnTo>
                  <a:lnTo>
                    <a:pt x="2563833" y="30000"/>
                  </a:lnTo>
                  <a:lnTo>
                    <a:pt x="2564542" y="30000"/>
                  </a:lnTo>
                  <a:lnTo>
                    <a:pt x="2565251" y="30000"/>
                  </a:lnTo>
                  <a:lnTo>
                    <a:pt x="2565959" y="30000"/>
                  </a:lnTo>
                  <a:lnTo>
                    <a:pt x="2566668" y="30000"/>
                  </a:lnTo>
                  <a:lnTo>
                    <a:pt x="2567377" y="30000"/>
                  </a:lnTo>
                  <a:lnTo>
                    <a:pt x="2567377" y="29752"/>
                  </a:lnTo>
                  <a:lnTo>
                    <a:pt x="2568086" y="29752"/>
                  </a:lnTo>
                  <a:lnTo>
                    <a:pt x="2568795" y="29752"/>
                  </a:lnTo>
                  <a:lnTo>
                    <a:pt x="2569504" y="29752"/>
                  </a:lnTo>
                  <a:lnTo>
                    <a:pt x="2570212" y="29752"/>
                  </a:lnTo>
                  <a:lnTo>
                    <a:pt x="2570921" y="29752"/>
                  </a:lnTo>
                  <a:lnTo>
                    <a:pt x="2571630" y="29752"/>
                  </a:lnTo>
                  <a:lnTo>
                    <a:pt x="2572339" y="29752"/>
                  </a:lnTo>
                  <a:lnTo>
                    <a:pt x="2573048" y="29752"/>
                  </a:lnTo>
                  <a:lnTo>
                    <a:pt x="2573048" y="29504"/>
                  </a:lnTo>
                  <a:lnTo>
                    <a:pt x="2573757" y="29504"/>
                  </a:lnTo>
                  <a:lnTo>
                    <a:pt x="2574465" y="29504"/>
                  </a:lnTo>
                  <a:lnTo>
                    <a:pt x="2575174" y="29504"/>
                  </a:lnTo>
                  <a:lnTo>
                    <a:pt x="2575883" y="29504"/>
                  </a:lnTo>
                  <a:lnTo>
                    <a:pt x="2576592" y="29504"/>
                  </a:lnTo>
                  <a:lnTo>
                    <a:pt x="2577301" y="29504"/>
                  </a:lnTo>
                  <a:lnTo>
                    <a:pt x="2578010" y="29504"/>
                  </a:lnTo>
                  <a:lnTo>
                    <a:pt x="2578718" y="29504"/>
                  </a:lnTo>
                  <a:lnTo>
                    <a:pt x="2579427" y="29504"/>
                  </a:lnTo>
                  <a:lnTo>
                    <a:pt x="2580136" y="29504"/>
                  </a:lnTo>
                  <a:lnTo>
                    <a:pt x="2580845" y="29504"/>
                  </a:lnTo>
                  <a:lnTo>
                    <a:pt x="2581554" y="29504"/>
                  </a:lnTo>
                  <a:lnTo>
                    <a:pt x="2582262" y="29504"/>
                  </a:lnTo>
                  <a:lnTo>
                    <a:pt x="2582971" y="29504"/>
                  </a:lnTo>
                  <a:lnTo>
                    <a:pt x="2583680" y="29504"/>
                  </a:lnTo>
                  <a:lnTo>
                    <a:pt x="2584389" y="29504"/>
                  </a:lnTo>
                  <a:lnTo>
                    <a:pt x="2585098" y="29504"/>
                  </a:lnTo>
                  <a:lnTo>
                    <a:pt x="2585807" y="29504"/>
                  </a:lnTo>
                  <a:lnTo>
                    <a:pt x="2586515" y="29504"/>
                  </a:lnTo>
                  <a:lnTo>
                    <a:pt x="2587224" y="29504"/>
                  </a:lnTo>
                  <a:lnTo>
                    <a:pt x="2587933" y="29504"/>
                  </a:lnTo>
                  <a:lnTo>
                    <a:pt x="2587933" y="29256"/>
                  </a:lnTo>
                  <a:lnTo>
                    <a:pt x="2588642" y="29256"/>
                  </a:lnTo>
                  <a:lnTo>
                    <a:pt x="2589351" y="29256"/>
                  </a:lnTo>
                  <a:lnTo>
                    <a:pt x="2590060" y="29256"/>
                  </a:lnTo>
                  <a:lnTo>
                    <a:pt x="2590768" y="29256"/>
                  </a:lnTo>
                  <a:lnTo>
                    <a:pt x="2591477" y="29256"/>
                  </a:lnTo>
                  <a:lnTo>
                    <a:pt x="2592186" y="29256"/>
                  </a:lnTo>
                  <a:lnTo>
                    <a:pt x="2592895" y="29256"/>
                  </a:lnTo>
                  <a:lnTo>
                    <a:pt x="2593604" y="29256"/>
                  </a:lnTo>
                  <a:lnTo>
                    <a:pt x="2594313" y="29256"/>
                  </a:lnTo>
                  <a:lnTo>
                    <a:pt x="2595021" y="29256"/>
                  </a:lnTo>
                  <a:lnTo>
                    <a:pt x="2595730" y="29256"/>
                  </a:lnTo>
                  <a:lnTo>
                    <a:pt x="2596439" y="29256"/>
                  </a:lnTo>
                  <a:lnTo>
                    <a:pt x="2597148" y="29256"/>
                  </a:lnTo>
                  <a:lnTo>
                    <a:pt x="2597857" y="29256"/>
                  </a:lnTo>
                  <a:lnTo>
                    <a:pt x="2598566" y="29256"/>
                  </a:lnTo>
                  <a:lnTo>
                    <a:pt x="2599274" y="29256"/>
                  </a:lnTo>
                  <a:lnTo>
                    <a:pt x="2599983" y="29256"/>
                  </a:lnTo>
                  <a:lnTo>
                    <a:pt x="2600692" y="29256"/>
                  </a:lnTo>
                  <a:lnTo>
                    <a:pt x="2601401" y="29256"/>
                  </a:lnTo>
                  <a:lnTo>
                    <a:pt x="2602110" y="29256"/>
                  </a:lnTo>
                  <a:lnTo>
                    <a:pt x="2602819" y="29256"/>
                  </a:lnTo>
                  <a:lnTo>
                    <a:pt x="2603527" y="29256"/>
                  </a:lnTo>
                  <a:lnTo>
                    <a:pt x="2604236" y="29256"/>
                  </a:lnTo>
                  <a:lnTo>
                    <a:pt x="2604236" y="29008"/>
                  </a:lnTo>
                  <a:lnTo>
                    <a:pt x="2604945" y="29008"/>
                  </a:lnTo>
                  <a:lnTo>
                    <a:pt x="2605654" y="29008"/>
                  </a:lnTo>
                  <a:lnTo>
                    <a:pt x="2606363" y="29008"/>
                  </a:lnTo>
                  <a:lnTo>
                    <a:pt x="2607072" y="29008"/>
                  </a:lnTo>
                  <a:lnTo>
                    <a:pt x="2607780" y="29008"/>
                  </a:lnTo>
                  <a:lnTo>
                    <a:pt x="2608489" y="29008"/>
                  </a:lnTo>
                  <a:lnTo>
                    <a:pt x="2608489" y="28760"/>
                  </a:lnTo>
                  <a:lnTo>
                    <a:pt x="2609198" y="28760"/>
                  </a:lnTo>
                  <a:lnTo>
                    <a:pt x="2609907" y="28760"/>
                  </a:lnTo>
                  <a:lnTo>
                    <a:pt x="2610616" y="28760"/>
                  </a:lnTo>
                  <a:lnTo>
                    <a:pt x="2611324" y="28760"/>
                  </a:lnTo>
                  <a:lnTo>
                    <a:pt x="2612033" y="28760"/>
                  </a:lnTo>
                  <a:lnTo>
                    <a:pt x="2612742" y="28760"/>
                  </a:lnTo>
                  <a:lnTo>
                    <a:pt x="2613451" y="28760"/>
                  </a:lnTo>
                  <a:lnTo>
                    <a:pt x="2614160" y="28760"/>
                  </a:lnTo>
                  <a:lnTo>
                    <a:pt x="2614869" y="28760"/>
                  </a:lnTo>
                  <a:lnTo>
                    <a:pt x="2615577" y="28760"/>
                  </a:lnTo>
                  <a:lnTo>
                    <a:pt x="2616286" y="28760"/>
                  </a:lnTo>
                  <a:lnTo>
                    <a:pt x="2616995" y="28760"/>
                  </a:lnTo>
                  <a:lnTo>
                    <a:pt x="2617704" y="28760"/>
                  </a:lnTo>
                  <a:lnTo>
                    <a:pt x="2618413" y="28760"/>
                  </a:lnTo>
                  <a:lnTo>
                    <a:pt x="2619122" y="28760"/>
                  </a:lnTo>
                  <a:lnTo>
                    <a:pt x="2619830" y="28760"/>
                  </a:lnTo>
                  <a:lnTo>
                    <a:pt x="2619830" y="28512"/>
                  </a:lnTo>
                  <a:lnTo>
                    <a:pt x="2620539" y="28512"/>
                  </a:lnTo>
                  <a:lnTo>
                    <a:pt x="2621248" y="28512"/>
                  </a:lnTo>
                  <a:lnTo>
                    <a:pt x="2621957" y="28512"/>
                  </a:lnTo>
                  <a:lnTo>
                    <a:pt x="2622666" y="28512"/>
                  </a:lnTo>
                  <a:lnTo>
                    <a:pt x="2623375" y="28512"/>
                  </a:lnTo>
                  <a:lnTo>
                    <a:pt x="2624083" y="28512"/>
                  </a:lnTo>
                  <a:lnTo>
                    <a:pt x="2624792" y="28512"/>
                  </a:lnTo>
                  <a:lnTo>
                    <a:pt x="2625501" y="28512"/>
                  </a:lnTo>
                  <a:lnTo>
                    <a:pt x="2626210" y="28512"/>
                  </a:lnTo>
                  <a:lnTo>
                    <a:pt x="2626919" y="28512"/>
                  </a:lnTo>
                  <a:lnTo>
                    <a:pt x="2627628" y="28512"/>
                  </a:lnTo>
                  <a:lnTo>
                    <a:pt x="2628336" y="28512"/>
                  </a:lnTo>
                  <a:lnTo>
                    <a:pt x="2629045" y="28512"/>
                  </a:lnTo>
                  <a:lnTo>
                    <a:pt x="2629754" y="28512"/>
                  </a:lnTo>
                  <a:lnTo>
                    <a:pt x="2630463" y="28512"/>
                  </a:lnTo>
                  <a:lnTo>
                    <a:pt x="2631172" y="28512"/>
                  </a:lnTo>
                  <a:lnTo>
                    <a:pt x="2631881" y="28512"/>
                  </a:lnTo>
                  <a:lnTo>
                    <a:pt x="2632589" y="28512"/>
                  </a:lnTo>
                  <a:lnTo>
                    <a:pt x="2632589" y="28264"/>
                  </a:lnTo>
                  <a:lnTo>
                    <a:pt x="2633298" y="28264"/>
                  </a:lnTo>
                  <a:lnTo>
                    <a:pt x="2634007" y="28264"/>
                  </a:lnTo>
                  <a:lnTo>
                    <a:pt x="2634716" y="28264"/>
                  </a:lnTo>
                  <a:lnTo>
                    <a:pt x="2635425" y="28264"/>
                  </a:lnTo>
                  <a:lnTo>
                    <a:pt x="2636133" y="28264"/>
                  </a:lnTo>
                  <a:lnTo>
                    <a:pt x="2636842" y="28264"/>
                  </a:lnTo>
                  <a:lnTo>
                    <a:pt x="2637551" y="28264"/>
                  </a:lnTo>
                  <a:lnTo>
                    <a:pt x="2638260" y="28264"/>
                  </a:lnTo>
                  <a:lnTo>
                    <a:pt x="2638969" y="28264"/>
                  </a:lnTo>
                  <a:lnTo>
                    <a:pt x="2639678" y="28264"/>
                  </a:lnTo>
                  <a:lnTo>
                    <a:pt x="2640386" y="28264"/>
                  </a:lnTo>
                  <a:lnTo>
                    <a:pt x="2641095" y="28264"/>
                  </a:lnTo>
                  <a:lnTo>
                    <a:pt x="2641804" y="28264"/>
                  </a:lnTo>
                  <a:lnTo>
                    <a:pt x="2642513" y="28264"/>
                  </a:lnTo>
                  <a:lnTo>
                    <a:pt x="2643222" y="28264"/>
                  </a:lnTo>
                  <a:lnTo>
                    <a:pt x="2643931" y="28264"/>
                  </a:lnTo>
                  <a:lnTo>
                    <a:pt x="2644639" y="28264"/>
                  </a:lnTo>
                  <a:lnTo>
                    <a:pt x="2645348" y="28264"/>
                  </a:lnTo>
                  <a:lnTo>
                    <a:pt x="2646057" y="28264"/>
                  </a:lnTo>
                  <a:lnTo>
                    <a:pt x="2646766" y="28264"/>
                  </a:lnTo>
                  <a:lnTo>
                    <a:pt x="2646766" y="28016"/>
                  </a:lnTo>
                  <a:lnTo>
                    <a:pt x="2647475" y="28016"/>
                  </a:lnTo>
                  <a:lnTo>
                    <a:pt x="2647475" y="27768"/>
                  </a:lnTo>
                  <a:lnTo>
                    <a:pt x="2647475" y="27520"/>
                  </a:lnTo>
                  <a:lnTo>
                    <a:pt x="2647475" y="27273"/>
                  </a:lnTo>
                  <a:lnTo>
                    <a:pt x="2648184" y="27273"/>
                  </a:lnTo>
                  <a:lnTo>
                    <a:pt x="2648184" y="27025"/>
                  </a:lnTo>
                  <a:lnTo>
                    <a:pt x="2648892" y="27025"/>
                  </a:lnTo>
                  <a:lnTo>
                    <a:pt x="2649601" y="27025"/>
                  </a:lnTo>
                  <a:lnTo>
                    <a:pt x="2650310" y="27025"/>
                  </a:lnTo>
                  <a:lnTo>
                    <a:pt x="2651019" y="27025"/>
                  </a:lnTo>
                  <a:lnTo>
                    <a:pt x="2651728" y="27025"/>
                  </a:lnTo>
                  <a:lnTo>
                    <a:pt x="2652437" y="27025"/>
                  </a:lnTo>
                  <a:lnTo>
                    <a:pt x="2653145" y="27025"/>
                  </a:lnTo>
                  <a:lnTo>
                    <a:pt x="2653145" y="26777"/>
                  </a:lnTo>
                  <a:lnTo>
                    <a:pt x="2653854" y="26777"/>
                  </a:lnTo>
                  <a:lnTo>
                    <a:pt x="2654563" y="26777"/>
                  </a:lnTo>
                  <a:lnTo>
                    <a:pt x="2654563" y="26529"/>
                  </a:lnTo>
                  <a:lnTo>
                    <a:pt x="2655272" y="26529"/>
                  </a:lnTo>
                  <a:lnTo>
                    <a:pt x="2655981" y="26529"/>
                  </a:lnTo>
                  <a:lnTo>
                    <a:pt x="2656690" y="26529"/>
                  </a:lnTo>
                  <a:lnTo>
                    <a:pt x="2657398" y="26529"/>
                  </a:lnTo>
                  <a:lnTo>
                    <a:pt x="2658107" y="26529"/>
                  </a:lnTo>
                  <a:lnTo>
                    <a:pt x="2658816" y="26529"/>
                  </a:lnTo>
                  <a:lnTo>
                    <a:pt x="2659525" y="26529"/>
                  </a:lnTo>
                  <a:lnTo>
                    <a:pt x="2660234" y="26529"/>
                  </a:lnTo>
                  <a:lnTo>
                    <a:pt x="2660942" y="26529"/>
                  </a:lnTo>
                  <a:lnTo>
                    <a:pt x="2661651" y="26529"/>
                  </a:lnTo>
                  <a:lnTo>
                    <a:pt x="2661651" y="26281"/>
                  </a:lnTo>
                  <a:lnTo>
                    <a:pt x="2662360" y="26281"/>
                  </a:lnTo>
                  <a:lnTo>
                    <a:pt x="2663069" y="26281"/>
                  </a:lnTo>
                  <a:lnTo>
                    <a:pt x="2663778" y="26281"/>
                  </a:lnTo>
                  <a:lnTo>
                    <a:pt x="2664487" y="26281"/>
                  </a:lnTo>
                  <a:lnTo>
                    <a:pt x="2665195" y="26281"/>
                  </a:lnTo>
                  <a:lnTo>
                    <a:pt x="2665904" y="26281"/>
                  </a:lnTo>
                  <a:lnTo>
                    <a:pt x="2665904" y="26033"/>
                  </a:lnTo>
                  <a:lnTo>
                    <a:pt x="2666613" y="26033"/>
                  </a:lnTo>
                  <a:lnTo>
                    <a:pt x="2667322" y="26033"/>
                  </a:lnTo>
                  <a:lnTo>
                    <a:pt x="2668031" y="26033"/>
                  </a:lnTo>
                  <a:lnTo>
                    <a:pt x="2668740" y="26033"/>
                  </a:lnTo>
                  <a:lnTo>
                    <a:pt x="2669448" y="26033"/>
                  </a:lnTo>
                  <a:lnTo>
                    <a:pt x="2670157" y="26033"/>
                  </a:lnTo>
                  <a:lnTo>
                    <a:pt x="2670866" y="26033"/>
                  </a:lnTo>
                  <a:lnTo>
                    <a:pt x="2671575" y="26033"/>
                  </a:lnTo>
                  <a:lnTo>
                    <a:pt x="2672284" y="26033"/>
                  </a:lnTo>
                  <a:lnTo>
                    <a:pt x="2672993" y="26033"/>
                  </a:lnTo>
                  <a:lnTo>
                    <a:pt x="2673701" y="26033"/>
                  </a:lnTo>
                  <a:lnTo>
                    <a:pt x="2673701" y="25785"/>
                  </a:lnTo>
                  <a:lnTo>
                    <a:pt x="2674410" y="25785"/>
                  </a:lnTo>
                  <a:lnTo>
                    <a:pt x="2675119" y="25785"/>
                  </a:lnTo>
                  <a:lnTo>
                    <a:pt x="2675828" y="25785"/>
                  </a:lnTo>
                  <a:lnTo>
                    <a:pt x="2676537" y="25785"/>
                  </a:lnTo>
                  <a:lnTo>
                    <a:pt x="2677246" y="25785"/>
                  </a:lnTo>
                  <a:lnTo>
                    <a:pt x="2677954" y="25785"/>
                  </a:lnTo>
                  <a:lnTo>
                    <a:pt x="2678663" y="25785"/>
                  </a:lnTo>
                  <a:lnTo>
                    <a:pt x="2679372" y="25785"/>
                  </a:lnTo>
                  <a:lnTo>
                    <a:pt x="2680081" y="25785"/>
                  </a:lnTo>
                  <a:lnTo>
                    <a:pt x="2680081" y="25537"/>
                  </a:lnTo>
                  <a:lnTo>
                    <a:pt x="2680790" y="25537"/>
                  </a:lnTo>
                  <a:lnTo>
                    <a:pt x="2680790" y="25289"/>
                  </a:lnTo>
                  <a:lnTo>
                    <a:pt x="2681499" y="25289"/>
                  </a:lnTo>
                  <a:lnTo>
                    <a:pt x="2682207" y="25289"/>
                  </a:lnTo>
                  <a:lnTo>
                    <a:pt x="2682916" y="25289"/>
                  </a:lnTo>
                  <a:lnTo>
                    <a:pt x="2683625" y="25289"/>
                  </a:lnTo>
                  <a:lnTo>
                    <a:pt x="2684334" y="25289"/>
                  </a:lnTo>
                  <a:lnTo>
                    <a:pt x="2685043" y="25289"/>
                  </a:lnTo>
                  <a:lnTo>
                    <a:pt x="2685751" y="25289"/>
                  </a:lnTo>
                  <a:lnTo>
                    <a:pt x="2686460" y="25289"/>
                  </a:lnTo>
                  <a:lnTo>
                    <a:pt x="2687169" y="25289"/>
                  </a:lnTo>
                  <a:lnTo>
                    <a:pt x="2687878" y="25289"/>
                  </a:lnTo>
                  <a:lnTo>
                    <a:pt x="2688587" y="25289"/>
                  </a:lnTo>
                  <a:lnTo>
                    <a:pt x="2689296" y="25289"/>
                  </a:lnTo>
                  <a:lnTo>
                    <a:pt x="2690004" y="25289"/>
                  </a:lnTo>
                  <a:lnTo>
                    <a:pt x="2690713" y="25289"/>
                  </a:lnTo>
                  <a:lnTo>
                    <a:pt x="2691422" y="25289"/>
                  </a:lnTo>
                  <a:lnTo>
                    <a:pt x="2692131" y="25289"/>
                  </a:lnTo>
                  <a:lnTo>
                    <a:pt x="2692840" y="25289"/>
                  </a:lnTo>
                  <a:lnTo>
                    <a:pt x="2693549" y="25289"/>
                  </a:lnTo>
                  <a:lnTo>
                    <a:pt x="2694257" y="25289"/>
                  </a:lnTo>
                  <a:lnTo>
                    <a:pt x="2694966" y="25289"/>
                  </a:lnTo>
                  <a:lnTo>
                    <a:pt x="2695675" y="25289"/>
                  </a:lnTo>
                  <a:lnTo>
                    <a:pt x="2696384" y="25289"/>
                  </a:lnTo>
                  <a:lnTo>
                    <a:pt x="2697093" y="25289"/>
                  </a:lnTo>
                  <a:lnTo>
                    <a:pt x="2697802" y="25289"/>
                  </a:lnTo>
                  <a:lnTo>
                    <a:pt x="2698510" y="25289"/>
                  </a:lnTo>
                  <a:lnTo>
                    <a:pt x="2699219" y="25289"/>
                  </a:lnTo>
                  <a:lnTo>
                    <a:pt x="2699928" y="25289"/>
                  </a:lnTo>
                  <a:lnTo>
                    <a:pt x="2700637" y="25289"/>
                  </a:lnTo>
                  <a:lnTo>
                    <a:pt x="2700637" y="25041"/>
                  </a:lnTo>
                  <a:lnTo>
                    <a:pt x="2701346" y="25041"/>
                  </a:lnTo>
                  <a:lnTo>
                    <a:pt x="2702055" y="25041"/>
                  </a:lnTo>
                  <a:lnTo>
                    <a:pt x="2702763" y="25041"/>
                  </a:lnTo>
                  <a:lnTo>
                    <a:pt x="2703472" y="25041"/>
                  </a:lnTo>
                  <a:lnTo>
                    <a:pt x="2704181" y="25041"/>
                  </a:lnTo>
                  <a:lnTo>
                    <a:pt x="2704890" y="25041"/>
                  </a:lnTo>
                  <a:lnTo>
                    <a:pt x="2705599" y="25041"/>
                  </a:lnTo>
                  <a:lnTo>
                    <a:pt x="2706308" y="25041"/>
                  </a:lnTo>
                  <a:lnTo>
                    <a:pt x="2707016" y="25041"/>
                  </a:lnTo>
                  <a:lnTo>
                    <a:pt x="2707725" y="25041"/>
                  </a:lnTo>
                  <a:lnTo>
                    <a:pt x="2708434" y="25041"/>
                  </a:lnTo>
                  <a:lnTo>
                    <a:pt x="2709143" y="25041"/>
                  </a:lnTo>
                  <a:lnTo>
                    <a:pt x="2709852" y="25041"/>
                  </a:lnTo>
                  <a:lnTo>
                    <a:pt x="2710560" y="25041"/>
                  </a:lnTo>
                  <a:lnTo>
                    <a:pt x="2711269" y="25041"/>
                  </a:lnTo>
                  <a:lnTo>
                    <a:pt x="2711978" y="25041"/>
                  </a:lnTo>
                  <a:lnTo>
                    <a:pt x="2712687" y="25041"/>
                  </a:lnTo>
                  <a:lnTo>
                    <a:pt x="2713396" y="25041"/>
                  </a:lnTo>
                  <a:lnTo>
                    <a:pt x="2714105" y="25041"/>
                  </a:lnTo>
                  <a:lnTo>
                    <a:pt x="2714813" y="25041"/>
                  </a:lnTo>
                  <a:lnTo>
                    <a:pt x="2715522" y="25041"/>
                  </a:lnTo>
                  <a:lnTo>
                    <a:pt x="2716231" y="25041"/>
                  </a:lnTo>
                  <a:lnTo>
                    <a:pt x="2716940" y="25041"/>
                  </a:lnTo>
                  <a:lnTo>
                    <a:pt x="2717649" y="25041"/>
                  </a:lnTo>
                  <a:lnTo>
                    <a:pt x="2718358" y="25041"/>
                  </a:lnTo>
                  <a:lnTo>
                    <a:pt x="2719066" y="25041"/>
                  </a:lnTo>
                  <a:lnTo>
                    <a:pt x="2719775" y="25041"/>
                  </a:lnTo>
                  <a:lnTo>
                    <a:pt x="2720484" y="25041"/>
                  </a:lnTo>
                  <a:lnTo>
                    <a:pt x="2721193" y="25041"/>
                  </a:lnTo>
                  <a:lnTo>
                    <a:pt x="2721902" y="25041"/>
                  </a:lnTo>
                  <a:lnTo>
                    <a:pt x="2722611" y="25041"/>
                  </a:lnTo>
                  <a:lnTo>
                    <a:pt x="2723319" y="25041"/>
                  </a:lnTo>
                  <a:lnTo>
                    <a:pt x="2724028" y="25041"/>
                  </a:lnTo>
                  <a:lnTo>
                    <a:pt x="2724737" y="25041"/>
                  </a:lnTo>
                  <a:lnTo>
                    <a:pt x="2725446" y="25041"/>
                  </a:lnTo>
                  <a:lnTo>
                    <a:pt x="2726155" y="25041"/>
                  </a:lnTo>
                  <a:lnTo>
                    <a:pt x="2726864" y="25041"/>
                  </a:lnTo>
                  <a:lnTo>
                    <a:pt x="2727572" y="25041"/>
                  </a:lnTo>
                  <a:lnTo>
                    <a:pt x="2728281" y="25041"/>
                  </a:lnTo>
                  <a:lnTo>
                    <a:pt x="2728990" y="25041"/>
                  </a:lnTo>
                  <a:lnTo>
                    <a:pt x="2729699" y="25041"/>
                  </a:lnTo>
                  <a:lnTo>
                    <a:pt x="2730408" y="25041"/>
                  </a:lnTo>
                  <a:lnTo>
                    <a:pt x="2731117" y="25041"/>
                  </a:lnTo>
                  <a:lnTo>
                    <a:pt x="2731825" y="25041"/>
                  </a:lnTo>
                  <a:lnTo>
                    <a:pt x="2732534" y="25041"/>
                  </a:lnTo>
                  <a:lnTo>
                    <a:pt x="2733243" y="25041"/>
                  </a:lnTo>
                  <a:lnTo>
                    <a:pt x="2733952" y="25041"/>
                  </a:lnTo>
                  <a:lnTo>
                    <a:pt x="2734661" y="25041"/>
                  </a:lnTo>
                  <a:lnTo>
                    <a:pt x="2735370" y="25041"/>
                  </a:lnTo>
                  <a:lnTo>
                    <a:pt x="2736078" y="25041"/>
                  </a:lnTo>
                  <a:lnTo>
                    <a:pt x="2736787" y="25041"/>
                  </a:lnTo>
                  <a:lnTo>
                    <a:pt x="2737496" y="25041"/>
                  </a:lnTo>
                  <a:lnTo>
                    <a:pt x="2738205" y="25041"/>
                  </a:lnTo>
                  <a:lnTo>
                    <a:pt x="2738914" y="25041"/>
                  </a:lnTo>
                  <a:lnTo>
                    <a:pt x="2739622" y="25041"/>
                  </a:lnTo>
                  <a:lnTo>
                    <a:pt x="2740331" y="25041"/>
                  </a:lnTo>
                  <a:lnTo>
                    <a:pt x="2741040" y="25041"/>
                  </a:lnTo>
                  <a:lnTo>
                    <a:pt x="2741040" y="24793"/>
                  </a:lnTo>
                  <a:lnTo>
                    <a:pt x="2741040" y="24545"/>
                  </a:lnTo>
                  <a:lnTo>
                    <a:pt x="2741749" y="24545"/>
                  </a:lnTo>
                  <a:lnTo>
                    <a:pt x="2742458" y="24545"/>
                  </a:lnTo>
                  <a:lnTo>
                    <a:pt x="2743167" y="24545"/>
                  </a:lnTo>
                  <a:lnTo>
                    <a:pt x="2743875" y="24545"/>
                  </a:lnTo>
                  <a:lnTo>
                    <a:pt x="2744584" y="24545"/>
                  </a:lnTo>
                  <a:lnTo>
                    <a:pt x="2745293" y="24545"/>
                  </a:lnTo>
                  <a:lnTo>
                    <a:pt x="2746002" y="24545"/>
                  </a:lnTo>
                  <a:lnTo>
                    <a:pt x="2746711" y="24545"/>
                  </a:lnTo>
                  <a:lnTo>
                    <a:pt x="2747420" y="24545"/>
                  </a:lnTo>
                  <a:lnTo>
                    <a:pt x="2748128" y="24545"/>
                  </a:lnTo>
                  <a:lnTo>
                    <a:pt x="2748837" y="24545"/>
                  </a:lnTo>
                  <a:lnTo>
                    <a:pt x="2749546" y="24545"/>
                  </a:lnTo>
                  <a:lnTo>
                    <a:pt x="2750255" y="24545"/>
                  </a:lnTo>
                  <a:lnTo>
                    <a:pt x="2750255" y="24297"/>
                  </a:lnTo>
                  <a:lnTo>
                    <a:pt x="2750964" y="24297"/>
                  </a:lnTo>
                  <a:lnTo>
                    <a:pt x="2751673" y="24297"/>
                  </a:lnTo>
                  <a:lnTo>
                    <a:pt x="2752381" y="24297"/>
                  </a:lnTo>
                  <a:lnTo>
                    <a:pt x="2753090" y="24297"/>
                  </a:lnTo>
                  <a:lnTo>
                    <a:pt x="2753799" y="24297"/>
                  </a:lnTo>
                  <a:lnTo>
                    <a:pt x="2754508" y="24297"/>
                  </a:lnTo>
                  <a:lnTo>
                    <a:pt x="2755217" y="24297"/>
                  </a:lnTo>
                  <a:lnTo>
                    <a:pt x="2755926" y="24297"/>
                  </a:lnTo>
                  <a:lnTo>
                    <a:pt x="2756634" y="24297"/>
                  </a:lnTo>
                  <a:lnTo>
                    <a:pt x="2757343" y="24297"/>
                  </a:lnTo>
                  <a:lnTo>
                    <a:pt x="2758052" y="24297"/>
                  </a:lnTo>
                  <a:lnTo>
                    <a:pt x="2758761" y="24297"/>
                  </a:lnTo>
                  <a:lnTo>
                    <a:pt x="2759470" y="24297"/>
                  </a:lnTo>
                  <a:lnTo>
                    <a:pt x="2760179" y="24297"/>
                  </a:lnTo>
                  <a:lnTo>
                    <a:pt x="2760887" y="24297"/>
                  </a:lnTo>
                  <a:lnTo>
                    <a:pt x="2761596" y="24297"/>
                  </a:lnTo>
                  <a:lnTo>
                    <a:pt x="2762305" y="24297"/>
                  </a:lnTo>
                  <a:lnTo>
                    <a:pt x="2763014" y="24297"/>
                  </a:lnTo>
                  <a:lnTo>
                    <a:pt x="2763723" y="24297"/>
                  </a:lnTo>
                  <a:lnTo>
                    <a:pt x="2764431" y="24297"/>
                  </a:lnTo>
                  <a:lnTo>
                    <a:pt x="2765140" y="24297"/>
                  </a:lnTo>
                  <a:lnTo>
                    <a:pt x="2765849" y="24297"/>
                  </a:lnTo>
                  <a:lnTo>
                    <a:pt x="2766558" y="24297"/>
                  </a:lnTo>
                  <a:lnTo>
                    <a:pt x="2767267" y="24297"/>
                  </a:lnTo>
                  <a:lnTo>
                    <a:pt x="2767976" y="24297"/>
                  </a:lnTo>
                  <a:lnTo>
                    <a:pt x="2768684" y="24297"/>
                  </a:lnTo>
                  <a:lnTo>
                    <a:pt x="2769393" y="24297"/>
                  </a:lnTo>
                  <a:lnTo>
                    <a:pt x="2770102" y="24297"/>
                  </a:lnTo>
                  <a:lnTo>
                    <a:pt x="2770811" y="24297"/>
                  </a:lnTo>
                  <a:lnTo>
                    <a:pt x="2771520" y="24297"/>
                  </a:lnTo>
                  <a:lnTo>
                    <a:pt x="2772229" y="24297"/>
                  </a:lnTo>
                  <a:lnTo>
                    <a:pt x="2772229" y="24049"/>
                  </a:lnTo>
                  <a:lnTo>
                    <a:pt x="2772937" y="24049"/>
                  </a:lnTo>
                  <a:lnTo>
                    <a:pt x="2773646" y="24049"/>
                  </a:lnTo>
                  <a:lnTo>
                    <a:pt x="2774355" y="24049"/>
                  </a:lnTo>
                  <a:lnTo>
                    <a:pt x="2775064" y="24049"/>
                  </a:lnTo>
                  <a:lnTo>
                    <a:pt x="2775773" y="24049"/>
                  </a:lnTo>
                  <a:lnTo>
                    <a:pt x="2776482" y="24049"/>
                  </a:lnTo>
                  <a:lnTo>
                    <a:pt x="2777190" y="24049"/>
                  </a:lnTo>
                  <a:lnTo>
                    <a:pt x="2777899" y="24049"/>
                  </a:lnTo>
                  <a:lnTo>
                    <a:pt x="2778608" y="24049"/>
                  </a:lnTo>
                  <a:lnTo>
                    <a:pt x="2779317" y="24049"/>
                  </a:lnTo>
                  <a:lnTo>
                    <a:pt x="2780026" y="24049"/>
                  </a:lnTo>
                  <a:lnTo>
                    <a:pt x="2780735" y="24049"/>
                  </a:lnTo>
                  <a:lnTo>
                    <a:pt x="2781443" y="24049"/>
                  </a:lnTo>
                  <a:lnTo>
                    <a:pt x="2782152" y="24049"/>
                  </a:lnTo>
                  <a:lnTo>
                    <a:pt x="2782861" y="24049"/>
                  </a:lnTo>
                  <a:lnTo>
                    <a:pt x="2783570" y="24049"/>
                  </a:lnTo>
                  <a:lnTo>
                    <a:pt x="2784279" y="24049"/>
                  </a:lnTo>
                  <a:lnTo>
                    <a:pt x="2784988" y="24049"/>
                  </a:lnTo>
                  <a:lnTo>
                    <a:pt x="2785696" y="24049"/>
                  </a:lnTo>
                  <a:lnTo>
                    <a:pt x="2786405" y="24049"/>
                  </a:lnTo>
                  <a:lnTo>
                    <a:pt x="2787114" y="24049"/>
                  </a:lnTo>
                  <a:lnTo>
                    <a:pt x="2787823" y="24049"/>
                  </a:lnTo>
                  <a:lnTo>
                    <a:pt x="2788532" y="24049"/>
                  </a:lnTo>
                  <a:lnTo>
                    <a:pt x="2789240" y="24049"/>
                  </a:lnTo>
                  <a:lnTo>
                    <a:pt x="2789949" y="24049"/>
                  </a:lnTo>
                  <a:lnTo>
                    <a:pt x="2790658" y="24049"/>
                  </a:lnTo>
                  <a:lnTo>
                    <a:pt x="2791367" y="24049"/>
                  </a:lnTo>
                  <a:lnTo>
                    <a:pt x="2792076" y="24049"/>
                  </a:lnTo>
                  <a:lnTo>
                    <a:pt x="2792785" y="24049"/>
                  </a:lnTo>
                  <a:lnTo>
                    <a:pt x="2793493" y="24049"/>
                  </a:lnTo>
                  <a:lnTo>
                    <a:pt x="2794202" y="24049"/>
                  </a:lnTo>
                  <a:lnTo>
                    <a:pt x="2794911" y="24049"/>
                  </a:lnTo>
                  <a:lnTo>
                    <a:pt x="2795620" y="24049"/>
                  </a:lnTo>
                  <a:lnTo>
                    <a:pt x="2796329" y="24049"/>
                  </a:lnTo>
                  <a:lnTo>
                    <a:pt x="2797038" y="24049"/>
                  </a:lnTo>
                  <a:lnTo>
                    <a:pt x="2797746" y="24049"/>
                  </a:lnTo>
                  <a:lnTo>
                    <a:pt x="2798455" y="24049"/>
                  </a:lnTo>
                  <a:lnTo>
                    <a:pt x="2799164" y="24049"/>
                  </a:lnTo>
                  <a:lnTo>
                    <a:pt x="2799873" y="24049"/>
                  </a:lnTo>
                  <a:lnTo>
                    <a:pt x="2800582" y="24049"/>
                  </a:lnTo>
                  <a:lnTo>
                    <a:pt x="2801291" y="24049"/>
                  </a:lnTo>
                  <a:lnTo>
                    <a:pt x="2801999" y="24049"/>
                  </a:lnTo>
                  <a:lnTo>
                    <a:pt x="2802708" y="24049"/>
                  </a:lnTo>
                  <a:lnTo>
                    <a:pt x="2803417" y="24049"/>
                  </a:lnTo>
                  <a:lnTo>
                    <a:pt x="2804126" y="24049"/>
                  </a:lnTo>
                  <a:lnTo>
                    <a:pt x="2804835" y="24049"/>
                  </a:lnTo>
                  <a:lnTo>
                    <a:pt x="2805544" y="24049"/>
                  </a:lnTo>
                  <a:lnTo>
                    <a:pt x="2806252" y="24049"/>
                  </a:lnTo>
                  <a:lnTo>
                    <a:pt x="2806961" y="24049"/>
                  </a:lnTo>
                  <a:lnTo>
                    <a:pt x="2807670" y="24049"/>
                  </a:lnTo>
                  <a:lnTo>
                    <a:pt x="2808379" y="24049"/>
                  </a:lnTo>
                  <a:lnTo>
                    <a:pt x="2809088" y="24049"/>
                  </a:lnTo>
                  <a:lnTo>
                    <a:pt x="2809797" y="24049"/>
                  </a:lnTo>
                  <a:lnTo>
                    <a:pt x="2810505" y="24049"/>
                  </a:lnTo>
                  <a:lnTo>
                    <a:pt x="2811214" y="24049"/>
                  </a:lnTo>
                  <a:lnTo>
                    <a:pt x="2811923" y="24049"/>
                  </a:lnTo>
                  <a:lnTo>
                    <a:pt x="2812632" y="24049"/>
                  </a:lnTo>
                  <a:lnTo>
                    <a:pt x="2813341" y="24049"/>
                  </a:lnTo>
                  <a:lnTo>
                    <a:pt x="2814049" y="24049"/>
                  </a:lnTo>
                  <a:lnTo>
                    <a:pt x="2814758" y="24049"/>
                  </a:lnTo>
                  <a:lnTo>
                    <a:pt x="2815467" y="24049"/>
                  </a:lnTo>
                  <a:lnTo>
                    <a:pt x="2816176" y="24049"/>
                  </a:lnTo>
                  <a:lnTo>
                    <a:pt x="2816885" y="24049"/>
                  </a:lnTo>
                  <a:lnTo>
                    <a:pt x="2817594" y="24049"/>
                  </a:lnTo>
                  <a:lnTo>
                    <a:pt x="2818302" y="24049"/>
                  </a:lnTo>
                  <a:lnTo>
                    <a:pt x="2819011" y="24049"/>
                  </a:lnTo>
                  <a:lnTo>
                    <a:pt x="2819720" y="24049"/>
                  </a:lnTo>
                  <a:lnTo>
                    <a:pt x="2820429" y="24049"/>
                  </a:lnTo>
                  <a:lnTo>
                    <a:pt x="2821138" y="24049"/>
                  </a:lnTo>
                  <a:lnTo>
                    <a:pt x="2821847" y="24049"/>
                  </a:lnTo>
                  <a:lnTo>
                    <a:pt x="2822555" y="24049"/>
                  </a:lnTo>
                  <a:lnTo>
                    <a:pt x="2823264" y="24049"/>
                  </a:lnTo>
                  <a:lnTo>
                    <a:pt x="2823973" y="24049"/>
                  </a:lnTo>
                  <a:lnTo>
                    <a:pt x="2824682" y="24049"/>
                  </a:lnTo>
                  <a:lnTo>
                    <a:pt x="2825391" y="24049"/>
                  </a:lnTo>
                  <a:lnTo>
                    <a:pt x="2826100" y="24049"/>
                  </a:lnTo>
                  <a:lnTo>
                    <a:pt x="2826808" y="24049"/>
                  </a:lnTo>
                  <a:lnTo>
                    <a:pt x="2827517" y="24049"/>
                  </a:lnTo>
                  <a:lnTo>
                    <a:pt x="2828226" y="24049"/>
                  </a:lnTo>
                  <a:lnTo>
                    <a:pt x="2828935" y="24049"/>
                  </a:lnTo>
                  <a:lnTo>
                    <a:pt x="2829644" y="24049"/>
                  </a:lnTo>
                  <a:lnTo>
                    <a:pt x="2830353" y="24049"/>
                  </a:lnTo>
                  <a:lnTo>
                    <a:pt x="2830353" y="23801"/>
                  </a:lnTo>
                  <a:lnTo>
                    <a:pt x="2831061" y="23801"/>
                  </a:lnTo>
                  <a:lnTo>
                    <a:pt x="2831770" y="23801"/>
                  </a:lnTo>
                  <a:lnTo>
                    <a:pt x="2832479" y="23801"/>
                  </a:lnTo>
                  <a:lnTo>
                    <a:pt x="2833188" y="23801"/>
                  </a:lnTo>
                  <a:lnTo>
                    <a:pt x="2833897" y="23801"/>
                  </a:lnTo>
                  <a:lnTo>
                    <a:pt x="2834606" y="23801"/>
                  </a:lnTo>
                  <a:lnTo>
                    <a:pt x="2835314" y="23801"/>
                  </a:lnTo>
                  <a:lnTo>
                    <a:pt x="2836023" y="23801"/>
                  </a:lnTo>
                  <a:lnTo>
                    <a:pt x="2836732" y="23801"/>
                  </a:lnTo>
                  <a:lnTo>
                    <a:pt x="2837441" y="23801"/>
                  </a:lnTo>
                  <a:lnTo>
                    <a:pt x="2838150" y="23801"/>
                  </a:lnTo>
                  <a:lnTo>
                    <a:pt x="2838858" y="23801"/>
                  </a:lnTo>
                  <a:lnTo>
                    <a:pt x="2839567" y="23801"/>
                  </a:lnTo>
                  <a:lnTo>
                    <a:pt x="2840276" y="23801"/>
                  </a:lnTo>
                  <a:lnTo>
                    <a:pt x="2840985" y="23801"/>
                  </a:lnTo>
                  <a:lnTo>
                    <a:pt x="2840985" y="23553"/>
                  </a:lnTo>
                  <a:lnTo>
                    <a:pt x="2841694" y="23553"/>
                  </a:lnTo>
                  <a:lnTo>
                    <a:pt x="2842403" y="23553"/>
                  </a:lnTo>
                  <a:lnTo>
                    <a:pt x="2843111" y="23553"/>
                  </a:lnTo>
                  <a:lnTo>
                    <a:pt x="2843820" y="23553"/>
                  </a:lnTo>
                  <a:lnTo>
                    <a:pt x="2844529" y="23553"/>
                  </a:lnTo>
                  <a:lnTo>
                    <a:pt x="2845238" y="23553"/>
                  </a:lnTo>
                  <a:lnTo>
                    <a:pt x="2845947" y="23553"/>
                  </a:lnTo>
                  <a:lnTo>
                    <a:pt x="2846656" y="23553"/>
                  </a:lnTo>
                  <a:lnTo>
                    <a:pt x="2847364" y="23553"/>
                  </a:lnTo>
                  <a:lnTo>
                    <a:pt x="2848073" y="23553"/>
                  </a:lnTo>
                  <a:lnTo>
                    <a:pt x="2848782" y="23553"/>
                  </a:lnTo>
                  <a:lnTo>
                    <a:pt x="2849491" y="23553"/>
                  </a:lnTo>
                  <a:lnTo>
                    <a:pt x="2850200" y="23553"/>
                  </a:lnTo>
                  <a:lnTo>
                    <a:pt x="2850909" y="23553"/>
                  </a:lnTo>
                  <a:lnTo>
                    <a:pt x="2851617" y="23553"/>
                  </a:lnTo>
                  <a:lnTo>
                    <a:pt x="2852326" y="23553"/>
                  </a:lnTo>
                  <a:lnTo>
                    <a:pt x="2853035" y="23553"/>
                  </a:lnTo>
                  <a:lnTo>
                    <a:pt x="2853744" y="23553"/>
                  </a:lnTo>
                  <a:lnTo>
                    <a:pt x="2854453" y="23553"/>
                  </a:lnTo>
                  <a:lnTo>
                    <a:pt x="2855162" y="23553"/>
                  </a:lnTo>
                  <a:lnTo>
                    <a:pt x="2855870" y="23553"/>
                  </a:lnTo>
                  <a:lnTo>
                    <a:pt x="2856579" y="23553"/>
                  </a:lnTo>
                  <a:lnTo>
                    <a:pt x="2857288" y="23553"/>
                  </a:lnTo>
                  <a:lnTo>
                    <a:pt x="2857997" y="23553"/>
                  </a:lnTo>
                  <a:lnTo>
                    <a:pt x="2858706" y="23553"/>
                  </a:lnTo>
                  <a:lnTo>
                    <a:pt x="2859415" y="23553"/>
                  </a:lnTo>
                  <a:lnTo>
                    <a:pt x="2860123" y="23553"/>
                  </a:lnTo>
                  <a:lnTo>
                    <a:pt x="2860832" y="23553"/>
                  </a:lnTo>
                  <a:lnTo>
                    <a:pt x="2861541" y="23553"/>
                  </a:lnTo>
                  <a:lnTo>
                    <a:pt x="2862250" y="23553"/>
                  </a:lnTo>
                  <a:lnTo>
                    <a:pt x="2862959" y="23553"/>
                  </a:lnTo>
                  <a:lnTo>
                    <a:pt x="2863667" y="23553"/>
                  </a:lnTo>
                  <a:lnTo>
                    <a:pt x="2864376" y="23553"/>
                  </a:lnTo>
                  <a:lnTo>
                    <a:pt x="2865085" y="23553"/>
                  </a:lnTo>
                  <a:lnTo>
                    <a:pt x="2865085" y="23306"/>
                  </a:lnTo>
                  <a:lnTo>
                    <a:pt x="2865794" y="23306"/>
                  </a:lnTo>
                  <a:lnTo>
                    <a:pt x="2866503" y="23306"/>
                  </a:lnTo>
                  <a:lnTo>
                    <a:pt x="2867212" y="23306"/>
                  </a:lnTo>
                  <a:lnTo>
                    <a:pt x="2867920" y="23306"/>
                  </a:lnTo>
                  <a:lnTo>
                    <a:pt x="2868629" y="23306"/>
                  </a:lnTo>
                  <a:lnTo>
                    <a:pt x="2869338" y="23306"/>
                  </a:lnTo>
                  <a:lnTo>
                    <a:pt x="2870047" y="23306"/>
                  </a:lnTo>
                  <a:lnTo>
                    <a:pt x="2870756" y="23306"/>
                  </a:lnTo>
                  <a:lnTo>
                    <a:pt x="2871465" y="23306"/>
                  </a:lnTo>
                  <a:lnTo>
                    <a:pt x="2872173" y="23306"/>
                  </a:lnTo>
                  <a:lnTo>
                    <a:pt x="2872882" y="23306"/>
                  </a:lnTo>
                  <a:lnTo>
                    <a:pt x="2873591" y="23306"/>
                  </a:lnTo>
                  <a:lnTo>
                    <a:pt x="2874300" y="23306"/>
                  </a:lnTo>
                  <a:lnTo>
                    <a:pt x="2875009" y="23306"/>
                  </a:lnTo>
                  <a:lnTo>
                    <a:pt x="2875718" y="23306"/>
                  </a:lnTo>
                  <a:lnTo>
                    <a:pt x="2875718" y="23058"/>
                  </a:lnTo>
                  <a:lnTo>
                    <a:pt x="2876426" y="23058"/>
                  </a:lnTo>
                  <a:lnTo>
                    <a:pt x="2877135" y="23058"/>
                  </a:lnTo>
                  <a:lnTo>
                    <a:pt x="2877844" y="23058"/>
                  </a:lnTo>
                  <a:lnTo>
                    <a:pt x="2878553" y="23058"/>
                  </a:lnTo>
                  <a:lnTo>
                    <a:pt x="2879262" y="23058"/>
                  </a:lnTo>
                  <a:lnTo>
                    <a:pt x="2879971" y="23058"/>
                  </a:lnTo>
                  <a:lnTo>
                    <a:pt x="2880679" y="23058"/>
                  </a:lnTo>
                  <a:lnTo>
                    <a:pt x="2881388" y="23058"/>
                  </a:lnTo>
                  <a:lnTo>
                    <a:pt x="2882097" y="23058"/>
                  </a:lnTo>
                  <a:lnTo>
                    <a:pt x="2882806" y="23058"/>
                  </a:lnTo>
                  <a:lnTo>
                    <a:pt x="2883515" y="23058"/>
                  </a:lnTo>
                  <a:lnTo>
                    <a:pt x="2884224" y="23058"/>
                  </a:lnTo>
                  <a:lnTo>
                    <a:pt x="2884932" y="23058"/>
                  </a:lnTo>
                  <a:lnTo>
                    <a:pt x="2885641" y="23058"/>
                  </a:lnTo>
                  <a:lnTo>
                    <a:pt x="2886350" y="23058"/>
                  </a:lnTo>
                  <a:lnTo>
                    <a:pt x="2887059" y="23058"/>
                  </a:lnTo>
                  <a:lnTo>
                    <a:pt x="2887768" y="23058"/>
                  </a:lnTo>
                  <a:lnTo>
                    <a:pt x="2888477" y="23058"/>
                  </a:lnTo>
                  <a:lnTo>
                    <a:pt x="2889185" y="23058"/>
                  </a:lnTo>
                  <a:lnTo>
                    <a:pt x="2889894" y="23058"/>
                  </a:lnTo>
                  <a:lnTo>
                    <a:pt x="2890603" y="23058"/>
                  </a:lnTo>
                  <a:lnTo>
                    <a:pt x="2891312" y="23058"/>
                  </a:lnTo>
                  <a:lnTo>
                    <a:pt x="2892021" y="23058"/>
                  </a:lnTo>
                  <a:lnTo>
                    <a:pt x="2892729" y="23058"/>
                  </a:lnTo>
                  <a:lnTo>
                    <a:pt x="2893438" y="23058"/>
                  </a:lnTo>
                  <a:lnTo>
                    <a:pt x="2894147" y="23058"/>
                  </a:lnTo>
                  <a:lnTo>
                    <a:pt x="2894856" y="23058"/>
                  </a:lnTo>
                  <a:lnTo>
                    <a:pt x="2895565" y="23058"/>
                  </a:lnTo>
                  <a:lnTo>
                    <a:pt x="2896274" y="23058"/>
                  </a:lnTo>
                  <a:lnTo>
                    <a:pt x="2896982" y="23058"/>
                  </a:lnTo>
                  <a:lnTo>
                    <a:pt x="2897691" y="23058"/>
                  </a:lnTo>
                  <a:lnTo>
                    <a:pt x="2898400" y="23058"/>
                  </a:lnTo>
                  <a:lnTo>
                    <a:pt x="2899109" y="23058"/>
                  </a:lnTo>
                  <a:lnTo>
                    <a:pt x="2899818" y="23058"/>
                  </a:lnTo>
                  <a:lnTo>
                    <a:pt x="2900527" y="23058"/>
                  </a:lnTo>
                  <a:lnTo>
                    <a:pt x="2901235" y="23058"/>
                  </a:lnTo>
                  <a:lnTo>
                    <a:pt x="2901944" y="23058"/>
                  </a:lnTo>
                  <a:lnTo>
                    <a:pt x="2902653" y="23058"/>
                  </a:lnTo>
                  <a:lnTo>
                    <a:pt x="2903362" y="23058"/>
                  </a:lnTo>
                  <a:lnTo>
                    <a:pt x="2903362" y="22810"/>
                  </a:lnTo>
                  <a:lnTo>
                    <a:pt x="2904071" y="22810"/>
                  </a:lnTo>
                  <a:lnTo>
                    <a:pt x="2904780" y="22810"/>
                  </a:lnTo>
                  <a:lnTo>
                    <a:pt x="2905488" y="22810"/>
                  </a:lnTo>
                  <a:lnTo>
                    <a:pt x="2906197" y="22810"/>
                  </a:lnTo>
                  <a:lnTo>
                    <a:pt x="2906906" y="22810"/>
                  </a:lnTo>
                  <a:lnTo>
                    <a:pt x="2907615" y="22810"/>
                  </a:lnTo>
                  <a:lnTo>
                    <a:pt x="2908324" y="22810"/>
                  </a:lnTo>
                  <a:lnTo>
                    <a:pt x="2909033" y="22810"/>
                  </a:lnTo>
                  <a:lnTo>
                    <a:pt x="2909741" y="22810"/>
                  </a:lnTo>
                  <a:lnTo>
                    <a:pt x="2910450" y="22810"/>
                  </a:lnTo>
                  <a:lnTo>
                    <a:pt x="2911159" y="22810"/>
                  </a:lnTo>
                  <a:lnTo>
                    <a:pt x="2911868" y="22810"/>
                  </a:lnTo>
                  <a:lnTo>
                    <a:pt x="2912577" y="22810"/>
                  </a:lnTo>
                  <a:lnTo>
                    <a:pt x="2913286" y="22810"/>
                  </a:lnTo>
                  <a:lnTo>
                    <a:pt x="2913994" y="22810"/>
                  </a:lnTo>
                  <a:lnTo>
                    <a:pt x="2914703" y="22810"/>
                  </a:lnTo>
                  <a:lnTo>
                    <a:pt x="2915412" y="22810"/>
                  </a:lnTo>
                  <a:lnTo>
                    <a:pt x="2916121" y="22810"/>
                  </a:lnTo>
                  <a:lnTo>
                    <a:pt x="2916830" y="22810"/>
                  </a:lnTo>
                  <a:lnTo>
                    <a:pt x="2916830" y="22562"/>
                  </a:lnTo>
                  <a:lnTo>
                    <a:pt x="2917538" y="22562"/>
                  </a:lnTo>
                  <a:lnTo>
                    <a:pt x="2918247" y="22562"/>
                  </a:lnTo>
                  <a:lnTo>
                    <a:pt x="2918956" y="22562"/>
                  </a:lnTo>
                  <a:lnTo>
                    <a:pt x="2919665" y="22562"/>
                  </a:lnTo>
                  <a:lnTo>
                    <a:pt x="2920374" y="22562"/>
                  </a:lnTo>
                  <a:lnTo>
                    <a:pt x="2921083" y="22562"/>
                  </a:lnTo>
                  <a:lnTo>
                    <a:pt x="2921791" y="22562"/>
                  </a:lnTo>
                  <a:lnTo>
                    <a:pt x="2922500" y="22562"/>
                  </a:lnTo>
                  <a:lnTo>
                    <a:pt x="2923209" y="22562"/>
                  </a:lnTo>
                  <a:lnTo>
                    <a:pt x="2923918" y="22562"/>
                  </a:lnTo>
                  <a:lnTo>
                    <a:pt x="2924627" y="22562"/>
                  </a:lnTo>
                  <a:lnTo>
                    <a:pt x="2925336" y="22562"/>
                  </a:lnTo>
                  <a:lnTo>
                    <a:pt x="2926044" y="22562"/>
                  </a:lnTo>
                  <a:lnTo>
                    <a:pt x="2926753" y="22562"/>
                  </a:lnTo>
                  <a:lnTo>
                    <a:pt x="2927462" y="22562"/>
                  </a:lnTo>
                  <a:lnTo>
                    <a:pt x="2928171" y="22562"/>
                  </a:lnTo>
                  <a:lnTo>
                    <a:pt x="2928880" y="22562"/>
                  </a:lnTo>
                  <a:lnTo>
                    <a:pt x="2929589" y="22562"/>
                  </a:lnTo>
                  <a:lnTo>
                    <a:pt x="2930297" y="22562"/>
                  </a:lnTo>
                  <a:lnTo>
                    <a:pt x="2931006" y="22562"/>
                  </a:lnTo>
                  <a:lnTo>
                    <a:pt x="2931715" y="22562"/>
                  </a:lnTo>
                  <a:lnTo>
                    <a:pt x="2932424" y="22562"/>
                  </a:lnTo>
                  <a:lnTo>
                    <a:pt x="2933133" y="22562"/>
                  </a:lnTo>
                  <a:lnTo>
                    <a:pt x="2933842" y="22562"/>
                  </a:lnTo>
                  <a:lnTo>
                    <a:pt x="2934550" y="22562"/>
                  </a:lnTo>
                  <a:lnTo>
                    <a:pt x="2935259" y="22562"/>
                  </a:lnTo>
                  <a:lnTo>
                    <a:pt x="2935968" y="22562"/>
                  </a:lnTo>
                  <a:lnTo>
                    <a:pt x="2936677" y="22562"/>
                  </a:lnTo>
                  <a:lnTo>
                    <a:pt x="2937386" y="22562"/>
                  </a:lnTo>
                  <a:lnTo>
                    <a:pt x="2938095" y="22562"/>
                  </a:lnTo>
                  <a:lnTo>
                    <a:pt x="2938803" y="22562"/>
                  </a:lnTo>
                  <a:lnTo>
                    <a:pt x="2939512" y="22562"/>
                  </a:lnTo>
                  <a:lnTo>
                    <a:pt x="2940221" y="22562"/>
                  </a:lnTo>
                  <a:lnTo>
                    <a:pt x="2940930" y="22562"/>
                  </a:lnTo>
                  <a:lnTo>
                    <a:pt x="2941639" y="22562"/>
                  </a:lnTo>
                  <a:lnTo>
                    <a:pt x="2942347" y="22562"/>
                  </a:lnTo>
                  <a:lnTo>
                    <a:pt x="2943056" y="22562"/>
                  </a:lnTo>
                  <a:lnTo>
                    <a:pt x="2943765" y="22562"/>
                  </a:lnTo>
                  <a:lnTo>
                    <a:pt x="2944474" y="22562"/>
                  </a:lnTo>
                  <a:lnTo>
                    <a:pt x="2945183" y="22562"/>
                  </a:lnTo>
                  <a:lnTo>
                    <a:pt x="2945892" y="22562"/>
                  </a:lnTo>
                  <a:lnTo>
                    <a:pt x="2946600" y="22562"/>
                  </a:lnTo>
                  <a:lnTo>
                    <a:pt x="2947309" y="22562"/>
                  </a:lnTo>
                  <a:lnTo>
                    <a:pt x="2948018" y="22562"/>
                  </a:lnTo>
                  <a:lnTo>
                    <a:pt x="2948727" y="22562"/>
                  </a:lnTo>
                  <a:lnTo>
                    <a:pt x="2949436" y="22562"/>
                  </a:lnTo>
                  <a:lnTo>
                    <a:pt x="2950145" y="22562"/>
                  </a:lnTo>
                  <a:lnTo>
                    <a:pt x="2950853" y="22562"/>
                  </a:lnTo>
                  <a:lnTo>
                    <a:pt x="2951562" y="22562"/>
                  </a:lnTo>
                  <a:lnTo>
                    <a:pt x="2952271" y="22562"/>
                  </a:lnTo>
                  <a:lnTo>
                    <a:pt x="2952980" y="22562"/>
                  </a:lnTo>
                  <a:lnTo>
                    <a:pt x="2953689" y="22562"/>
                  </a:lnTo>
                  <a:lnTo>
                    <a:pt x="2954398" y="22562"/>
                  </a:lnTo>
                  <a:lnTo>
                    <a:pt x="2955106" y="22562"/>
                  </a:lnTo>
                  <a:lnTo>
                    <a:pt x="2955815" y="22562"/>
                  </a:lnTo>
                  <a:lnTo>
                    <a:pt x="2956524" y="22562"/>
                  </a:lnTo>
                  <a:lnTo>
                    <a:pt x="2957233" y="22562"/>
                  </a:lnTo>
                  <a:lnTo>
                    <a:pt x="2957942" y="22562"/>
                  </a:lnTo>
                  <a:lnTo>
                    <a:pt x="2958651" y="22562"/>
                  </a:lnTo>
                  <a:lnTo>
                    <a:pt x="2959359" y="22562"/>
                  </a:lnTo>
                  <a:lnTo>
                    <a:pt x="2960068" y="22562"/>
                  </a:lnTo>
                  <a:lnTo>
                    <a:pt x="2960777" y="22562"/>
                  </a:lnTo>
                  <a:lnTo>
                    <a:pt x="2961486" y="22562"/>
                  </a:lnTo>
                  <a:lnTo>
                    <a:pt x="2962195" y="22562"/>
                  </a:lnTo>
                  <a:lnTo>
                    <a:pt x="2962195" y="22314"/>
                  </a:lnTo>
                  <a:lnTo>
                    <a:pt x="2962904" y="22314"/>
                  </a:lnTo>
                  <a:lnTo>
                    <a:pt x="2963612" y="22314"/>
                  </a:lnTo>
                  <a:lnTo>
                    <a:pt x="2964321" y="22314"/>
                  </a:lnTo>
                  <a:lnTo>
                    <a:pt x="2965030" y="22314"/>
                  </a:lnTo>
                  <a:lnTo>
                    <a:pt x="2965739" y="22314"/>
                  </a:lnTo>
                  <a:lnTo>
                    <a:pt x="2966448" y="22314"/>
                  </a:lnTo>
                  <a:lnTo>
                    <a:pt x="2967156" y="22314"/>
                  </a:lnTo>
                  <a:lnTo>
                    <a:pt x="2967865" y="22314"/>
                  </a:lnTo>
                  <a:lnTo>
                    <a:pt x="2968574" y="22314"/>
                  </a:lnTo>
                  <a:lnTo>
                    <a:pt x="2969283" y="22314"/>
                  </a:lnTo>
                  <a:lnTo>
                    <a:pt x="2969992" y="22314"/>
                  </a:lnTo>
                  <a:lnTo>
                    <a:pt x="2970701" y="22314"/>
                  </a:lnTo>
                  <a:lnTo>
                    <a:pt x="2970701" y="22066"/>
                  </a:lnTo>
                  <a:lnTo>
                    <a:pt x="2971409" y="22066"/>
                  </a:lnTo>
                  <a:lnTo>
                    <a:pt x="2972118" y="22066"/>
                  </a:lnTo>
                  <a:lnTo>
                    <a:pt x="2972827" y="22066"/>
                  </a:lnTo>
                  <a:lnTo>
                    <a:pt x="2973536" y="22066"/>
                  </a:lnTo>
                  <a:lnTo>
                    <a:pt x="2974245" y="22066"/>
                  </a:lnTo>
                  <a:lnTo>
                    <a:pt x="2974954" y="22066"/>
                  </a:lnTo>
                  <a:lnTo>
                    <a:pt x="2975662" y="22066"/>
                  </a:lnTo>
                  <a:lnTo>
                    <a:pt x="2976371" y="22066"/>
                  </a:lnTo>
                  <a:lnTo>
                    <a:pt x="2977080" y="22066"/>
                  </a:lnTo>
                  <a:lnTo>
                    <a:pt x="2977789" y="22066"/>
                  </a:lnTo>
                  <a:lnTo>
                    <a:pt x="2978498" y="22066"/>
                  </a:lnTo>
                  <a:lnTo>
                    <a:pt x="2979207" y="22066"/>
                  </a:lnTo>
                  <a:lnTo>
                    <a:pt x="2979915" y="22066"/>
                  </a:lnTo>
                  <a:lnTo>
                    <a:pt x="2980624" y="22066"/>
                  </a:lnTo>
                  <a:lnTo>
                    <a:pt x="2981333" y="22066"/>
                  </a:lnTo>
                  <a:lnTo>
                    <a:pt x="2982042" y="22066"/>
                  </a:lnTo>
                  <a:lnTo>
                    <a:pt x="2982042" y="21818"/>
                  </a:lnTo>
                  <a:lnTo>
                    <a:pt x="2982751" y="21818"/>
                  </a:lnTo>
                  <a:lnTo>
                    <a:pt x="2983460" y="21818"/>
                  </a:lnTo>
                  <a:lnTo>
                    <a:pt x="2984168" y="21818"/>
                  </a:lnTo>
                  <a:lnTo>
                    <a:pt x="2984877" y="21818"/>
                  </a:lnTo>
                  <a:lnTo>
                    <a:pt x="2985586" y="21818"/>
                  </a:lnTo>
                  <a:lnTo>
                    <a:pt x="2986295" y="21818"/>
                  </a:lnTo>
                  <a:lnTo>
                    <a:pt x="2987004" y="21818"/>
                  </a:lnTo>
                  <a:lnTo>
                    <a:pt x="2987713" y="21818"/>
                  </a:lnTo>
                  <a:lnTo>
                    <a:pt x="2988421" y="21818"/>
                  </a:lnTo>
                  <a:lnTo>
                    <a:pt x="2989130" y="21818"/>
                  </a:lnTo>
                  <a:lnTo>
                    <a:pt x="2989839" y="21818"/>
                  </a:lnTo>
                  <a:lnTo>
                    <a:pt x="2990548" y="21818"/>
                  </a:lnTo>
                  <a:lnTo>
                    <a:pt x="2991257" y="21818"/>
                  </a:lnTo>
                  <a:lnTo>
                    <a:pt x="2991257" y="21570"/>
                  </a:lnTo>
                  <a:lnTo>
                    <a:pt x="2991965" y="21570"/>
                  </a:lnTo>
                  <a:lnTo>
                    <a:pt x="2992674" y="21570"/>
                  </a:lnTo>
                  <a:lnTo>
                    <a:pt x="2992674" y="21322"/>
                  </a:lnTo>
                  <a:lnTo>
                    <a:pt x="2993383" y="21322"/>
                  </a:lnTo>
                  <a:lnTo>
                    <a:pt x="2994092" y="21322"/>
                  </a:lnTo>
                  <a:lnTo>
                    <a:pt x="2994801" y="21322"/>
                  </a:lnTo>
                  <a:lnTo>
                    <a:pt x="2995510" y="21322"/>
                  </a:lnTo>
                  <a:lnTo>
                    <a:pt x="2996218" y="21322"/>
                  </a:lnTo>
                  <a:lnTo>
                    <a:pt x="2996927" y="21322"/>
                  </a:lnTo>
                  <a:lnTo>
                    <a:pt x="2997636" y="21322"/>
                  </a:lnTo>
                  <a:lnTo>
                    <a:pt x="2997636" y="21074"/>
                  </a:lnTo>
                  <a:lnTo>
                    <a:pt x="2998345" y="21074"/>
                  </a:lnTo>
                  <a:lnTo>
                    <a:pt x="2999054" y="21074"/>
                  </a:lnTo>
                  <a:lnTo>
                    <a:pt x="2999763" y="21074"/>
                  </a:lnTo>
                  <a:lnTo>
                    <a:pt x="3000471" y="21074"/>
                  </a:lnTo>
                  <a:lnTo>
                    <a:pt x="3001180" y="21074"/>
                  </a:lnTo>
                  <a:lnTo>
                    <a:pt x="3001889" y="21074"/>
                  </a:lnTo>
                  <a:lnTo>
                    <a:pt x="3002598" y="21074"/>
                  </a:lnTo>
                  <a:lnTo>
                    <a:pt x="3003307" y="21074"/>
                  </a:lnTo>
                  <a:lnTo>
                    <a:pt x="3004016" y="21074"/>
                  </a:lnTo>
                  <a:lnTo>
                    <a:pt x="3004724" y="21074"/>
                  </a:lnTo>
                  <a:lnTo>
                    <a:pt x="3005433" y="21074"/>
                  </a:lnTo>
                  <a:lnTo>
                    <a:pt x="3006142" y="21074"/>
                  </a:lnTo>
                  <a:lnTo>
                    <a:pt x="3006851" y="21074"/>
                  </a:lnTo>
                  <a:lnTo>
                    <a:pt x="3007560" y="21074"/>
                  </a:lnTo>
                  <a:lnTo>
                    <a:pt x="3008269" y="21074"/>
                  </a:lnTo>
                  <a:lnTo>
                    <a:pt x="3008977" y="21074"/>
                  </a:lnTo>
                  <a:lnTo>
                    <a:pt x="3009686" y="21074"/>
                  </a:lnTo>
                  <a:lnTo>
                    <a:pt x="3010395" y="21074"/>
                  </a:lnTo>
                  <a:lnTo>
                    <a:pt x="3011104" y="21074"/>
                  </a:lnTo>
                  <a:lnTo>
                    <a:pt x="3011813" y="21074"/>
                  </a:lnTo>
                  <a:lnTo>
                    <a:pt x="3012522" y="21074"/>
                  </a:lnTo>
                  <a:lnTo>
                    <a:pt x="3013230" y="21074"/>
                  </a:lnTo>
                  <a:lnTo>
                    <a:pt x="3013939" y="21074"/>
                  </a:lnTo>
                  <a:lnTo>
                    <a:pt x="3014648" y="21074"/>
                  </a:lnTo>
                  <a:lnTo>
                    <a:pt x="3015357" y="21074"/>
                  </a:lnTo>
                  <a:lnTo>
                    <a:pt x="3016066" y="21074"/>
                  </a:lnTo>
                  <a:lnTo>
                    <a:pt x="3016774" y="21074"/>
                  </a:lnTo>
                  <a:lnTo>
                    <a:pt x="3017483" y="21074"/>
                  </a:lnTo>
                  <a:lnTo>
                    <a:pt x="3018192" y="21074"/>
                  </a:lnTo>
                  <a:lnTo>
                    <a:pt x="3018901" y="21074"/>
                  </a:lnTo>
                  <a:lnTo>
                    <a:pt x="3019610" y="21074"/>
                  </a:lnTo>
                  <a:lnTo>
                    <a:pt x="3020319" y="21074"/>
                  </a:lnTo>
                  <a:lnTo>
                    <a:pt x="3021027" y="21074"/>
                  </a:lnTo>
                  <a:lnTo>
                    <a:pt x="3021736" y="21074"/>
                  </a:lnTo>
                  <a:lnTo>
                    <a:pt x="3022445" y="21074"/>
                  </a:lnTo>
                  <a:lnTo>
                    <a:pt x="3023154" y="21074"/>
                  </a:lnTo>
                  <a:lnTo>
                    <a:pt x="3023863" y="21074"/>
                  </a:lnTo>
                  <a:lnTo>
                    <a:pt x="3024572" y="21074"/>
                  </a:lnTo>
                  <a:lnTo>
                    <a:pt x="3025280" y="21074"/>
                  </a:lnTo>
                  <a:lnTo>
                    <a:pt x="3025989" y="21074"/>
                  </a:lnTo>
                  <a:lnTo>
                    <a:pt x="3026698" y="21074"/>
                  </a:lnTo>
                  <a:lnTo>
                    <a:pt x="3027407" y="21074"/>
                  </a:lnTo>
                  <a:lnTo>
                    <a:pt x="3028116" y="21074"/>
                  </a:lnTo>
                  <a:lnTo>
                    <a:pt x="3028825" y="21074"/>
                  </a:lnTo>
                  <a:lnTo>
                    <a:pt x="3029533" y="21074"/>
                  </a:lnTo>
                  <a:lnTo>
                    <a:pt x="3029533" y="20826"/>
                  </a:lnTo>
                  <a:lnTo>
                    <a:pt x="3030242" y="20826"/>
                  </a:lnTo>
                  <a:lnTo>
                    <a:pt x="3030951" y="20826"/>
                  </a:lnTo>
                  <a:lnTo>
                    <a:pt x="3031660" y="20826"/>
                  </a:lnTo>
                  <a:lnTo>
                    <a:pt x="3032369" y="20826"/>
                  </a:lnTo>
                  <a:lnTo>
                    <a:pt x="3033078" y="20826"/>
                  </a:lnTo>
                  <a:lnTo>
                    <a:pt x="3033786" y="20826"/>
                  </a:lnTo>
                  <a:lnTo>
                    <a:pt x="3034495" y="20826"/>
                  </a:lnTo>
                  <a:lnTo>
                    <a:pt x="3035204" y="20826"/>
                  </a:lnTo>
                  <a:lnTo>
                    <a:pt x="3035913" y="20826"/>
                  </a:lnTo>
                  <a:lnTo>
                    <a:pt x="3036622" y="20826"/>
                  </a:lnTo>
                  <a:lnTo>
                    <a:pt x="3037331" y="20826"/>
                  </a:lnTo>
                  <a:lnTo>
                    <a:pt x="3038039" y="20826"/>
                  </a:lnTo>
                  <a:lnTo>
                    <a:pt x="3038748" y="20826"/>
                  </a:lnTo>
                  <a:lnTo>
                    <a:pt x="3039457" y="20826"/>
                  </a:lnTo>
                  <a:lnTo>
                    <a:pt x="3040166" y="20826"/>
                  </a:lnTo>
                  <a:lnTo>
                    <a:pt x="3040875" y="20826"/>
                  </a:lnTo>
                  <a:lnTo>
                    <a:pt x="3041584" y="20826"/>
                  </a:lnTo>
                  <a:lnTo>
                    <a:pt x="3042292" y="20826"/>
                  </a:lnTo>
                  <a:lnTo>
                    <a:pt x="3043001" y="20826"/>
                  </a:lnTo>
                  <a:lnTo>
                    <a:pt x="3043710" y="20826"/>
                  </a:lnTo>
                  <a:lnTo>
                    <a:pt x="3044419" y="20826"/>
                  </a:lnTo>
                  <a:lnTo>
                    <a:pt x="3045128" y="20826"/>
                  </a:lnTo>
                  <a:lnTo>
                    <a:pt x="3045836" y="20826"/>
                  </a:lnTo>
                  <a:lnTo>
                    <a:pt x="3046545" y="20826"/>
                  </a:lnTo>
                  <a:lnTo>
                    <a:pt x="3047254" y="20826"/>
                  </a:lnTo>
                  <a:lnTo>
                    <a:pt x="3047963" y="20826"/>
                  </a:lnTo>
                  <a:lnTo>
                    <a:pt x="3048672" y="20826"/>
                  </a:lnTo>
                  <a:lnTo>
                    <a:pt x="3048672" y="20578"/>
                  </a:lnTo>
                  <a:lnTo>
                    <a:pt x="3049381" y="20578"/>
                  </a:lnTo>
                  <a:lnTo>
                    <a:pt x="3050089" y="20578"/>
                  </a:lnTo>
                  <a:lnTo>
                    <a:pt x="3050798" y="20578"/>
                  </a:lnTo>
                  <a:lnTo>
                    <a:pt x="3051507" y="20578"/>
                  </a:lnTo>
                  <a:lnTo>
                    <a:pt x="3052216" y="20578"/>
                  </a:lnTo>
                  <a:lnTo>
                    <a:pt x="3052925" y="20578"/>
                  </a:lnTo>
                  <a:lnTo>
                    <a:pt x="3053634" y="20578"/>
                  </a:lnTo>
                  <a:lnTo>
                    <a:pt x="3053634" y="20330"/>
                  </a:lnTo>
                  <a:lnTo>
                    <a:pt x="3054342" y="20330"/>
                  </a:lnTo>
                  <a:lnTo>
                    <a:pt x="3054342" y="20082"/>
                  </a:lnTo>
                  <a:lnTo>
                    <a:pt x="3055051" y="20082"/>
                  </a:lnTo>
                  <a:lnTo>
                    <a:pt x="3055760" y="20082"/>
                  </a:lnTo>
                  <a:lnTo>
                    <a:pt x="3056469" y="20082"/>
                  </a:lnTo>
                  <a:lnTo>
                    <a:pt x="3057178" y="20082"/>
                  </a:lnTo>
                  <a:lnTo>
                    <a:pt x="3057887" y="20082"/>
                  </a:lnTo>
                  <a:lnTo>
                    <a:pt x="3058595" y="20082"/>
                  </a:lnTo>
                  <a:lnTo>
                    <a:pt x="3059304" y="20082"/>
                  </a:lnTo>
                  <a:lnTo>
                    <a:pt x="3060013" y="20082"/>
                  </a:lnTo>
                  <a:lnTo>
                    <a:pt x="3060722" y="20082"/>
                  </a:lnTo>
                  <a:lnTo>
                    <a:pt x="3061431" y="20082"/>
                  </a:lnTo>
                  <a:lnTo>
                    <a:pt x="3062140" y="20082"/>
                  </a:lnTo>
                  <a:lnTo>
                    <a:pt x="3062848" y="20082"/>
                  </a:lnTo>
                  <a:lnTo>
                    <a:pt x="3063557" y="20082"/>
                  </a:lnTo>
                  <a:lnTo>
                    <a:pt x="3064266" y="20082"/>
                  </a:lnTo>
                  <a:lnTo>
                    <a:pt x="3064975" y="20082"/>
                  </a:lnTo>
                  <a:lnTo>
                    <a:pt x="3065684" y="20082"/>
                  </a:lnTo>
                  <a:lnTo>
                    <a:pt x="3066393" y="20082"/>
                  </a:lnTo>
                  <a:lnTo>
                    <a:pt x="3067101" y="20082"/>
                  </a:lnTo>
                  <a:lnTo>
                    <a:pt x="3067810" y="20082"/>
                  </a:lnTo>
                  <a:lnTo>
                    <a:pt x="3068519" y="20082"/>
                  </a:lnTo>
                  <a:lnTo>
                    <a:pt x="3069228" y="20082"/>
                  </a:lnTo>
                  <a:lnTo>
                    <a:pt x="3069937" y="20082"/>
                  </a:lnTo>
                  <a:lnTo>
                    <a:pt x="3070645" y="20082"/>
                  </a:lnTo>
                  <a:lnTo>
                    <a:pt x="3071354" y="20082"/>
                  </a:lnTo>
                  <a:lnTo>
                    <a:pt x="3072063" y="20082"/>
                  </a:lnTo>
                  <a:lnTo>
                    <a:pt x="3072772" y="20082"/>
                  </a:lnTo>
                  <a:lnTo>
                    <a:pt x="3073481" y="20082"/>
                  </a:lnTo>
                  <a:lnTo>
                    <a:pt x="3074190" y="20082"/>
                  </a:lnTo>
                  <a:lnTo>
                    <a:pt x="3074898" y="20082"/>
                  </a:lnTo>
                  <a:lnTo>
                    <a:pt x="3075607" y="20082"/>
                  </a:lnTo>
                  <a:lnTo>
                    <a:pt x="3076316" y="20082"/>
                  </a:lnTo>
                  <a:lnTo>
                    <a:pt x="3077025" y="20082"/>
                  </a:lnTo>
                  <a:lnTo>
                    <a:pt x="3077734" y="20082"/>
                  </a:lnTo>
                  <a:lnTo>
                    <a:pt x="3078443" y="20082"/>
                  </a:lnTo>
                  <a:lnTo>
                    <a:pt x="3079151" y="20082"/>
                  </a:lnTo>
                  <a:lnTo>
                    <a:pt x="3079860" y="20082"/>
                  </a:lnTo>
                  <a:lnTo>
                    <a:pt x="3080569" y="20082"/>
                  </a:lnTo>
                  <a:lnTo>
                    <a:pt x="3081278" y="20082"/>
                  </a:lnTo>
                  <a:lnTo>
                    <a:pt x="3081987" y="20082"/>
                  </a:lnTo>
                  <a:lnTo>
                    <a:pt x="3082696" y="20082"/>
                  </a:lnTo>
                  <a:lnTo>
                    <a:pt x="3082696" y="19834"/>
                  </a:lnTo>
                  <a:lnTo>
                    <a:pt x="3083404" y="19834"/>
                  </a:lnTo>
                  <a:lnTo>
                    <a:pt x="3084113" y="19834"/>
                  </a:lnTo>
                  <a:lnTo>
                    <a:pt x="3084822" y="19834"/>
                  </a:lnTo>
                  <a:lnTo>
                    <a:pt x="3085531" y="19834"/>
                  </a:lnTo>
                  <a:lnTo>
                    <a:pt x="3086240" y="19834"/>
                  </a:lnTo>
                  <a:lnTo>
                    <a:pt x="3086949" y="19834"/>
                  </a:lnTo>
                  <a:lnTo>
                    <a:pt x="3087657" y="19834"/>
                  </a:lnTo>
                  <a:lnTo>
                    <a:pt x="3088366" y="19834"/>
                  </a:lnTo>
                  <a:lnTo>
                    <a:pt x="3089075" y="19834"/>
                  </a:lnTo>
                  <a:lnTo>
                    <a:pt x="3089784" y="19834"/>
                  </a:lnTo>
                  <a:lnTo>
                    <a:pt x="3090493" y="19834"/>
                  </a:lnTo>
                  <a:lnTo>
                    <a:pt x="3091202" y="19834"/>
                  </a:lnTo>
                  <a:lnTo>
                    <a:pt x="3091910" y="19834"/>
                  </a:lnTo>
                  <a:lnTo>
                    <a:pt x="3092619" y="19834"/>
                  </a:lnTo>
                  <a:lnTo>
                    <a:pt x="3093328" y="19834"/>
                  </a:lnTo>
                  <a:lnTo>
                    <a:pt x="3094037" y="19834"/>
                  </a:lnTo>
                  <a:lnTo>
                    <a:pt x="3094746" y="19834"/>
                  </a:lnTo>
                  <a:lnTo>
                    <a:pt x="3095454" y="19834"/>
                  </a:lnTo>
                  <a:lnTo>
                    <a:pt x="3096163" y="19834"/>
                  </a:lnTo>
                  <a:lnTo>
                    <a:pt x="3096872" y="19834"/>
                  </a:lnTo>
                  <a:lnTo>
                    <a:pt x="3097581" y="19834"/>
                  </a:lnTo>
                  <a:lnTo>
                    <a:pt x="3098290" y="19834"/>
                  </a:lnTo>
                  <a:lnTo>
                    <a:pt x="3098999" y="19834"/>
                  </a:lnTo>
                  <a:lnTo>
                    <a:pt x="3099707" y="19834"/>
                  </a:lnTo>
                  <a:lnTo>
                    <a:pt x="3100416" y="19834"/>
                  </a:lnTo>
                  <a:lnTo>
                    <a:pt x="3101125" y="19834"/>
                  </a:lnTo>
                  <a:lnTo>
                    <a:pt x="3101834" y="19834"/>
                  </a:lnTo>
                  <a:lnTo>
                    <a:pt x="3102543" y="19834"/>
                  </a:lnTo>
                  <a:lnTo>
                    <a:pt x="3103252" y="19834"/>
                  </a:lnTo>
                  <a:lnTo>
                    <a:pt x="3103960" y="19834"/>
                  </a:lnTo>
                  <a:lnTo>
                    <a:pt x="3104669" y="19834"/>
                  </a:lnTo>
                  <a:lnTo>
                    <a:pt x="3105378" y="19834"/>
                  </a:lnTo>
                  <a:lnTo>
                    <a:pt x="3106087" y="19834"/>
                  </a:lnTo>
                  <a:lnTo>
                    <a:pt x="3106796" y="19834"/>
                  </a:lnTo>
                  <a:lnTo>
                    <a:pt x="3107505" y="19834"/>
                  </a:lnTo>
                  <a:lnTo>
                    <a:pt x="3108213" y="19834"/>
                  </a:lnTo>
                  <a:lnTo>
                    <a:pt x="3108922" y="19834"/>
                  </a:lnTo>
                  <a:lnTo>
                    <a:pt x="3109631" y="19834"/>
                  </a:lnTo>
                  <a:lnTo>
                    <a:pt x="3110340" y="19834"/>
                  </a:lnTo>
                  <a:lnTo>
                    <a:pt x="3111049" y="19834"/>
                  </a:lnTo>
                  <a:lnTo>
                    <a:pt x="3111758" y="19834"/>
                  </a:lnTo>
                  <a:lnTo>
                    <a:pt x="3112466" y="19834"/>
                  </a:lnTo>
                  <a:lnTo>
                    <a:pt x="3113175" y="19834"/>
                  </a:lnTo>
                  <a:lnTo>
                    <a:pt x="3113884" y="19834"/>
                  </a:lnTo>
                  <a:lnTo>
                    <a:pt x="3114593" y="19834"/>
                  </a:lnTo>
                  <a:lnTo>
                    <a:pt x="3115302" y="19834"/>
                  </a:lnTo>
                  <a:lnTo>
                    <a:pt x="3116011" y="19834"/>
                  </a:lnTo>
                  <a:lnTo>
                    <a:pt x="3116719" y="19834"/>
                  </a:lnTo>
                  <a:lnTo>
                    <a:pt x="3117428" y="19834"/>
                  </a:lnTo>
                  <a:lnTo>
                    <a:pt x="3118137" y="19834"/>
                  </a:lnTo>
                  <a:lnTo>
                    <a:pt x="3118846" y="19834"/>
                  </a:lnTo>
                  <a:lnTo>
                    <a:pt x="3119555" y="19834"/>
                  </a:lnTo>
                  <a:lnTo>
                    <a:pt x="3120263" y="19834"/>
                  </a:lnTo>
                  <a:lnTo>
                    <a:pt x="3120972" y="19834"/>
                  </a:lnTo>
                  <a:lnTo>
                    <a:pt x="3120972" y="19586"/>
                  </a:lnTo>
                  <a:lnTo>
                    <a:pt x="3121681" y="19586"/>
                  </a:lnTo>
                  <a:lnTo>
                    <a:pt x="3122390" y="19586"/>
                  </a:lnTo>
                  <a:lnTo>
                    <a:pt x="3123099" y="19586"/>
                  </a:lnTo>
                  <a:lnTo>
                    <a:pt x="3123808" y="19586"/>
                  </a:lnTo>
                  <a:lnTo>
                    <a:pt x="3124516" y="19586"/>
                  </a:lnTo>
                  <a:lnTo>
                    <a:pt x="3125225" y="19586"/>
                  </a:lnTo>
                  <a:lnTo>
                    <a:pt x="3125934" y="19586"/>
                  </a:lnTo>
                  <a:lnTo>
                    <a:pt x="3126643" y="19586"/>
                  </a:lnTo>
                  <a:lnTo>
                    <a:pt x="3127352" y="19586"/>
                  </a:lnTo>
                  <a:lnTo>
                    <a:pt x="3128061" y="19586"/>
                  </a:lnTo>
                  <a:lnTo>
                    <a:pt x="3128769" y="19586"/>
                  </a:lnTo>
                  <a:lnTo>
                    <a:pt x="3129478" y="19586"/>
                  </a:lnTo>
                  <a:lnTo>
                    <a:pt x="3130187" y="19586"/>
                  </a:lnTo>
                  <a:lnTo>
                    <a:pt x="3130896" y="19586"/>
                  </a:lnTo>
                  <a:lnTo>
                    <a:pt x="3131605" y="19586"/>
                  </a:lnTo>
                  <a:lnTo>
                    <a:pt x="3132314" y="19586"/>
                  </a:lnTo>
                  <a:lnTo>
                    <a:pt x="3133022" y="19586"/>
                  </a:lnTo>
                  <a:lnTo>
                    <a:pt x="3133731" y="19586"/>
                  </a:lnTo>
                  <a:lnTo>
                    <a:pt x="3134440" y="19586"/>
                  </a:lnTo>
                  <a:lnTo>
                    <a:pt x="3135149" y="19586"/>
                  </a:lnTo>
                  <a:lnTo>
                    <a:pt x="3135858" y="19586"/>
                  </a:lnTo>
                  <a:lnTo>
                    <a:pt x="3136567" y="19586"/>
                  </a:lnTo>
                  <a:lnTo>
                    <a:pt x="3137275" y="19586"/>
                  </a:lnTo>
                  <a:lnTo>
                    <a:pt x="3137984" y="19586"/>
                  </a:lnTo>
                  <a:lnTo>
                    <a:pt x="3138693" y="19586"/>
                  </a:lnTo>
                  <a:lnTo>
                    <a:pt x="3139402" y="19586"/>
                  </a:lnTo>
                  <a:lnTo>
                    <a:pt x="3140111" y="19586"/>
                  </a:lnTo>
                  <a:lnTo>
                    <a:pt x="3140820" y="19586"/>
                  </a:lnTo>
                  <a:lnTo>
                    <a:pt x="3141528" y="19586"/>
                  </a:lnTo>
                  <a:lnTo>
                    <a:pt x="3142237" y="19586"/>
                  </a:lnTo>
                  <a:lnTo>
                    <a:pt x="3142946" y="19586"/>
                  </a:lnTo>
                  <a:lnTo>
                    <a:pt x="3143655" y="19586"/>
                  </a:lnTo>
                  <a:lnTo>
                    <a:pt x="3144364" y="19586"/>
                  </a:lnTo>
                  <a:lnTo>
                    <a:pt x="3145072" y="19586"/>
                  </a:lnTo>
                  <a:lnTo>
                    <a:pt x="3145781" y="19586"/>
                  </a:lnTo>
                  <a:lnTo>
                    <a:pt x="3146490" y="19586"/>
                  </a:lnTo>
                  <a:lnTo>
                    <a:pt x="3147199" y="19586"/>
                  </a:lnTo>
                  <a:lnTo>
                    <a:pt x="3147908" y="19586"/>
                  </a:lnTo>
                  <a:lnTo>
                    <a:pt x="3148617" y="19586"/>
                  </a:lnTo>
                  <a:lnTo>
                    <a:pt x="3149325" y="19586"/>
                  </a:lnTo>
                  <a:lnTo>
                    <a:pt x="3150034" y="19586"/>
                  </a:lnTo>
                  <a:lnTo>
                    <a:pt x="3150743" y="19586"/>
                  </a:lnTo>
                  <a:lnTo>
                    <a:pt x="3151452" y="19586"/>
                  </a:lnTo>
                  <a:lnTo>
                    <a:pt x="3151452" y="19339"/>
                  </a:lnTo>
                  <a:lnTo>
                    <a:pt x="3152161" y="19339"/>
                  </a:lnTo>
                  <a:lnTo>
                    <a:pt x="3152870" y="19339"/>
                  </a:lnTo>
                  <a:lnTo>
                    <a:pt x="3153578" y="19339"/>
                  </a:lnTo>
                  <a:lnTo>
                    <a:pt x="3154287" y="19339"/>
                  </a:lnTo>
                  <a:lnTo>
                    <a:pt x="3154287" y="19091"/>
                  </a:lnTo>
                  <a:lnTo>
                    <a:pt x="3154996" y="19091"/>
                  </a:lnTo>
                  <a:lnTo>
                    <a:pt x="3155705" y="19091"/>
                  </a:lnTo>
                  <a:lnTo>
                    <a:pt x="3156414" y="19091"/>
                  </a:lnTo>
                  <a:lnTo>
                    <a:pt x="3157123" y="19091"/>
                  </a:lnTo>
                  <a:lnTo>
                    <a:pt x="3157831" y="19091"/>
                  </a:lnTo>
                  <a:lnTo>
                    <a:pt x="3158540" y="19091"/>
                  </a:lnTo>
                  <a:lnTo>
                    <a:pt x="3159249" y="19091"/>
                  </a:lnTo>
                  <a:lnTo>
                    <a:pt x="3159958" y="19091"/>
                  </a:lnTo>
                  <a:lnTo>
                    <a:pt x="3160667" y="19091"/>
                  </a:lnTo>
                  <a:lnTo>
                    <a:pt x="3161376" y="19091"/>
                  </a:lnTo>
                  <a:lnTo>
                    <a:pt x="3162084" y="19091"/>
                  </a:lnTo>
                  <a:lnTo>
                    <a:pt x="3162793" y="19091"/>
                  </a:lnTo>
                  <a:lnTo>
                    <a:pt x="3163502" y="19091"/>
                  </a:lnTo>
                  <a:lnTo>
                    <a:pt x="3164211" y="19091"/>
                  </a:lnTo>
                  <a:lnTo>
                    <a:pt x="3164920" y="19091"/>
                  </a:lnTo>
                  <a:lnTo>
                    <a:pt x="3165629" y="19091"/>
                  </a:lnTo>
                  <a:lnTo>
                    <a:pt x="3166337" y="19091"/>
                  </a:lnTo>
                  <a:lnTo>
                    <a:pt x="3167046" y="19091"/>
                  </a:lnTo>
                  <a:lnTo>
                    <a:pt x="3167046" y="18843"/>
                  </a:lnTo>
                  <a:lnTo>
                    <a:pt x="3167755" y="18843"/>
                  </a:lnTo>
                  <a:lnTo>
                    <a:pt x="3168464" y="18843"/>
                  </a:lnTo>
                  <a:lnTo>
                    <a:pt x="3169173" y="18843"/>
                  </a:lnTo>
                  <a:lnTo>
                    <a:pt x="3169882" y="18843"/>
                  </a:lnTo>
                  <a:lnTo>
                    <a:pt x="3170590" y="18843"/>
                  </a:lnTo>
                  <a:lnTo>
                    <a:pt x="3171299" y="18843"/>
                  </a:lnTo>
                  <a:lnTo>
                    <a:pt x="3172008" y="18843"/>
                  </a:lnTo>
                  <a:lnTo>
                    <a:pt x="3172008" y="18595"/>
                  </a:lnTo>
                  <a:lnTo>
                    <a:pt x="3172717" y="18595"/>
                  </a:lnTo>
                  <a:lnTo>
                    <a:pt x="3173426" y="18595"/>
                  </a:lnTo>
                  <a:lnTo>
                    <a:pt x="3174134" y="18595"/>
                  </a:lnTo>
                  <a:lnTo>
                    <a:pt x="3174843" y="18595"/>
                  </a:lnTo>
                  <a:lnTo>
                    <a:pt x="3175552" y="18595"/>
                  </a:lnTo>
                  <a:lnTo>
                    <a:pt x="3176261" y="18595"/>
                  </a:lnTo>
                  <a:lnTo>
                    <a:pt x="3176970" y="18595"/>
                  </a:lnTo>
                  <a:lnTo>
                    <a:pt x="3177679" y="18595"/>
                  </a:lnTo>
                  <a:lnTo>
                    <a:pt x="3178387" y="18595"/>
                  </a:lnTo>
                  <a:lnTo>
                    <a:pt x="3179096" y="18595"/>
                  </a:lnTo>
                  <a:lnTo>
                    <a:pt x="3179805" y="18595"/>
                  </a:lnTo>
                  <a:lnTo>
                    <a:pt x="3180514" y="18595"/>
                  </a:lnTo>
                  <a:lnTo>
                    <a:pt x="3181223" y="18595"/>
                  </a:lnTo>
                  <a:lnTo>
                    <a:pt x="3181932" y="18595"/>
                  </a:lnTo>
                  <a:lnTo>
                    <a:pt x="3182640" y="18595"/>
                  </a:lnTo>
                  <a:lnTo>
                    <a:pt x="3183349" y="18595"/>
                  </a:lnTo>
                  <a:lnTo>
                    <a:pt x="3184058" y="18595"/>
                  </a:lnTo>
                  <a:lnTo>
                    <a:pt x="3184767" y="18595"/>
                  </a:lnTo>
                  <a:lnTo>
                    <a:pt x="3185476" y="18595"/>
                  </a:lnTo>
                  <a:lnTo>
                    <a:pt x="3186185" y="18595"/>
                  </a:lnTo>
                  <a:lnTo>
                    <a:pt x="3186893" y="18595"/>
                  </a:lnTo>
                  <a:lnTo>
                    <a:pt x="3187602" y="18595"/>
                  </a:lnTo>
                  <a:lnTo>
                    <a:pt x="3188311" y="18595"/>
                  </a:lnTo>
                  <a:lnTo>
                    <a:pt x="3189020" y="18595"/>
                  </a:lnTo>
                  <a:lnTo>
                    <a:pt x="3189729" y="18595"/>
                  </a:lnTo>
                  <a:lnTo>
                    <a:pt x="3190438" y="18595"/>
                  </a:lnTo>
                  <a:lnTo>
                    <a:pt x="3191146" y="18595"/>
                  </a:lnTo>
                  <a:lnTo>
                    <a:pt x="3191855" y="18595"/>
                  </a:lnTo>
                  <a:lnTo>
                    <a:pt x="3192564" y="18595"/>
                  </a:lnTo>
                  <a:lnTo>
                    <a:pt x="3193273" y="18595"/>
                  </a:lnTo>
                  <a:lnTo>
                    <a:pt x="3193982" y="18595"/>
                  </a:lnTo>
                  <a:lnTo>
                    <a:pt x="3194691" y="18595"/>
                  </a:lnTo>
                  <a:lnTo>
                    <a:pt x="3195399" y="18595"/>
                  </a:lnTo>
                  <a:lnTo>
                    <a:pt x="3196108" y="18595"/>
                  </a:lnTo>
                  <a:lnTo>
                    <a:pt x="3196817" y="18595"/>
                  </a:lnTo>
                  <a:lnTo>
                    <a:pt x="3197526" y="18595"/>
                  </a:lnTo>
                  <a:lnTo>
                    <a:pt x="3198235" y="18595"/>
                  </a:lnTo>
                  <a:lnTo>
                    <a:pt x="3198943" y="18595"/>
                  </a:lnTo>
                  <a:lnTo>
                    <a:pt x="3199652" y="18595"/>
                  </a:lnTo>
                  <a:lnTo>
                    <a:pt x="3200361" y="18595"/>
                  </a:lnTo>
                  <a:lnTo>
                    <a:pt x="3201070" y="18595"/>
                  </a:lnTo>
                  <a:lnTo>
                    <a:pt x="3201779" y="18595"/>
                  </a:lnTo>
                  <a:lnTo>
                    <a:pt x="3202488" y="18595"/>
                  </a:lnTo>
                  <a:lnTo>
                    <a:pt x="3203196" y="18595"/>
                  </a:lnTo>
                  <a:lnTo>
                    <a:pt x="3203905" y="18595"/>
                  </a:lnTo>
                  <a:lnTo>
                    <a:pt x="3204614" y="18595"/>
                  </a:lnTo>
                  <a:lnTo>
                    <a:pt x="3205323" y="18595"/>
                  </a:lnTo>
                  <a:lnTo>
                    <a:pt x="3206032" y="18595"/>
                  </a:lnTo>
                  <a:lnTo>
                    <a:pt x="3206741" y="18595"/>
                  </a:lnTo>
                  <a:lnTo>
                    <a:pt x="3207449" y="18595"/>
                  </a:lnTo>
                  <a:lnTo>
                    <a:pt x="3208158" y="18595"/>
                  </a:lnTo>
                  <a:lnTo>
                    <a:pt x="3208867" y="18595"/>
                  </a:lnTo>
                  <a:lnTo>
                    <a:pt x="3209576" y="18595"/>
                  </a:lnTo>
                  <a:lnTo>
                    <a:pt x="3210285" y="18595"/>
                  </a:lnTo>
                  <a:lnTo>
                    <a:pt x="3210994" y="18595"/>
                  </a:lnTo>
                  <a:lnTo>
                    <a:pt x="3211702" y="18595"/>
                  </a:lnTo>
                  <a:lnTo>
                    <a:pt x="3212411" y="18595"/>
                  </a:lnTo>
                  <a:lnTo>
                    <a:pt x="3213120" y="18595"/>
                  </a:lnTo>
                  <a:lnTo>
                    <a:pt x="3213829" y="18595"/>
                  </a:lnTo>
                  <a:lnTo>
                    <a:pt x="3214538" y="18595"/>
                  </a:lnTo>
                  <a:lnTo>
                    <a:pt x="3215247" y="18595"/>
                  </a:lnTo>
                  <a:lnTo>
                    <a:pt x="3215955" y="18595"/>
                  </a:lnTo>
                  <a:lnTo>
                    <a:pt x="3216664" y="18595"/>
                  </a:lnTo>
                  <a:lnTo>
                    <a:pt x="3217373" y="18595"/>
                  </a:lnTo>
                  <a:lnTo>
                    <a:pt x="3218082" y="18595"/>
                  </a:lnTo>
                  <a:lnTo>
                    <a:pt x="3218791" y="18595"/>
                  </a:lnTo>
                  <a:lnTo>
                    <a:pt x="3219500" y="18595"/>
                  </a:lnTo>
                  <a:lnTo>
                    <a:pt x="3220208" y="18595"/>
                  </a:lnTo>
                  <a:lnTo>
                    <a:pt x="3220917" y="18595"/>
                  </a:lnTo>
                  <a:lnTo>
                    <a:pt x="3221626" y="18595"/>
                  </a:lnTo>
                  <a:lnTo>
                    <a:pt x="3222335" y="18595"/>
                  </a:lnTo>
                  <a:lnTo>
                    <a:pt x="3223044" y="18595"/>
                  </a:lnTo>
                  <a:lnTo>
                    <a:pt x="3223752" y="18595"/>
                  </a:lnTo>
                  <a:lnTo>
                    <a:pt x="3224461" y="18595"/>
                  </a:lnTo>
                  <a:lnTo>
                    <a:pt x="3225170" y="18595"/>
                  </a:lnTo>
                  <a:lnTo>
                    <a:pt x="3225879" y="18595"/>
                  </a:lnTo>
                  <a:lnTo>
                    <a:pt x="3226588" y="18595"/>
                  </a:lnTo>
                  <a:lnTo>
                    <a:pt x="3227297" y="18595"/>
                  </a:lnTo>
                  <a:lnTo>
                    <a:pt x="3228005" y="18595"/>
                  </a:lnTo>
                  <a:lnTo>
                    <a:pt x="3228714" y="18595"/>
                  </a:lnTo>
                  <a:lnTo>
                    <a:pt x="3229423" y="18595"/>
                  </a:lnTo>
                  <a:lnTo>
                    <a:pt x="3230132" y="18595"/>
                  </a:lnTo>
                  <a:lnTo>
                    <a:pt x="3230841" y="18595"/>
                  </a:lnTo>
                  <a:lnTo>
                    <a:pt x="3231550" y="18595"/>
                  </a:lnTo>
                  <a:lnTo>
                    <a:pt x="3232258" y="18595"/>
                  </a:lnTo>
                  <a:lnTo>
                    <a:pt x="3232967" y="18595"/>
                  </a:lnTo>
                  <a:lnTo>
                    <a:pt x="3233676" y="18595"/>
                  </a:lnTo>
                  <a:lnTo>
                    <a:pt x="3234385" y="18595"/>
                  </a:lnTo>
                  <a:lnTo>
                    <a:pt x="3235094" y="18595"/>
                  </a:lnTo>
                  <a:lnTo>
                    <a:pt x="3235803" y="18595"/>
                  </a:lnTo>
                  <a:lnTo>
                    <a:pt x="3236511" y="18595"/>
                  </a:lnTo>
                  <a:lnTo>
                    <a:pt x="3237220" y="18595"/>
                  </a:lnTo>
                  <a:lnTo>
                    <a:pt x="3237929" y="18595"/>
                  </a:lnTo>
                  <a:lnTo>
                    <a:pt x="3238638" y="18595"/>
                  </a:lnTo>
                  <a:lnTo>
                    <a:pt x="3239347" y="18595"/>
                  </a:lnTo>
                  <a:lnTo>
                    <a:pt x="3240056" y="18595"/>
                  </a:lnTo>
                  <a:lnTo>
                    <a:pt x="3240764" y="18595"/>
                  </a:lnTo>
                  <a:lnTo>
                    <a:pt x="3241473" y="18595"/>
                  </a:lnTo>
                  <a:lnTo>
                    <a:pt x="3242182" y="18595"/>
                  </a:lnTo>
                  <a:lnTo>
                    <a:pt x="3242891" y="18595"/>
                  </a:lnTo>
                  <a:lnTo>
                    <a:pt x="3243600" y="18595"/>
                  </a:lnTo>
                  <a:lnTo>
                    <a:pt x="3244309" y="18595"/>
                  </a:lnTo>
                  <a:lnTo>
                    <a:pt x="3245017" y="18595"/>
                  </a:lnTo>
                  <a:lnTo>
                    <a:pt x="3245726" y="18595"/>
                  </a:lnTo>
                  <a:lnTo>
                    <a:pt x="3246435" y="18595"/>
                  </a:lnTo>
                  <a:lnTo>
                    <a:pt x="3247144" y="18595"/>
                  </a:lnTo>
                  <a:lnTo>
                    <a:pt x="3247853" y="18595"/>
                  </a:lnTo>
                  <a:lnTo>
                    <a:pt x="3248561" y="18595"/>
                  </a:lnTo>
                  <a:lnTo>
                    <a:pt x="3249270" y="18595"/>
                  </a:lnTo>
                  <a:lnTo>
                    <a:pt x="3249979" y="18595"/>
                  </a:lnTo>
                  <a:lnTo>
                    <a:pt x="3250688" y="18595"/>
                  </a:lnTo>
                  <a:lnTo>
                    <a:pt x="3251397" y="18595"/>
                  </a:lnTo>
                  <a:lnTo>
                    <a:pt x="3252106" y="18595"/>
                  </a:lnTo>
                  <a:lnTo>
                    <a:pt x="3252814" y="18595"/>
                  </a:lnTo>
                  <a:lnTo>
                    <a:pt x="3253523" y="18595"/>
                  </a:lnTo>
                  <a:lnTo>
                    <a:pt x="3254232" y="18595"/>
                  </a:lnTo>
                  <a:lnTo>
                    <a:pt x="3254941" y="18595"/>
                  </a:lnTo>
                  <a:lnTo>
                    <a:pt x="3255650" y="18595"/>
                  </a:lnTo>
                  <a:lnTo>
                    <a:pt x="3256359" y="18595"/>
                  </a:lnTo>
                  <a:lnTo>
                    <a:pt x="3257067" y="18595"/>
                  </a:lnTo>
                  <a:lnTo>
                    <a:pt x="3257776" y="18595"/>
                  </a:lnTo>
                  <a:lnTo>
                    <a:pt x="3258485" y="18595"/>
                  </a:lnTo>
                  <a:lnTo>
                    <a:pt x="3259194" y="18595"/>
                  </a:lnTo>
                  <a:lnTo>
                    <a:pt x="3259903" y="18595"/>
                  </a:lnTo>
                  <a:lnTo>
                    <a:pt x="3260612" y="18595"/>
                  </a:lnTo>
                  <a:lnTo>
                    <a:pt x="3261320" y="18595"/>
                  </a:lnTo>
                  <a:lnTo>
                    <a:pt x="3262029" y="18595"/>
                  </a:lnTo>
                  <a:lnTo>
                    <a:pt x="3262738" y="18595"/>
                  </a:lnTo>
                  <a:lnTo>
                    <a:pt x="3263447" y="18595"/>
                  </a:lnTo>
                  <a:lnTo>
                    <a:pt x="3264156" y="18595"/>
                  </a:lnTo>
                  <a:lnTo>
                    <a:pt x="3264865" y="18595"/>
                  </a:lnTo>
                  <a:lnTo>
                    <a:pt x="3265573" y="18595"/>
                  </a:lnTo>
                  <a:lnTo>
                    <a:pt x="3266282" y="18595"/>
                  </a:lnTo>
                  <a:lnTo>
                    <a:pt x="3266991" y="18595"/>
                  </a:lnTo>
                  <a:lnTo>
                    <a:pt x="3267700" y="18595"/>
                  </a:lnTo>
                  <a:lnTo>
                    <a:pt x="3268409" y="18595"/>
                  </a:lnTo>
                  <a:lnTo>
                    <a:pt x="3269118" y="18595"/>
                  </a:lnTo>
                  <a:lnTo>
                    <a:pt x="3269826" y="18595"/>
                  </a:lnTo>
                  <a:lnTo>
                    <a:pt x="3270535" y="18595"/>
                  </a:lnTo>
                  <a:lnTo>
                    <a:pt x="3271244" y="18595"/>
                  </a:lnTo>
                  <a:lnTo>
                    <a:pt x="3271953" y="18595"/>
                  </a:lnTo>
                  <a:lnTo>
                    <a:pt x="3272662" y="18595"/>
                  </a:lnTo>
                  <a:lnTo>
                    <a:pt x="3273370" y="18595"/>
                  </a:lnTo>
                  <a:lnTo>
                    <a:pt x="3274079" y="18595"/>
                  </a:lnTo>
                  <a:lnTo>
                    <a:pt x="3274788" y="18595"/>
                  </a:lnTo>
                  <a:lnTo>
                    <a:pt x="3275497" y="18595"/>
                  </a:lnTo>
                  <a:lnTo>
                    <a:pt x="3276206" y="18595"/>
                  </a:lnTo>
                  <a:lnTo>
                    <a:pt x="3276915" y="18595"/>
                  </a:lnTo>
                  <a:lnTo>
                    <a:pt x="3277623" y="18595"/>
                  </a:lnTo>
                  <a:lnTo>
                    <a:pt x="3278332" y="18595"/>
                  </a:lnTo>
                  <a:lnTo>
                    <a:pt x="3279041" y="18595"/>
                  </a:lnTo>
                  <a:lnTo>
                    <a:pt x="3279750" y="18595"/>
                  </a:lnTo>
                  <a:lnTo>
                    <a:pt x="3280459" y="18595"/>
                  </a:lnTo>
                  <a:lnTo>
                    <a:pt x="3281168" y="18595"/>
                  </a:lnTo>
                  <a:lnTo>
                    <a:pt x="3281876" y="18595"/>
                  </a:lnTo>
                  <a:lnTo>
                    <a:pt x="3282585" y="18595"/>
                  </a:lnTo>
                  <a:lnTo>
                    <a:pt x="3283294" y="18595"/>
                  </a:lnTo>
                  <a:lnTo>
                    <a:pt x="3284003" y="18595"/>
                  </a:lnTo>
                  <a:lnTo>
                    <a:pt x="3284712" y="18595"/>
                  </a:lnTo>
                  <a:lnTo>
                    <a:pt x="3285421" y="18595"/>
                  </a:lnTo>
                  <a:lnTo>
                    <a:pt x="3286129" y="18595"/>
                  </a:lnTo>
                  <a:lnTo>
                    <a:pt x="3286838" y="18595"/>
                  </a:lnTo>
                  <a:lnTo>
                    <a:pt x="3287547" y="18595"/>
                  </a:lnTo>
                  <a:lnTo>
                    <a:pt x="3288256" y="18595"/>
                  </a:lnTo>
                  <a:lnTo>
                    <a:pt x="3288965" y="18595"/>
                  </a:lnTo>
                  <a:lnTo>
                    <a:pt x="3289674" y="18595"/>
                  </a:lnTo>
                  <a:lnTo>
                    <a:pt x="3290382" y="18595"/>
                  </a:lnTo>
                  <a:lnTo>
                    <a:pt x="3291091" y="18595"/>
                  </a:lnTo>
                  <a:lnTo>
                    <a:pt x="3291800" y="18595"/>
                  </a:lnTo>
                  <a:lnTo>
                    <a:pt x="3292509" y="18595"/>
                  </a:lnTo>
                  <a:lnTo>
                    <a:pt x="3293218" y="18595"/>
                  </a:lnTo>
                  <a:lnTo>
                    <a:pt x="3293927" y="18595"/>
                  </a:lnTo>
                  <a:lnTo>
                    <a:pt x="3294635" y="18595"/>
                  </a:lnTo>
                  <a:lnTo>
                    <a:pt x="3295344" y="18595"/>
                  </a:lnTo>
                  <a:lnTo>
                    <a:pt x="3296053" y="18595"/>
                  </a:lnTo>
                  <a:lnTo>
                    <a:pt x="3296762" y="18595"/>
                  </a:lnTo>
                  <a:lnTo>
                    <a:pt x="3297471" y="18595"/>
                  </a:lnTo>
                  <a:lnTo>
                    <a:pt x="3298179" y="18595"/>
                  </a:lnTo>
                  <a:lnTo>
                    <a:pt x="3298888" y="18595"/>
                  </a:lnTo>
                  <a:lnTo>
                    <a:pt x="3299597" y="18595"/>
                  </a:lnTo>
                  <a:lnTo>
                    <a:pt x="3300306" y="18595"/>
                  </a:lnTo>
                  <a:lnTo>
                    <a:pt x="3301015" y="18595"/>
                  </a:lnTo>
                  <a:lnTo>
                    <a:pt x="3301724" y="18595"/>
                  </a:lnTo>
                  <a:lnTo>
                    <a:pt x="3302432" y="18595"/>
                  </a:lnTo>
                  <a:lnTo>
                    <a:pt x="3303141" y="18595"/>
                  </a:lnTo>
                  <a:lnTo>
                    <a:pt x="3303850" y="18595"/>
                  </a:lnTo>
                  <a:lnTo>
                    <a:pt x="3304559" y="18595"/>
                  </a:lnTo>
                  <a:lnTo>
                    <a:pt x="3305268" y="18595"/>
                  </a:lnTo>
                  <a:lnTo>
                    <a:pt x="3305977" y="18595"/>
                  </a:lnTo>
                  <a:lnTo>
                    <a:pt x="3306685" y="18595"/>
                  </a:lnTo>
                  <a:lnTo>
                    <a:pt x="3307394" y="18595"/>
                  </a:lnTo>
                  <a:lnTo>
                    <a:pt x="3308103" y="18595"/>
                  </a:lnTo>
                  <a:lnTo>
                    <a:pt x="3308812" y="18595"/>
                  </a:lnTo>
                  <a:lnTo>
                    <a:pt x="3309521" y="18595"/>
                  </a:lnTo>
                  <a:lnTo>
                    <a:pt x="3310230" y="18595"/>
                  </a:lnTo>
                  <a:lnTo>
                    <a:pt x="3310938" y="18595"/>
                  </a:lnTo>
                  <a:lnTo>
                    <a:pt x="3311647" y="18595"/>
                  </a:lnTo>
                  <a:lnTo>
                    <a:pt x="3312356" y="18595"/>
                  </a:lnTo>
                  <a:lnTo>
                    <a:pt x="3313065" y="18595"/>
                  </a:lnTo>
                  <a:lnTo>
                    <a:pt x="3313774" y="18595"/>
                  </a:lnTo>
                  <a:lnTo>
                    <a:pt x="3314483" y="18595"/>
                  </a:lnTo>
                  <a:lnTo>
                    <a:pt x="3315191" y="18595"/>
                  </a:lnTo>
                  <a:lnTo>
                    <a:pt x="3315900" y="18595"/>
                  </a:lnTo>
                  <a:lnTo>
                    <a:pt x="3316609" y="18595"/>
                  </a:lnTo>
                  <a:lnTo>
                    <a:pt x="3317318" y="18595"/>
                  </a:lnTo>
                  <a:lnTo>
                    <a:pt x="3318027" y="18595"/>
                  </a:lnTo>
                  <a:lnTo>
                    <a:pt x="3318736" y="18595"/>
                  </a:lnTo>
                  <a:lnTo>
                    <a:pt x="3319444" y="18595"/>
                  </a:lnTo>
                  <a:lnTo>
                    <a:pt x="3320153" y="18595"/>
                  </a:lnTo>
                  <a:lnTo>
                    <a:pt x="3320862" y="18595"/>
                  </a:lnTo>
                  <a:lnTo>
                    <a:pt x="3321571" y="18595"/>
                  </a:lnTo>
                  <a:lnTo>
                    <a:pt x="3322280" y="18595"/>
                  </a:lnTo>
                  <a:lnTo>
                    <a:pt x="3322989" y="18595"/>
                  </a:lnTo>
                  <a:lnTo>
                    <a:pt x="3323697" y="18595"/>
                  </a:lnTo>
                  <a:lnTo>
                    <a:pt x="3324406" y="18595"/>
                  </a:lnTo>
                  <a:lnTo>
                    <a:pt x="3325115" y="18595"/>
                  </a:lnTo>
                  <a:lnTo>
                    <a:pt x="3325824" y="18595"/>
                  </a:lnTo>
                  <a:lnTo>
                    <a:pt x="3326533" y="18595"/>
                  </a:lnTo>
                  <a:lnTo>
                    <a:pt x="3327241" y="18595"/>
                  </a:lnTo>
                  <a:lnTo>
                    <a:pt x="3327241" y="18347"/>
                  </a:lnTo>
                  <a:lnTo>
                    <a:pt x="3327950" y="18347"/>
                  </a:lnTo>
                  <a:lnTo>
                    <a:pt x="3328659" y="18347"/>
                  </a:lnTo>
                  <a:lnTo>
                    <a:pt x="3329368" y="18347"/>
                  </a:lnTo>
                  <a:lnTo>
                    <a:pt x="3330077" y="18347"/>
                  </a:lnTo>
                  <a:lnTo>
                    <a:pt x="3330786" y="18347"/>
                  </a:lnTo>
                  <a:lnTo>
                    <a:pt x="3331494" y="18347"/>
                  </a:lnTo>
                  <a:lnTo>
                    <a:pt x="3332203" y="18347"/>
                  </a:lnTo>
                  <a:lnTo>
                    <a:pt x="3332912" y="18347"/>
                  </a:lnTo>
                  <a:lnTo>
                    <a:pt x="3333621" y="18347"/>
                  </a:lnTo>
                  <a:lnTo>
                    <a:pt x="3334330" y="18347"/>
                  </a:lnTo>
                  <a:lnTo>
                    <a:pt x="3335039" y="18347"/>
                  </a:lnTo>
                  <a:lnTo>
                    <a:pt x="3335747" y="18347"/>
                  </a:lnTo>
                  <a:lnTo>
                    <a:pt x="3336456" y="18347"/>
                  </a:lnTo>
                  <a:lnTo>
                    <a:pt x="3337165" y="18347"/>
                  </a:lnTo>
                  <a:lnTo>
                    <a:pt x="3337874" y="18347"/>
                  </a:lnTo>
                  <a:lnTo>
                    <a:pt x="3338583" y="18347"/>
                  </a:lnTo>
                  <a:lnTo>
                    <a:pt x="3339292" y="18347"/>
                  </a:lnTo>
                  <a:lnTo>
                    <a:pt x="3340000" y="18347"/>
                  </a:lnTo>
                  <a:lnTo>
                    <a:pt x="3340709" y="18347"/>
                  </a:lnTo>
                  <a:lnTo>
                    <a:pt x="3341418" y="18347"/>
                  </a:lnTo>
                  <a:lnTo>
                    <a:pt x="3342127" y="18347"/>
                  </a:lnTo>
                  <a:lnTo>
                    <a:pt x="3342836" y="18347"/>
                  </a:lnTo>
                  <a:lnTo>
                    <a:pt x="3343545" y="18347"/>
                  </a:lnTo>
                  <a:lnTo>
                    <a:pt x="3344253" y="18347"/>
                  </a:lnTo>
                  <a:lnTo>
                    <a:pt x="3344962" y="18347"/>
                  </a:lnTo>
                  <a:lnTo>
                    <a:pt x="3345671" y="18347"/>
                  </a:lnTo>
                  <a:lnTo>
                    <a:pt x="3346380" y="18347"/>
                  </a:lnTo>
                  <a:lnTo>
                    <a:pt x="3347089" y="18347"/>
                  </a:lnTo>
                  <a:lnTo>
                    <a:pt x="3347798" y="18347"/>
                  </a:lnTo>
                  <a:lnTo>
                    <a:pt x="3348506" y="18347"/>
                  </a:lnTo>
                  <a:lnTo>
                    <a:pt x="3349215" y="18347"/>
                  </a:lnTo>
                  <a:lnTo>
                    <a:pt x="3349924" y="18347"/>
                  </a:lnTo>
                  <a:lnTo>
                    <a:pt x="3350633" y="18347"/>
                  </a:lnTo>
                  <a:lnTo>
                    <a:pt x="3351342" y="18347"/>
                  </a:lnTo>
                  <a:lnTo>
                    <a:pt x="3352050" y="18347"/>
                  </a:lnTo>
                  <a:lnTo>
                    <a:pt x="3352050" y="18099"/>
                  </a:lnTo>
                  <a:lnTo>
                    <a:pt x="3352759" y="18099"/>
                  </a:lnTo>
                  <a:lnTo>
                    <a:pt x="3353468" y="18099"/>
                  </a:lnTo>
                  <a:lnTo>
                    <a:pt x="3354177" y="18099"/>
                  </a:lnTo>
                  <a:lnTo>
                    <a:pt x="3354886" y="18099"/>
                  </a:lnTo>
                  <a:lnTo>
                    <a:pt x="3355595" y="18099"/>
                  </a:lnTo>
                  <a:lnTo>
                    <a:pt x="3356303" y="18099"/>
                  </a:lnTo>
                  <a:lnTo>
                    <a:pt x="3357012" y="18099"/>
                  </a:lnTo>
                  <a:lnTo>
                    <a:pt x="3357721" y="18099"/>
                  </a:lnTo>
                  <a:lnTo>
                    <a:pt x="3358430" y="18099"/>
                  </a:lnTo>
                  <a:lnTo>
                    <a:pt x="3359139" y="18099"/>
                  </a:lnTo>
                  <a:lnTo>
                    <a:pt x="3359848" y="18099"/>
                  </a:lnTo>
                  <a:lnTo>
                    <a:pt x="3360556" y="18099"/>
                  </a:lnTo>
                  <a:lnTo>
                    <a:pt x="3361265" y="18099"/>
                  </a:lnTo>
                  <a:lnTo>
                    <a:pt x="3361974" y="18099"/>
                  </a:lnTo>
                  <a:lnTo>
                    <a:pt x="3362683" y="18099"/>
                  </a:lnTo>
                  <a:lnTo>
                    <a:pt x="3363392" y="18099"/>
                  </a:lnTo>
                  <a:lnTo>
                    <a:pt x="3364101" y="18099"/>
                  </a:lnTo>
                  <a:lnTo>
                    <a:pt x="3364809" y="18099"/>
                  </a:lnTo>
                  <a:lnTo>
                    <a:pt x="3365518" y="18099"/>
                  </a:lnTo>
                  <a:lnTo>
                    <a:pt x="3366227" y="18099"/>
                  </a:lnTo>
                  <a:lnTo>
                    <a:pt x="3366936" y="18099"/>
                  </a:lnTo>
                  <a:lnTo>
                    <a:pt x="3367645" y="18099"/>
                  </a:lnTo>
                  <a:lnTo>
                    <a:pt x="3368354" y="18099"/>
                  </a:lnTo>
                  <a:lnTo>
                    <a:pt x="3369062" y="18099"/>
                  </a:lnTo>
                  <a:lnTo>
                    <a:pt x="3369771" y="18099"/>
                  </a:lnTo>
                  <a:lnTo>
                    <a:pt x="3370480" y="18099"/>
                  </a:lnTo>
                  <a:lnTo>
                    <a:pt x="3371189" y="18099"/>
                  </a:lnTo>
                  <a:lnTo>
                    <a:pt x="3371898" y="18099"/>
                  </a:lnTo>
                  <a:lnTo>
                    <a:pt x="3372607" y="18099"/>
                  </a:lnTo>
                  <a:lnTo>
                    <a:pt x="3373315" y="18099"/>
                  </a:lnTo>
                  <a:lnTo>
                    <a:pt x="3374024" y="18099"/>
                  </a:lnTo>
                  <a:lnTo>
                    <a:pt x="3374733" y="18099"/>
                  </a:lnTo>
                  <a:lnTo>
                    <a:pt x="3375442" y="18099"/>
                  </a:lnTo>
                  <a:lnTo>
                    <a:pt x="3376151" y="18099"/>
                  </a:lnTo>
                  <a:lnTo>
                    <a:pt x="3376859" y="18099"/>
                  </a:lnTo>
                  <a:lnTo>
                    <a:pt x="3377568" y="18099"/>
                  </a:lnTo>
                  <a:lnTo>
                    <a:pt x="3378277" y="18099"/>
                  </a:lnTo>
                  <a:lnTo>
                    <a:pt x="3378986" y="18099"/>
                  </a:lnTo>
                  <a:lnTo>
                    <a:pt x="3379695" y="18099"/>
                  </a:lnTo>
                  <a:lnTo>
                    <a:pt x="3380404" y="18099"/>
                  </a:lnTo>
                  <a:lnTo>
                    <a:pt x="3381112" y="18099"/>
                  </a:lnTo>
                  <a:lnTo>
                    <a:pt x="3381821" y="18099"/>
                  </a:lnTo>
                  <a:lnTo>
                    <a:pt x="3382530" y="18099"/>
                  </a:lnTo>
                  <a:lnTo>
                    <a:pt x="3383239" y="18099"/>
                  </a:lnTo>
                  <a:lnTo>
                    <a:pt x="3383948" y="18099"/>
                  </a:lnTo>
                  <a:lnTo>
                    <a:pt x="3384657" y="18099"/>
                  </a:lnTo>
                  <a:lnTo>
                    <a:pt x="3385365" y="18099"/>
                  </a:lnTo>
                  <a:lnTo>
                    <a:pt x="3386074" y="18099"/>
                  </a:lnTo>
                  <a:lnTo>
                    <a:pt x="3386783" y="18099"/>
                  </a:lnTo>
                  <a:lnTo>
                    <a:pt x="3387492" y="18099"/>
                  </a:lnTo>
                  <a:lnTo>
                    <a:pt x="3388201" y="18099"/>
                  </a:lnTo>
                  <a:lnTo>
                    <a:pt x="3388910" y="18099"/>
                  </a:lnTo>
                  <a:lnTo>
                    <a:pt x="3389618" y="18099"/>
                  </a:lnTo>
                  <a:lnTo>
                    <a:pt x="3390327" y="18099"/>
                  </a:lnTo>
                  <a:lnTo>
                    <a:pt x="3391036" y="18099"/>
                  </a:lnTo>
                  <a:lnTo>
                    <a:pt x="3391745" y="18099"/>
                  </a:lnTo>
                  <a:lnTo>
                    <a:pt x="3392454" y="18099"/>
                  </a:lnTo>
                  <a:lnTo>
                    <a:pt x="3393163" y="18099"/>
                  </a:lnTo>
                  <a:lnTo>
                    <a:pt x="3393871" y="18099"/>
                  </a:lnTo>
                  <a:lnTo>
                    <a:pt x="3394580" y="18099"/>
                  </a:lnTo>
                  <a:lnTo>
                    <a:pt x="3395289" y="18099"/>
                  </a:lnTo>
                  <a:lnTo>
                    <a:pt x="3395998" y="18099"/>
                  </a:lnTo>
                  <a:lnTo>
                    <a:pt x="3396707" y="18099"/>
                  </a:lnTo>
                  <a:lnTo>
                    <a:pt x="3397416" y="18099"/>
                  </a:lnTo>
                  <a:lnTo>
                    <a:pt x="3398124" y="18099"/>
                  </a:lnTo>
                  <a:lnTo>
                    <a:pt x="3398833" y="18099"/>
                  </a:lnTo>
                  <a:lnTo>
                    <a:pt x="3399542" y="18099"/>
                  </a:lnTo>
                  <a:lnTo>
                    <a:pt x="3400251" y="18099"/>
                  </a:lnTo>
                  <a:lnTo>
                    <a:pt x="3400251" y="17851"/>
                  </a:lnTo>
                  <a:lnTo>
                    <a:pt x="3400960" y="17851"/>
                  </a:lnTo>
                  <a:lnTo>
                    <a:pt x="3401668" y="17851"/>
                  </a:lnTo>
                  <a:lnTo>
                    <a:pt x="3402377" y="17851"/>
                  </a:lnTo>
                  <a:lnTo>
                    <a:pt x="3402377" y="17603"/>
                  </a:lnTo>
                  <a:lnTo>
                    <a:pt x="3403086" y="17603"/>
                  </a:lnTo>
                  <a:lnTo>
                    <a:pt x="3403795" y="17603"/>
                  </a:lnTo>
                  <a:lnTo>
                    <a:pt x="3404504" y="17603"/>
                  </a:lnTo>
                  <a:lnTo>
                    <a:pt x="3405213" y="17603"/>
                  </a:lnTo>
                  <a:lnTo>
                    <a:pt x="3405921" y="17603"/>
                  </a:lnTo>
                  <a:lnTo>
                    <a:pt x="3406630" y="17603"/>
                  </a:lnTo>
                  <a:lnTo>
                    <a:pt x="3407339" y="17603"/>
                  </a:lnTo>
                  <a:lnTo>
                    <a:pt x="3408048" y="17603"/>
                  </a:lnTo>
                  <a:lnTo>
                    <a:pt x="3408757" y="17603"/>
                  </a:lnTo>
                  <a:lnTo>
                    <a:pt x="3409466" y="17603"/>
                  </a:lnTo>
                  <a:lnTo>
                    <a:pt x="3409466" y="17355"/>
                  </a:lnTo>
                  <a:lnTo>
                    <a:pt x="3410174" y="17355"/>
                  </a:lnTo>
                  <a:lnTo>
                    <a:pt x="3410883" y="17355"/>
                  </a:lnTo>
                  <a:lnTo>
                    <a:pt x="3411592" y="17355"/>
                  </a:lnTo>
                  <a:lnTo>
                    <a:pt x="3412301" y="17355"/>
                  </a:lnTo>
                  <a:lnTo>
                    <a:pt x="3413010" y="17355"/>
                  </a:lnTo>
                  <a:lnTo>
                    <a:pt x="3413719" y="17355"/>
                  </a:lnTo>
                  <a:lnTo>
                    <a:pt x="3414427" y="17355"/>
                  </a:lnTo>
                  <a:lnTo>
                    <a:pt x="3415136" y="17355"/>
                  </a:lnTo>
                  <a:lnTo>
                    <a:pt x="3415136" y="17107"/>
                  </a:lnTo>
                  <a:lnTo>
                    <a:pt x="3415845" y="17107"/>
                  </a:lnTo>
                  <a:lnTo>
                    <a:pt x="3416554" y="17107"/>
                  </a:lnTo>
                  <a:lnTo>
                    <a:pt x="3417263" y="17107"/>
                  </a:lnTo>
                  <a:lnTo>
                    <a:pt x="3417972" y="17107"/>
                  </a:lnTo>
                  <a:lnTo>
                    <a:pt x="3418680" y="17107"/>
                  </a:lnTo>
                  <a:lnTo>
                    <a:pt x="3419389" y="17107"/>
                  </a:lnTo>
                  <a:lnTo>
                    <a:pt x="3420098" y="17107"/>
                  </a:lnTo>
                  <a:lnTo>
                    <a:pt x="3420807" y="17107"/>
                  </a:lnTo>
                  <a:lnTo>
                    <a:pt x="3421516" y="17107"/>
                  </a:lnTo>
                  <a:lnTo>
                    <a:pt x="3422225" y="17107"/>
                  </a:lnTo>
                  <a:lnTo>
                    <a:pt x="3422933" y="17107"/>
                  </a:lnTo>
                  <a:lnTo>
                    <a:pt x="3423642" y="17107"/>
                  </a:lnTo>
                  <a:lnTo>
                    <a:pt x="3424351" y="17107"/>
                  </a:lnTo>
                  <a:lnTo>
                    <a:pt x="3424351" y="16859"/>
                  </a:lnTo>
                  <a:lnTo>
                    <a:pt x="3425060" y="16859"/>
                  </a:lnTo>
                  <a:lnTo>
                    <a:pt x="3425769" y="16859"/>
                  </a:lnTo>
                  <a:lnTo>
                    <a:pt x="3426477" y="16859"/>
                  </a:lnTo>
                  <a:lnTo>
                    <a:pt x="3427186" y="16859"/>
                  </a:lnTo>
                  <a:lnTo>
                    <a:pt x="3427895" y="16859"/>
                  </a:lnTo>
                  <a:lnTo>
                    <a:pt x="3428604" y="16859"/>
                  </a:lnTo>
                  <a:lnTo>
                    <a:pt x="3429313" y="16859"/>
                  </a:lnTo>
                  <a:lnTo>
                    <a:pt x="3430022" y="16859"/>
                  </a:lnTo>
                  <a:lnTo>
                    <a:pt x="3430730" y="16859"/>
                  </a:lnTo>
                  <a:lnTo>
                    <a:pt x="3431439" y="16859"/>
                  </a:lnTo>
                  <a:lnTo>
                    <a:pt x="3432148" y="16859"/>
                  </a:lnTo>
                  <a:lnTo>
                    <a:pt x="3432857" y="16859"/>
                  </a:lnTo>
                  <a:lnTo>
                    <a:pt x="3433566" y="16859"/>
                  </a:lnTo>
                  <a:lnTo>
                    <a:pt x="3434275" y="16859"/>
                  </a:lnTo>
                  <a:lnTo>
                    <a:pt x="3434275" y="16611"/>
                  </a:lnTo>
                  <a:lnTo>
                    <a:pt x="3434983" y="16611"/>
                  </a:lnTo>
                  <a:lnTo>
                    <a:pt x="3435692" y="16611"/>
                  </a:lnTo>
                  <a:lnTo>
                    <a:pt x="3436401" y="16611"/>
                  </a:lnTo>
                  <a:lnTo>
                    <a:pt x="3437110" y="16611"/>
                  </a:lnTo>
                  <a:lnTo>
                    <a:pt x="3437819" y="16611"/>
                  </a:lnTo>
                  <a:lnTo>
                    <a:pt x="3438528" y="16611"/>
                  </a:lnTo>
                  <a:lnTo>
                    <a:pt x="3439236" y="16611"/>
                  </a:lnTo>
                  <a:lnTo>
                    <a:pt x="3439945" y="16611"/>
                  </a:lnTo>
                  <a:lnTo>
                    <a:pt x="3440654" y="16611"/>
                  </a:lnTo>
                  <a:lnTo>
                    <a:pt x="3441363" y="16611"/>
                  </a:lnTo>
                  <a:lnTo>
                    <a:pt x="3442072" y="16611"/>
                  </a:lnTo>
                  <a:lnTo>
                    <a:pt x="3442781" y="16611"/>
                  </a:lnTo>
                  <a:lnTo>
                    <a:pt x="3443489" y="16611"/>
                  </a:lnTo>
                  <a:lnTo>
                    <a:pt x="3444198" y="16611"/>
                  </a:lnTo>
                  <a:lnTo>
                    <a:pt x="3444907" y="16611"/>
                  </a:lnTo>
                  <a:lnTo>
                    <a:pt x="3445616" y="16611"/>
                  </a:lnTo>
                  <a:lnTo>
                    <a:pt x="3446325" y="16611"/>
                  </a:lnTo>
                  <a:lnTo>
                    <a:pt x="3447034" y="16611"/>
                  </a:lnTo>
                  <a:lnTo>
                    <a:pt x="3447742" y="16611"/>
                  </a:lnTo>
                  <a:lnTo>
                    <a:pt x="3448451" y="16611"/>
                  </a:lnTo>
                  <a:lnTo>
                    <a:pt x="3449160" y="16611"/>
                  </a:lnTo>
                  <a:lnTo>
                    <a:pt x="3449869" y="16611"/>
                  </a:lnTo>
                  <a:lnTo>
                    <a:pt x="3450578" y="16611"/>
                  </a:lnTo>
                  <a:lnTo>
                    <a:pt x="3450578" y="16363"/>
                  </a:lnTo>
                  <a:lnTo>
                    <a:pt x="3451286" y="16363"/>
                  </a:lnTo>
                  <a:lnTo>
                    <a:pt x="3451995" y="16363"/>
                  </a:lnTo>
                  <a:lnTo>
                    <a:pt x="3452704" y="16363"/>
                  </a:lnTo>
                  <a:lnTo>
                    <a:pt x="3453413" y="16363"/>
                  </a:lnTo>
                  <a:lnTo>
                    <a:pt x="3454122" y="16363"/>
                  </a:lnTo>
                  <a:lnTo>
                    <a:pt x="3454831" y="16363"/>
                  </a:lnTo>
                  <a:lnTo>
                    <a:pt x="3455539" y="16363"/>
                  </a:lnTo>
                  <a:lnTo>
                    <a:pt x="3456248" y="16363"/>
                  </a:lnTo>
                  <a:lnTo>
                    <a:pt x="3456957" y="16363"/>
                  </a:lnTo>
                  <a:lnTo>
                    <a:pt x="3457666" y="16363"/>
                  </a:lnTo>
                  <a:lnTo>
                    <a:pt x="3458375" y="16363"/>
                  </a:lnTo>
                  <a:lnTo>
                    <a:pt x="3459084" y="16363"/>
                  </a:lnTo>
                  <a:lnTo>
                    <a:pt x="3459792" y="16363"/>
                  </a:lnTo>
                  <a:lnTo>
                    <a:pt x="3460501" y="16363"/>
                  </a:lnTo>
                  <a:lnTo>
                    <a:pt x="3461210" y="16363"/>
                  </a:lnTo>
                  <a:lnTo>
                    <a:pt x="3461919" y="16363"/>
                  </a:lnTo>
                  <a:lnTo>
                    <a:pt x="3462628" y="16363"/>
                  </a:lnTo>
                  <a:lnTo>
                    <a:pt x="3463337" y="16363"/>
                  </a:lnTo>
                  <a:lnTo>
                    <a:pt x="3464045" y="16363"/>
                  </a:lnTo>
                  <a:lnTo>
                    <a:pt x="3464754" y="16363"/>
                  </a:lnTo>
                  <a:lnTo>
                    <a:pt x="3465463" y="16363"/>
                  </a:lnTo>
                  <a:lnTo>
                    <a:pt x="3466172" y="16363"/>
                  </a:lnTo>
                  <a:lnTo>
                    <a:pt x="3466172" y="16115"/>
                  </a:lnTo>
                  <a:lnTo>
                    <a:pt x="3466881" y="16115"/>
                  </a:lnTo>
                  <a:lnTo>
                    <a:pt x="3467590" y="16115"/>
                  </a:lnTo>
                  <a:lnTo>
                    <a:pt x="3468298" y="16115"/>
                  </a:lnTo>
                  <a:lnTo>
                    <a:pt x="3469007" y="16115"/>
                  </a:lnTo>
                  <a:lnTo>
                    <a:pt x="3469716" y="16115"/>
                  </a:lnTo>
                  <a:lnTo>
                    <a:pt x="3470425" y="16115"/>
                  </a:lnTo>
                  <a:lnTo>
                    <a:pt x="3471134" y="16115"/>
                  </a:lnTo>
                  <a:lnTo>
                    <a:pt x="3471843" y="16115"/>
                  </a:lnTo>
                  <a:lnTo>
                    <a:pt x="3472551" y="16115"/>
                  </a:lnTo>
                  <a:lnTo>
                    <a:pt x="3473260" y="16115"/>
                  </a:lnTo>
                  <a:lnTo>
                    <a:pt x="3473969" y="16115"/>
                  </a:lnTo>
                  <a:lnTo>
                    <a:pt x="3474678" y="16115"/>
                  </a:lnTo>
                  <a:lnTo>
                    <a:pt x="3475387" y="16115"/>
                  </a:lnTo>
                  <a:lnTo>
                    <a:pt x="3476096" y="16115"/>
                  </a:lnTo>
                  <a:lnTo>
                    <a:pt x="3476804" y="16115"/>
                  </a:lnTo>
                  <a:lnTo>
                    <a:pt x="3477513" y="16115"/>
                  </a:lnTo>
                  <a:lnTo>
                    <a:pt x="3478222" y="16115"/>
                  </a:lnTo>
                  <a:lnTo>
                    <a:pt x="3478222" y="15867"/>
                  </a:lnTo>
                  <a:lnTo>
                    <a:pt x="3478931" y="15867"/>
                  </a:lnTo>
                  <a:lnTo>
                    <a:pt x="3479640" y="15867"/>
                  </a:lnTo>
                  <a:lnTo>
                    <a:pt x="3480348" y="15867"/>
                  </a:lnTo>
                  <a:lnTo>
                    <a:pt x="3481057" y="15867"/>
                  </a:lnTo>
                  <a:lnTo>
                    <a:pt x="3481766" y="15867"/>
                  </a:lnTo>
                  <a:lnTo>
                    <a:pt x="3481766" y="15620"/>
                  </a:lnTo>
                  <a:lnTo>
                    <a:pt x="3482475" y="15620"/>
                  </a:lnTo>
                  <a:lnTo>
                    <a:pt x="3483184" y="15620"/>
                  </a:lnTo>
                  <a:lnTo>
                    <a:pt x="3483893" y="15620"/>
                  </a:lnTo>
                  <a:lnTo>
                    <a:pt x="3484601" y="15620"/>
                  </a:lnTo>
                  <a:lnTo>
                    <a:pt x="3485310" y="15620"/>
                  </a:lnTo>
                  <a:lnTo>
                    <a:pt x="3486019" y="15620"/>
                  </a:lnTo>
                  <a:lnTo>
                    <a:pt x="3486728" y="15620"/>
                  </a:lnTo>
                  <a:lnTo>
                    <a:pt x="3486728" y="15372"/>
                  </a:lnTo>
                  <a:lnTo>
                    <a:pt x="3487437" y="15372"/>
                  </a:lnTo>
                  <a:lnTo>
                    <a:pt x="3488146" y="15372"/>
                  </a:lnTo>
                  <a:lnTo>
                    <a:pt x="3488854" y="15372"/>
                  </a:lnTo>
                  <a:lnTo>
                    <a:pt x="3489563" y="15372"/>
                  </a:lnTo>
                  <a:lnTo>
                    <a:pt x="3490272" y="15372"/>
                  </a:lnTo>
                  <a:lnTo>
                    <a:pt x="3490981" y="15372"/>
                  </a:lnTo>
                  <a:lnTo>
                    <a:pt x="3491690" y="15372"/>
                  </a:lnTo>
                  <a:lnTo>
                    <a:pt x="3492399" y="15372"/>
                  </a:lnTo>
                  <a:lnTo>
                    <a:pt x="3493107" y="15372"/>
                  </a:lnTo>
                  <a:lnTo>
                    <a:pt x="3493816" y="15372"/>
                  </a:lnTo>
                  <a:lnTo>
                    <a:pt x="3493816" y="15124"/>
                  </a:lnTo>
                  <a:lnTo>
                    <a:pt x="3494525" y="15124"/>
                  </a:lnTo>
                  <a:lnTo>
                    <a:pt x="3495234" y="15124"/>
                  </a:lnTo>
                  <a:lnTo>
                    <a:pt x="3495943" y="15124"/>
                  </a:lnTo>
                  <a:lnTo>
                    <a:pt x="3496652" y="15124"/>
                  </a:lnTo>
                  <a:lnTo>
                    <a:pt x="3497360" y="15124"/>
                  </a:lnTo>
                  <a:lnTo>
                    <a:pt x="3498069" y="15124"/>
                  </a:lnTo>
                  <a:lnTo>
                    <a:pt x="3498778" y="15124"/>
                  </a:lnTo>
                  <a:lnTo>
                    <a:pt x="3499487" y="15124"/>
                  </a:lnTo>
                  <a:lnTo>
                    <a:pt x="3500196" y="15124"/>
                  </a:lnTo>
                  <a:lnTo>
                    <a:pt x="3500905" y="15124"/>
                  </a:lnTo>
                  <a:lnTo>
                    <a:pt x="3501613" y="15124"/>
                  </a:lnTo>
                  <a:lnTo>
                    <a:pt x="3502322" y="15124"/>
                  </a:lnTo>
                  <a:lnTo>
                    <a:pt x="3503031" y="15124"/>
                  </a:lnTo>
                  <a:lnTo>
                    <a:pt x="3503740" y="15124"/>
                  </a:lnTo>
                  <a:lnTo>
                    <a:pt x="3504449" y="15124"/>
                  </a:lnTo>
                  <a:lnTo>
                    <a:pt x="3505157" y="15124"/>
                  </a:lnTo>
                  <a:lnTo>
                    <a:pt x="3505866" y="15124"/>
                  </a:lnTo>
                  <a:lnTo>
                    <a:pt x="3506575" y="15124"/>
                  </a:lnTo>
                  <a:lnTo>
                    <a:pt x="3507284" y="15124"/>
                  </a:lnTo>
                  <a:lnTo>
                    <a:pt x="3507993" y="15124"/>
                  </a:lnTo>
                  <a:lnTo>
                    <a:pt x="3508702" y="15124"/>
                  </a:lnTo>
                  <a:lnTo>
                    <a:pt x="3509410" y="15124"/>
                  </a:lnTo>
                  <a:lnTo>
                    <a:pt x="3510119" y="15124"/>
                  </a:lnTo>
                  <a:lnTo>
                    <a:pt x="3510828" y="15124"/>
                  </a:lnTo>
                  <a:lnTo>
                    <a:pt x="3511537" y="15124"/>
                  </a:lnTo>
                  <a:lnTo>
                    <a:pt x="3512246" y="15124"/>
                  </a:lnTo>
                  <a:lnTo>
                    <a:pt x="3512955" y="15124"/>
                  </a:lnTo>
                  <a:lnTo>
                    <a:pt x="3513663" y="15124"/>
                  </a:lnTo>
                  <a:lnTo>
                    <a:pt x="3514372" y="15124"/>
                  </a:lnTo>
                  <a:lnTo>
                    <a:pt x="3515081" y="15124"/>
                  </a:lnTo>
                  <a:lnTo>
                    <a:pt x="3515790" y="15124"/>
                  </a:lnTo>
                  <a:lnTo>
                    <a:pt x="3516499" y="15124"/>
                  </a:lnTo>
                  <a:lnTo>
                    <a:pt x="3517208" y="15124"/>
                  </a:lnTo>
                  <a:lnTo>
                    <a:pt x="3517916" y="15124"/>
                  </a:lnTo>
                  <a:lnTo>
                    <a:pt x="3518625" y="15124"/>
                  </a:lnTo>
                  <a:lnTo>
                    <a:pt x="3519334" y="15124"/>
                  </a:lnTo>
                  <a:lnTo>
                    <a:pt x="3520043" y="15124"/>
                  </a:lnTo>
                  <a:lnTo>
                    <a:pt x="3520752" y="15124"/>
                  </a:lnTo>
                  <a:lnTo>
                    <a:pt x="3521461" y="15124"/>
                  </a:lnTo>
                  <a:lnTo>
                    <a:pt x="3522169" y="15124"/>
                  </a:lnTo>
                  <a:lnTo>
                    <a:pt x="3522878" y="15124"/>
                  </a:lnTo>
                  <a:lnTo>
                    <a:pt x="3523587" y="15124"/>
                  </a:lnTo>
                  <a:lnTo>
                    <a:pt x="3524296" y="15124"/>
                  </a:lnTo>
                  <a:lnTo>
                    <a:pt x="3525005" y="15124"/>
                  </a:lnTo>
                  <a:lnTo>
                    <a:pt x="3525714" y="15124"/>
                  </a:lnTo>
                  <a:lnTo>
                    <a:pt x="3526422" y="15124"/>
                  </a:lnTo>
                  <a:lnTo>
                    <a:pt x="3527131" y="15124"/>
                  </a:lnTo>
                  <a:lnTo>
                    <a:pt x="3527840" y="15124"/>
                  </a:lnTo>
                  <a:lnTo>
                    <a:pt x="3528549" y="15124"/>
                  </a:lnTo>
                  <a:lnTo>
                    <a:pt x="3529258" y="15124"/>
                  </a:lnTo>
                  <a:lnTo>
                    <a:pt x="3529966" y="15124"/>
                  </a:lnTo>
                  <a:lnTo>
                    <a:pt x="3530675" y="15124"/>
                  </a:lnTo>
                  <a:lnTo>
                    <a:pt x="3531384" y="15124"/>
                  </a:lnTo>
                  <a:lnTo>
                    <a:pt x="3532093" y="15124"/>
                  </a:lnTo>
                  <a:lnTo>
                    <a:pt x="3532802" y="15124"/>
                  </a:lnTo>
                  <a:lnTo>
                    <a:pt x="3533511" y="15124"/>
                  </a:lnTo>
                  <a:lnTo>
                    <a:pt x="3534219" y="15124"/>
                  </a:lnTo>
                  <a:lnTo>
                    <a:pt x="3534928" y="15124"/>
                  </a:lnTo>
                  <a:lnTo>
                    <a:pt x="3535637" y="15124"/>
                  </a:lnTo>
                  <a:lnTo>
                    <a:pt x="3536346" y="15124"/>
                  </a:lnTo>
                  <a:lnTo>
                    <a:pt x="3537055" y="15124"/>
                  </a:lnTo>
                  <a:lnTo>
                    <a:pt x="3537764" y="15124"/>
                  </a:lnTo>
                  <a:lnTo>
                    <a:pt x="3538472" y="15124"/>
                  </a:lnTo>
                  <a:lnTo>
                    <a:pt x="3539181" y="15124"/>
                  </a:lnTo>
                  <a:lnTo>
                    <a:pt x="3539890" y="15124"/>
                  </a:lnTo>
                  <a:lnTo>
                    <a:pt x="3540599" y="15124"/>
                  </a:lnTo>
                  <a:lnTo>
                    <a:pt x="3541308" y="15124"/>
                  </a:lnTo>
                  <a:lnTo>
                    <a:pt x="3542017" y="15124"/>
                  </a:lnTo>
                  <a:lnTo>
                    <a:pt x="3542725" y="15124"/>
                  </a:lnTo>
                  <a:lnTo>
                    <a:pt x="3543434" y="15124"/>
                  </a:lnTo>
                  <a:lnTo>
                    <a:pt x="3544143" y="15124"/>
                  </a:lnTo>
                  <a:lnTo>
                    <a:pt x="3544852" y="15124"/>
                  </a:lnTo>
                  <a:lnTo>
                    <a:pt x="3545561" y="15124"/>
                  </a:lnTo>
                  <a:lnTo>
                    <a:pt x="3546270" y="15124"/>
                  </a:lnTo>
                  <a:lnTo>
                    <a:pt x="3546978" y="15124"/>
                  </a:lnTo>
                  <a:lnTo>
                    <a:pt x="3547687" y="15124"/>
                  </a:lnTo>
                  <a:lnTo>
                    <a:pt x="3548396" y="15124"/>
                  </a:lnTo>
                  <a:lnTo>
                    <a:pt x="3549105" y="15124"/>
                  </a:lnTo>
                  <a:lnTo>
                    <a:pt x="3549814" y="15124"/>
                  </a:lnTo>
                  <a:lnTo>
                    <a:pt x="3550523" y="15124"/>
                  </a:lnTo>
                  <a:lnTo>
                    <a:pt x="3551231" y="15124"/>
                  </a:lnTo>
                  <a:lnTo>
                    <a:pt x="3551940" y="15124"/>
                  </a:lnTo>
                  <a:lnTo>
                    <a:pt x="3552649" y="15124"/>
                  </a:lnTo>
                  <a:lnTo>
                    <a:pt x="3553358" y="15124"/>
                  </a:lnTo>
                  <a:lnTo>
                    <a:pt x="3554067" y="15124"/>
                  </a:lnTo>
                  <a:lnTo>
                    <a:pt x="3554775" y="15124"/>
                  </a:lnTo>
                  <a:lnTo>
                    <a:pt x="3555484" y="15124"/>
                  </a:lnTo>
                  <a:lnTo>
                    <a:pt x="3556193" y="15124"/>
                  </a:lnTo>
                  <a:lnTo>
                    <a:pt x="3556902" y="15124"/>
                  </a:lnTo>
                  <a:lnTo>
                    <a:pt x="3557611" y="15124"/>
                  </a:lnTo>
                  <a:lnTo>
                    <a:pt x="3558320" y="15124"/>
                  </a:lnTo>
                  <a:lnTo>
                    <a:pt x="3559028" y="15124"/>
                  </a:lnTo>
                  <a:lnTo>
                    <a:pt x="3559737" y="15124"/>
                  </a:lnTo>
                  <a:lnTo>
                    <a:pt x="3560446" y="15124"/>
                  </a:lnTo>
                  <a:lnTo>
                    <a:pt x="3561155" y="15124"/>
                  </a:lnTo>
                  <a:lnTo>
                    <a:pt x="3561864" y="15124"/>
                  </a:lnTo>
                  <a:lnTo>
                    <a:pt x="3562573" y="15124"/>
                  </a:lnTo>
                  <a:lnTo>
                    <a:pt x="3563281" y="15124"/>
                  </a:lnTo>
                  <a:lnTo>
                    <a:pt x="3563990" y="15124"/>
                  </a:lnTo>
                  <a:lnTo>
                    <a:pt x="3564699" y="15124"/>
                  </a:lnTo>
                  <a:lnTo>
                    <a:pt x="3565408" y="15124"/>
                  </a:lnTo>
                  <a:lnTo>
                    <a:pt x="3566117" y="15124"/>
                  </a:lnTo>
                  <a:lnTo>
                    <a:pt x="3566826" y="15124"/>
                  </a:lnTo>
                  <a:lnTo>
                    <a:pt x="3567534" y="15124"/>
                  </a:lnTo>
                  <a:lnTo>
                    <a:pt x="3568243" y="15124"/>
                  </a:lnTo>
                  <a:lnTo>
                    <a:pt x="3568952" y="15124"/>
                  </a:lnTo>
                  <a:lnTo>
                    <a:pt x="3569661" y="15124"/>
                  </a:lnTo>
                  <a:lnTo>
                    <a:pt x="3570370" y="15124"/>
                  </a:lnTo>
                  <a:lnTo>
                    <a:pt x="3571079" y="15124"/>
                  </a:lnTo>
                  <a:lnTo>
                    <a:pt x="3571787" y="15124"/>
                  </a:lnTo>
                  <a:lnTo>
                    <a:pt x="3572496" y="15124"/>
                  </a:lnTo>
                  <a:lnTo>
                    <a:pt x="3572496" y="14876"/>
                  </a:lnTo>
                  <a:lnTo>
                    <a:pt x="3573205" y="14876"/>
                  </a:lnTo>
                  <a:lnTo>
                    <a:pt x="3573914" y="14876"/>
                  </a:lnTo>
                  <a:lnTo>
                    <a:pt x="3574623" y="14876"/>
                  </a:lnTo>
                  <a:lnTo>
                    <a:pt x="3574623" y="14628"/>
                  </a:lnTo>
                  <a:lnTo>
                    <a:pt x="3575332" y="14628"/>
                  </a:lnTo>
                  <a:lnTo>
                    <a:pt x="3576040" y="14628"/>
                  </a:lnTo>
                  <a:lnTo>
                    <a:pt x="3576749" y="14628"/>
                  </a:lnTo>
                  <a:lnTo>
                    <a:pt x="3577458" y="14628"/>
                  </a:lnTo>
                  <a:lnTo>
                    <a:pt x="3578167" y="14628"/>
                  </a:lnTo>
                  <a:lnTo>
                    <a:pt x="3578876" y="14628"/>
                  </a:lnTo>
                  <a:lnTo>
                    <a:pt x="3579584" y="14628"/>
                  </a:lnTo>
                  <a:lnTo>
                    <a:pt x="3580293" y="14628"/>
                  </a:lnTo>
                  <a:lnTo>
                    <a:pt x="3581002" y="14628"/>
                  </a:lnTo>
                  <a:lnTo>
                    <a:pt x="3581711" y="14628"/>
                  </a:lnTo>
                  <a:lnTo>
                    <a:pt x="3582420" y="14628"/>
                  </a:lnTo>
                  <a:lnTo>
                    <a:pt x="3583129" y="14628"/>
                  </a:lnTo>
                  <a:lnTo>
                    <a:pt x="3583837" y="14628"/>
                  </a:lnTo>
                  <a:lnTo>
                    <a:pt x="3584546" y="14628"/>
                  </a:lnTo>
                  <a:lnTo>
                    <a:pt x="3585255" y="14628"/>
                  </a:lnTo>
                  <a:lnTo>
                    <a:pt x="3585964" y="14628"/>
                  </a:lnTo>
                  <a:lnTo>
                    <a:pt x="3586673" y="14628"/>
                  </a:lnTo>
                  <a:lnTo>
                    <a:pt x="3587382" y="14628"/>
                  </a:lnTo>
                  <a:lnTo>
                    <a:pt x="3588090" y="14628"/>
                  </a:lnTo>
                  <a:lnTo>
                    <a:pt x="3588799" y="14628"/>
                  </a:lnTo>
                  <a:lnTo>
                    <a:pt x="3589508" y="14628"/>
                  </a:lnTo>
                  <a:lnTo>
                    <a:pt x="3590217" y="14628"/>
                  </a:lnTo>
                  <a:lnTo>
                    <a:pt x="3590926" y="14628"/>
                  </a:lnTo>
                  <a:lnTo>
                    <a:pt x="3591635" y="14628"/>
                  </a:lnTo>
                  <a:lnTo>
                    <a:pt x="3592343" y="14628"/>
                  </a:lnTo>
                  <a:lnTo>
                    <a:pt x="3593052" y="14628"/>
                  </a:lnTo>
                  <a:lnTo>
                    <a:pt x="3593761" y="14628"/>
                  </a:lnTo>
                  <a:lnTo>
                    <a:pt x="3594470" y="14628"/>
                  </a:lnTo>
                  <a:lnTo>
                    <a:pt x="3595179" y="14628"/>
                  </a:lnTo>
                  <a:lnTo>
                    <a:pt x="3595888" y="14628"/>
                  </a:lnTo>
                  <a:lnTo>
                    <a:pt x="3596596" y="14628"/>
                  </a:lnTo>
                  <a:lnTo>
                    <a:pt x="3596596" y="14380"/>
                  </a:lnTo>
                  <a:lnTo>
                    <a:pt x="3596596" y="14132"/>
                  </a:lnTo>
                  <a:lnTo>
                    <a:pt x="3597305" y="14132"/>
                  </a:lnTo>
                  <a:lnTo>
                    <a:pt x="3598014" y="14132"/>
                  </a:lnTo>
                  <a:lnTo>
                    <a:pt x="3598723" y="14132"/>
                  </a:lnTo>
                  <a:lnTo>
                    <a:pt x="3599432" y="14132"/>
                  </a:lnTo>
                  <a:lnTo>
                    <a:pt x="3600141" y="14132"/>
                  </a:lnTo>
                  <a:lnTo>
                    <a:pt x="3600849" y="14132"/>
                  </a:lnTo>
                  <a:lnTo>
                    <a:pt x="3601558" y="14132"/>
                  </a:lnTo>
                  <a:lnTo>
                    <a:pt x="3602267" y="14132"/>
                  </a:lnTo>
                  <a:lnTo>
                    <a:pt x="3602976" y="14132"/>
                  </a:lnTo>
                  <a:lnTo>
                    <a:pt x="3603685" y="14132"/>
                  </a:lnTo>
                  <a:lnTo>
                    <a:pt x="3604394" y="14132"/>
                  </a:lnTo>
                  <a:lnTo>
                    <a:pt x="3605102" y="14132"/>
                  </a:lnTo>
                  <a:lnTo>
                    <a:pt x="3605811" y="14132"/>
                  </a:lnTo>
                  <a:lnTo>
                    <a:pt x="3606520" y="14132"/>
                  </a:lnTo>
                  <a:lnTo>
                    <a:pt x="3607229" y="14132"/>
                  </a:lnTo>
                  <a:lnTo>
                    <a:pt x="3607938" y="14132"/>
                  </a:lnTo>
                  <a:lnTo>
                    <a:pt x="3608646" y="14132"/>
                  </a:lnTo>
                  <a:lnTo>
                    <a:pt x="3609355" y="14132"/>
                  </a:lnTo>
                  <a:lnTo>
                    <a:pt x="3610064" y="14132"/>
                  </a:lnTo>
                  <a:lnTo>
                    <a:pt x="3610773" y="14132"/>
                  </a:lnTo>
                  <a:lnTo>
                    <a:pt x="3611482" y="14132"/>
                  </a:lnTo>
                  <a:lnTo>
                    <a:pt x="3612191" y="14132"/>
                  </a:lnTo>
                  <a:lnTo>
                    <a:pt x="3612899" y="14132"/>
                  </a:lnTo>
                  <a:lnTo>
                    <a:pt x="3613608" y="14132"/>
                  </a:lnTo>
                  <a:lnTo>
                    <a:pt x="3614317" y="14132"/>
                  </a:lnTo>
                  <a:lnTo>
                    <a:pt x="3615026" y="14132"/>
                  </a:lnTo>
                  <a:lnTo>
                    <a:pt x="3615735" y="14132"/>
                  </a:lnTo>
                  <a:lnTo>
                    <a:pt x="3616444" y="14132"/>
                  </a:lnTo>
                  <a:lnTo>
                    <a:pt x="3617152" y="14132"/>
                  </a:lnTo>
                  <a:lnTo>
                    <a:pt x="3617861" y="14132"/>
                  </a:lnTo>
                  <a:lnTo>
                    <a:pt x="3618570" y="14132"/>
                  </a:lnTo>
                  <a:lnTo>
                    <a:pt x="3619279" y="14132"/>
                  </a:lnTo>
                  <a:lnTo>
                    <a:pt x="3619988" y="14132"/>
                  </a:lnTo>
                  <a:lnTo>
                    <a:pt x="3620697" y="14132"/>
                  </a:lnTo>
                  <a:lnTo>
                    <a:pt x="3621405" y="14132"/>
                  </a:lnTo>
                  <a:lnTo>
                    <a:pt x="3622114" y="14132"/>
                  </a:lnTo>
                  <a:lnTo>
                    <a:pt x="3622823" y="14132"/>
                  </a:lnTo>
                  <a:lnTo>
                    <a:pt x="3623532" y="14132"/>
                  </a:lnTo>
                  <a:lnTo>
                    <a:pt x="3624241" y="14132"/>
                  </a:lnTo>
                  <a:lnTo>
                    <a:pt x="3624950" y="14132"/>
                  </a:lnTo>
                  <a:lnTo>
                    <a:pt x="3625658" y="14132"/>
                  </a:lnTo>
                  <a:lnTo>
                    <a:pt x="3626367" y="14132"/>
                  </a:lnTo>
                  <a:lnTo>
                    <a:pt x="3627076" y="14132"/>
                  </a:lnTo>
                  <a:lnTo>
                    <a:pt x="3627785" y="14132"/>
                  </a:lnTo>
                  <a:lnTo>
                    <a:pt x="3628494" y="14132"/>
                  </a:lnTo>
                  <a:lnTo>
                    <a:pt x="3629203" y="14132"/>
                  </a:lnTo>
                  <a:lnTo>
                    <a:pt x="3629911" y="14132"/>
                  </a:lnTo>
                  <a:lnTo>
                    <a:pt x="3630620" y="14132"/>
                  </a:lnTo>
                  <a:lnTo>
                    <a:pt x="3631329" y="14132"/>
                  </a:lnTo>
                  <a:lnTo>
                    <a:pt x="3632038" y="14132"/>
                  </a:lnTo>
                  <a:lnTo>
                    <a:pt x="3632747" y="14132"/>
                  </a:lnTo>
                  <a:lnTo>
                    <a:pt x="3633455" y="14132"/>
                  </a:lnTo>
                  <a:lnTo>
                    <a:pt x="3634164" y="14132"/>
                  </a:lnTo>
                  <a:lnTo>
                    <a:pt x="3634873" y="14132"/>
                  </a:lnTo>
                  <a:lnTo>
                    <a:pt x="3635582" y="14132"/>
                  </a:lnTo>
                  <a:lnTo>
                    <a:pt x="3636291" y="14132"/>
                  </a:lnTo>
                  <a:lnTo>
                    <a:pt x="3637000" y="14132"/>
                  </a:lnTo>
                  <a:lnTo>
                    <a:pt x="3637708" y="14132"/>
                  </a:lnTo>
                  <a:lnTo>
                    <a:pt x="3638417" y="14132"/>
                  </a:lnTo>
                  <a:lnTo>
                    <a:pt x="3639126" y="14132"/>
                  </a:lnTo>
                  <a:lnTo>
                    <a:pt x="3639835" y="14132"/>
                  </a:lnTo>
                  <a:lnTo>
                    <a:pt x="3640544" y="14132"/>
                  </a:lnTo>
                  <a:lnTo>
                    <a:pt x="3641253" y="14132"/>
                  </a:lnTo>
                  <a:lnTo>
                    <a:pt x="3641961" y="14132"/>
                  </a:lnTo>
                  <a:lnTo>
                    <a:pt x="3642670" y="14132"/>
                  </a:lnTo>
                  <a:lnTo>
                    <a:pt x="3643379" y="14132"/>
                  </a:lnTo>
                  <a:lnTo>
                    <a:pt x="3644088" y="14132"/>
                  </a:lnTo>
                  <a:lnTo>
                    <a:pt x="3644797" y="14132"/>
                  </a:lnTo>
                  <a:lnTo>
                    <a:pt x="3645506" y="14132"/>
                  </a:lnTo>
                  <a:lnTo>
                    <a:pt x="3646214" y="14132"/>
                  </a:lnTo>
                  <a:lnTo>
                    <a:pt x="3646923" y="14132"/>
                  </a:lnTo>
                  <a:lnTo>
                    <a:pt x="3647632" y="14132"/>
                  </a:lnTo>
                  <a:lnTo>
                    <a:pt x="3648341" y="14132"/>
                  </a:lnTo>
                  <a:lnTo>
                    <a:pt x="3649050" y="14132"/>
                  </a:lnTo>
                  <a:lnTo>
                    <a:pt x="3649759" y="14132"/>
                  </a:lnTo>
                  <a:lnTo>
                    <a:pt x="3650467" y="14132"/>
                  </a:lnTo>
                  <a:lnTo>
                    <a:pt x="3651176" y="14132"/>
                  </a:lnTo>
                  <a:lnTo>
                    <a:pt x="3651885" y="14132"/>
                  </a:lnTo>
                  <a:lnTo>
                    <a:pt x="3652594" y="14132"/>
                  </a:lnTo>
                  <a:lnTo>
                    <a:pt x="3652594" y="13884"/>
                  </a:lnTo>
                  <a:lnTo>
                    <a:pt x="3653303" y="13884"/>
                  </a:lnTo>
                  <a:lnTo>
                    <a:pt x="3654012" y="13884"/>
                  </a:lnTo>
                  <a:lnTo>
                    <a:pt x="3654720" y="13884"/>
                  </a:lnTo>
                  <a:lnTo>
                    <a:pt x="3655429" y="13884"/>
                  </a:lnTo>
                  <a:lnTo>
                    <a:pt x="3656138" y="13884"/>
                  </a:lnTo>
                  <a:lnTo>
                    <a:pt x="3656847" y="13884"/>
                  </a:lnTo>
                  <a:lnTo>
                    <a:pt x="3657556" y="13884"/>
                  </a:lnTo>
                  <a:lnTo>
                    <a:pt x="3658264" y="13884"/>
                  </a:lnTo>
                  <a:lnTo>
                    <a:pt x="3658973" y="13884"/>
                  </a:lnTo>
                  <a:lnTo>
                    <a:pt x="3659682" y="13884"/>
                  </a:lnTo>
                  <a:lnTo>
                    <a:pt x="3660391" y="13884"/>
                  </a:lnTo>
                  <a:lnTo>
                    <a:pt x="3661100" y="13884"/>
                  </a:lnTo>
                  <a:lnTo>
                    <a:pt x="3661809" y="13884"/>
                  </a:lnTo>
                  <a:lnTo>
                    <a:pt x="3662517" y="13884"/>
                  </a:lnTo>
                  <a:lnTo>
                    <a:pt x="3663226" y="13884"/>
                  </a:lnTo>
                  <a:lnTo>
                    <a:pt x="3663935" y="13884"/>
                  </a:lnTo>
                  <a:lnTo>
                    <a:pt x="3664644" y="13884"/>
                  </a:lnTo>
                  <a:lnTo>
                    <a:pt x="3665353" y="13884"/>
                  </a:lnTo>
                  <a:lnTo>
                    <a:pt x="3666062" y="13884"/>
                  </a:lnTo>
                  <a:lnTo>
                    <a:pt x="3666770" y="13884"/>
                  </a:lnTo>
                  <a:lnTo>
                    <a:pt x="3667479" y="13884"/>
                  </a:lnTo>
                  <a:lnTo>
                    <a:pt x="3668188" y="13884"/>
                  </a:lnTo>
                  <a:lnTo>
                    <a:pt x="3668897" y="13884"/>
                  </a:lnTo>
                  <a:lnTo>
                    <a:pt x="3669606" y="13884"/>
                  </a:lnTo>
                  <a:lnTo>
                    <a:pt x="3670315" y="13884"/>
                  </a:lnTo>
                  <a:lnTo>
                    <a:pt x="3671023" y="13884"/>
                  </a:lnTo>
                  <a:lnTo>
                    <a:pt x="3671732" y="13884"/>
                  </a:lnTo>
                  <a:lnTo>
                    <a:pt x="3672441" y="13884"/>
                  </a:lnTo>
                  <a:lnTo>
                    <a:pt x="3673150" y="13884"/>
                  </a:lnTo>
                  <a:lnTo>
                    <a:pt x="3673859" y="13884"/>
                  </a:lnTo>
                  <a:lnTo>
                    <a:pt x="3674568" y="13884"/>
                  </a:lnTo>
                  <a:lnTo>
                    <a:pt x="3675276" y="13884"/>
                  </a:lnTo>
                  <a:lnTo>
                    <a:pt x="3675985" y="13884"/>
                  </a:lnTo>
                  <a:lnTo>
                    <a:pt x="3676694" y="13884"/>
                  </a:lnTo>
                  <a:lnTo>
                    <a:pt x="3677403" y="13884"/>
                  </a:lnTo>
                  <a:lnTo>
                    <a:pt x="3678112" y="13884"/>
                  </a:lnTo>
                  <a:lnTo>
                    <a:pt x="3678821" y="13884"/>
                  </a:lnTo>
                  <a:lnTo>
                    <a:pt x="3679529" y="13884"/>
                  </a:lnTo>
                  <a:lnTo>
                    <a:pt x="3680238" y="13884"/>
                  </a:lnTo>
                  <a:lnTo>
                    <a:pt x="3680947" y="13884"/>
                  </a:lnTo>
                  <a:lnTo>
                    <a:pt x="3681656" y="13884"/>
                  </a:lnTo>
                  <a:lnTo>
                    <a:pt x="3682365" y="13884"/>
                  </a:lnTo>
                  <a:lnTo>
                    <a:pt x="3683073" y="13884"/>
                  </a:lnTo>
                  <a:lnTo>
                    <a:pt x="3683782" y="13884"/>
                  </a:lnTo>
                  <a:lnTo>
                    <a:pt x="3684491" y="13884"/>
                  </a:lnTo>
                  <a:lnTo>
                    <a:pt x="3685200" y="13884"/>
                  </a:lnTo>
                  <a:lnTo>
                    <a:pt x="3685909" y="13884"/>
                  </a:lnTo>
                  <a:lnTo>
                    <a:pt x="3686618" y="13884"/>
                  </a:lnTo>
                  <a:lnTo>
                    <a:pt x="3687326" y="13884"/>
                  </a:lnTo>
                  <a:lnTo>
                    <a:pt x="3688035" y="13884"/>
                  </a:lnTo>
                  <a:lnTo>
                    <a:pt x="3688744" y="13884"/>
                  </a:lnTo>
                  <a:lnTo>
                    <a:pt x="3689453" y="13884"/>
                  </a:lnTo>
                  <a:lnTo>
                    <a:pt x="3690162" y="13884"/>
                  </a:lnTo>
                  <a:lnTo>
                    <a:pt x="3690871" y="13884"/>
                  </a:lnTo>
                  <a:lnTo>
                    <a:pt x="3690871" y="13636"/>
                  </a:lnTo>
                  <a:lnTo>
                    <a:pt x="3691579" y="13636"/>
                  </a:lnTo>
                  <a:lnTo>
                    <a:pt x="3692288" y="13636"/>
                  </a:lnTo>
                  <a:lnTo>
                    <a:pt x="3692997" y="13636"/>
                  </a:lnTo>
                  <a:lnTo>
                    <a:pt x="3693706" y="13636"/>
                  </a:lnTo>
                  <a:lnTo>
                    <a:pt x="3694415" y="13636"/>
                  </a:lnTo>
                  <a:lnTo>
                    <a:pt x="3695124" y="13636"/>
                  </a:lnTo>
                  <a:lnTo>
                    <a:pt x="3695832" y="13636"/>
                  </a:lnTo>
                  <a:lnTo>
                    <a:pt x="3696541" y="13636"/>
                  </a:lnTo>
                  <a:lnTo>
                    <a:pt x="3697250" y="13636"/>
                  </a:lnTo>
                  <a:lnTo>
                    <a:pt x="3697959" y="13636"/>
                  </a:lnTo>
                  <a:lnTo>
                    <a:pt x="3698668" y="13636"/>
                  </a:lnTo>
                  <a:lnTo>
                    <a:pt x="3699377" y="13636"/>
                  </a:lnTo>
                  <a:lnTo>
                    <a:pt x="3700085" y="13636"/>
                  </a:lnTo>
                  <a:lnTo>
                    <a:pt x="3700794" y="13636"/>
                  </a:lnTo>
                  <a:lnTo>
                    <a:pt x="3701503" y="13636"/>
                  </a:lnTo>
                  <a:lnTo>
                    <a:pt x="3702212" y="13636"/>
                  </a:lnTo>
                  <a:lnTo>
                    <a:pt x="3702921" y="13636"/>
                  </a:lnTo>
                  <a:lnTo>
                    <a:pt x="3703630" y="13636"/>
                  </a:lnTo>
                  <a:lnTo>
                    <a:pt x="3704338" y="13636"/>
                  </a:lnTo>
                  <a:lnTo>
                    <a:pt x="3705047" y="13636"/>
                  </a:lnTo>
                  <a:lnTo>
                    <a:pt x="3705756" y="13636"/>
                  </a:lnTo>
                  <a:lnTo>
                    <a:pt x="3706465" y="13636"/>
                  </a:lnTo>
                  <a:lnTo>
                    <a:pt x="3707174" y="13636"/>
                  </a:lnTo>
                  <a:lnTo>
                    <a:pt x="3707882" y="13636"/>
                  </a:lnTo>
                  <a:lnTo>
                    <a:pt x="3708591" y="13636"/>
                  </a:lnTo>
                  <a:lnTo>
                    <a:pt x="3709300" y="13636"/>
                  </a:lnTo>
                  <a:lnTo>
                    <a:pt x="3710009" y="13636"/>
                  </a:lnTo>
                  <a:lnTo>
                    <a:pt x="3710718" y="13636"/>
                  </a:lnTo>
                  <a:lnTo>
                    <a:pt x="3711427" y="13636"/>
                  </a:lnTo>
                  <a:lnTo>
                    <a:pt x="3712135" y="13636"/>
                  </a:lnTo>
                  <a:lnTo>
                    <a:pt x="3712844" y="13636"/>
                  </a:lnTo>
                  <a:lnTo>
                    <a:pt x="3713553" y="13636"/>
                  </a:lnTo>
                  <a:lnTo>
                    <a:pt x="3714262" y="13636"/>
                  </a:lnTo>
                  <a:lnTo>
                    <a:pt x="3714971" y="13636"/>
                  </a:lnTo>
                  <a:lnTo>
                    <a:pt x="3715680" y="13636"/>
                  </a:lnTo>
                  <a:lnTo>
                    <a:pt x="3716388" y="13636"/>
                  </a:lnTo>
                  <a:lnTo>
                    <a:pt x="3717097" y="13636"/>
                  </a:lnTo>
                  <a:lnTo>
                    <a:pt x="3717806" y="13636"/>
                  </a:lnTo>
                  <a:lnTo>
                    <a:pt x="3718515" y="13636"/>
                  </a:lnTo>
                  <a:lnTo>
                    <a:pt x="3719224" y="13636"/>
                  </a:lnTo>
                  <a:lnTo>
                    <a:pt x="3719933" y="13636"/>
                  </a:lnTo>
                  <a:lnTo>
                    <a:pt x="3720641" y="13636"/>
                  </a:lnTo>
                  <a:lnTo>
                    <a:pt x="3721350" y="13636"/>
                  </a:lnTo>
                  <a:lnTo>
                    <a:pt x="3722059" y="13636"/>
                  </a:lnTo>
                  <a:lnTo>
                    <a:pt x="3722768" y="13636"/>
                  </a:lnTo>
                  <a:lnTo>
                    <a:pt x="3723477" y="13636"/>
                  </a:lnTo>
                  <a:lnTo>
                    <a:pt x="3724186" y="13636"/>
                  </a:lnTo>
                  <a:lnTo>
                    <a:pt x="3724894" y="13636"/>
                  </a:lnTo>
                  <a:lnTo>
                    <a:pt x="3725603" y="13636"/>
                  </a:lnTo>
                  <a:lnTo>
                    <a:pt x="3726312" y="13636"/>
                  </a:lnTo>
                  <a:lnTo>
                    <a:pt x="3727021" y="13636"/>
                  </a:lnTo>
                  <a:lnTo>
                    <a:pt x="3727730" y="13636"/>
                  </a:lnTo>
                  <a:lnTo>
                    <a:pt x="3728439" y="13636"/>
                  </a:lnTo>
                  <a:lnTo>
                    <a:pt x="3729147" y="13636"/>
                  </a:lnTo>
                  <a:lnTo>
                    <a:pt x="3729856" y="13636"/>
                  </a:lnTo>
                  <a:lnTo>
                    <a:pt x="3730565" y="13636"/>
                  </a:lnTo>
                  <a:lnTo>
                    <a:pt x="3731274" y="13636"/>
                  </a:lnTo>
                  <a:lnTo>
                    <a:pt x="3731983" y="13636"/>
                  </a:lnTo>
                  <a:lnTo>
                    <a:pt x="3732691" y="13636"/>
                  </a:lnTo>
                  <a:lnTo>
                    <a:pt x="3733400" y="13636"/>
                  </a:lnTo>
                  <a:lnTo>
                    <a:pt x="3734109" y="13636"/>
                  </a:lnTo>
                  <a:lnTo>
                    <a:pt x="3734818" y="13636"/>
                  </a:lnTo>
                  <a:lnTo>
                    <a:pt x="3735527" y="13636"/>
                  </a:lnTo>
                  <a:lnTo>
                    <a:pt x="3736236" y="13636"/>
                  </a:lnTo>
                  <a:lnTo>
                    <a:pt x="3736944" y="13636"/>
                  </a:lnTo>
                  <a:lnTo>
                    <a:pt x="3737653" y="13636"/>
                  </a:lnTo>
                  <a:lnTo>
                    <a:pt x="3738362" y="13636"/>
                  </a:lnTo>
                  <a:lnTo>
                    <a:pt x="3739071" y="13636"/>
                  </a:lnTo>
                  <a:lnTo>
                    <a:pt x="3739780" y="13636"/>
                  </a:lnTo>
                  <a:lnTo>
                    <a:pt x="3740489" y="13636"/>
                  </a:lnTo>
                  <a:lnTo>
                    <a:pt x="3741197" y="13636"/>
                  </a:lnTo>
                  <a:lnTo>
                    <a:pt x="3741906" y="13636"/>
                  </a:lnTo>
                  <a:lnTo>
                    <a:pt x="3741906" y="13388"/>
                  </a:lnTo>
                  <a:lnTo>
                    <a:pt x="3742615" y="13388"/>
                  </a:lnTo>
                  <a:lnTo>
                    <a:pt x="3743324" y="13388"/>
                  </a:lnTo>
                  <a:lnTo>
                    <a:pt x="3744033" y="13388"/>
                  </a:lnTo>
                  <a:lnTo>
                    <a:pt x="3744742" y="13388"/>
                  </a:lnTo>
                  <a:lnTo>
                    <a:pt x="3745450" y="13388"/>
                  </a:lnTo>
                  <a:lnTo>
                    <a:pt x="3746159" y="13388"/>
                  </a:lnTo>
                  <a:lnTo>
                    <a:pt x="3746868" y="13388"/>
                  </a:lnTo>
                  <a:lnTo>
                    <a:pt x="3747577" y="13388"/>
                  </a:lnTo>
                  <a:lnTo>
                    <a:pt x="3748286" y="13388"/>
                  </a:lnTo>
                  <a:lnTo>
                    <a:pt x="3748995" y="13388"/>
                  </a:lnTo>
                  <a:lnTo>
                    <a:pt x="3749703" y="13388"/>
                  </a:lnTo>
                  <a:lnTo>
                    <a:pt x="3750412" y="13388"/>
                  </a:lnTo>
                  <a:lnTo>
                    <a:pt x="3751121" y="13388"/>
                  </a:lnTo>
                  <a:lnTo>
                    <a:pt x="3751830" y="13388"/>
                  </a:lnTo>
                  <a:lnTo>
                    <a:pt x="3752539" y="13388"/>
                  </a:lnTo>
                  <a:lnTo>
                    <a:pt x="3753248" y="13388"/>
                  </a:lnTo>
                  <a:lnTo>
                    <a:pt x="3753956" y="13388"/>
                  </a:lnTo>
                  <a:lnTo>
                    <a:pt x="3754665" y="13388"/>
                  </a:lnTo>
                  <a:lnTo>
                    <a:pt x="3755374" y="13388"/>
                  </a:lnTo>
                  <a:lnTo>
                    <a:pt x="3756083" y="13388"/>
                  </a:lnTo>
                  <a:lnTo>
                    <a:pt x="3756792" y="13388"/>
                  </a:lnTo>
                  <a:lnTo>
                    <a:pt x="3757501" y="13388"/>
                  </a:lnTo>
                  <a:lnTo>
                    <a:pt x="3758209" y="13388"/>
                  </a:lnTo>
                  <a:lnTo>
                    <a:pt x="3758918" y="13388"/>
                  </a:lnTo>
                  <a:lnTo>
                    <a:pt x="3759627" y="13388"/>
                  </a:lnTo>
                  <a:lnTo>
                    <a:pt x="3760336" y="13388"/>
                  </a:lnTo>
                  <a:lnTo>
                    <a:pt x="3761045" y="13388"/>
                  </a:lnTo>
                  <a:lnTo>
                    <a:pt x="3761753" y="13388"/>
                  </a:lnTo>
                  <a:lnTo>
                    <a:pt x="3762462" y="13388"/>
                  </a:lnTo>
                  <a:lnTo>
                    <a:pt x="3763171" y="13388"/>
                  </a:lnTo>
                  <a:lnTo>
                    <a:pt x="3763880" y="13388"/>
                  </a:lnTo>
                  <a:lnTo>
                    <a:pt x="3764589" y="13388"/>
                  </a:lnTo>
                  <a:lnTo>
                    <a:pt x="3765298" y="13388"/>
                  </a:lnTo>
                  <a:lnTo>
                    <a:pt x="3766006" y="13388"/>
                  </a:lnTo>
                  <a:lnTo>
                    <a:pt x="3766715" y="13388"/>
                  </a:lnTo>
                  <a:lnTo>
                    <a:pt x="3767424" y="13388"/>
                  </a:lnTo>
                  <a:lnTo>
                    <a:pt x="3768133" y="13388"/>
                  </a:lnTo>
                  <a:lnTo>
                    <a:pt x="3768842" y="13388"/>
                  </a:lnTo>
                  <a:lnTo>
                    <a:pt x="3769551" y="13388"/>
                  </a:lnTo>
                  <a:lnTo>
                    <a:pt x="3770259" y="13388"/>
                  </a:lnTo>
                  <a:lnTo>
                    <a:pt x="3770968" y="13388"/>
                  </a:lnTo>
                  <a:lnTo>
                    <a:pt x="3771677" y="13388"/>
                  </a:lnTo>
                  <a:lnTo>
                    <a:pt x="3772386" y="13388"/>
                  </a:lnTo>
                  <a:lnTo>
                    <a:pt x="3773095" y="13388"/>
                  </a:lnTo>
                  <a:lnTo>
                    <a:pt x="3773804" y="13388"/>
                  </a:lnTo>
                  <a:lnTo>
                    <a:pt x="3774512" y="13388"/>
                  </a:lnTo>
                  <a:lnTo>
                    <a:pt x="3775221" y="13388"/>
                  </a:lnTo>
                  <a:lnTo>
                    <a:pt x="3775930" y="13388"/>
                  </a:lnTo>
                  <a:lnTo>
                    <a:pt x="3776639" y="13388"/>
                  </a:lnTo>
                  <a:lnTo>
                    <a:pt x="3777348" y="13388"/>
                  </a:lnTo>
                  <a:lnTo>
                    <a:pt x="3778057" y="13388"/>
                  </a:lnTo>
                  <a:lnTo>
                    <a:pt x="3778765" y="13388"/>
                  </a:lnTo>
                  <a:lnTo>
                    <a:pt x="3779474" y="13388"/>
                  </a:lnTo>
                  <a:lnTo>
                    <a:pt x="3780183" y="13388"/>
                  </a:lnTo>
                  <a:lnTo>
                    <a:pt x="3780892" y="13388"/>
                  </a:lnTo>
                  <a:lnTo>
                    <a:pt x="3781601" y="13388"/>
                  </a:lnTo>
                  <a:lnTo>
                    <a:pt x="3782310" y="13388"/>
                  </a:lnTo>
                  <a:lnTo>
                    <a:pt x="3783018" y="13388"/>
                  </a:lnTo>
                  <a:lnTo>
                    <a:pt x="3783727" y="13388"/>
                  </a:lnTo>
                  <a:lnTo>
                    <a:pt x="3784436" y="13388"/>
                  </a:lnTo>
                  <a:lnTo>
                    <a:pt x="3785145" y="13388"/>
                  </a:lnTo>
                  <a:lnTo>
                    <a:pt x="3785854" y="13388"/>
                  </a:lnTo>
                  <a:lnTo>
                    <a:pt x="3786562" y="13388"/>
                  </a:lnTo>
                  <a:lnTo>
                    <a:pt x="3786562" y="13140"/>
                  </a:lnTo>
                  <a:lnTo>
                    <a:pt x="3787271" y="13140"/>
                  </a:lnTo>
                  <a:lnTo>
                    <a:pt x="3787980" y="13140"/>
                  </a:lnTo>
                  <a:lnTo>
                    <a:pt x="3788689" y="13140"/>
                  </a:lnTo>
                  <a:lnTo>
                    <a:pt x="3789398" y="13140"/>
                  </a:lnTo>
                  <a:lnTo>
                    <a:pt x="3790107" y="13140"/>
                  </a:lnTo>
                  <a:lnTo>
                    <a:pt x="3790815" y="13140"/>
                  </a:lnTo>
                  <a:lnTo>
                    <a:pt x="3791524" y="13140"/>
                  </a:lnTo>
                  <a:lnTo>
                    <a:pt x="3792233" y="13140"/>
                  </a:lnTo>
                  <a:lnTo>
                    <a:pt x="3792233" y="12892"/>
                  </a:lnTo>
                  <a:lnTo>
                    <a:pt x="3792942" y="12892"/>
                  </a:lnTo>
                  <a:lnTo>
                    <a:pt x="3793651" y="12892"/>
                  </a:lnTo>
                  <a:lnTo>
                    <a:pt x="3794360" y="12892"/>
                  </a:lnTo>
                  <a:lnTo>
                    <a:pt x="3795068" y="12892"/>
                  </a:lnTo>
                  <a:lnTo>
                    <a:pt x="3795777" y="12892"/>
                  </a:lnTo>
                  <a:lnTo>
                    <a:pt x="3796486" y="12892"/>
                  </a:lnTo>
                  <a:lnTo>
                    <a:pt x="3797195" y="12892"/>
                  </a:lnTo>
                  <a:lnTo>
                    <a:pt x="3797904" y="12892"/>
                  </a:lnTo>
                  <a:lnTo>
                    <a:pt x="3798613" y="12892"/>
                  </a:lnTo>
                  <a:lnTo>
                    <a:pt x="3799321" y="12892"/>
                  </a:lnTo>
                  <a:lnTo>
                    <a:pt x="3800030" y="12892"/>
                  </a:lnTo>
                  <a:lnTo>
                    <a:pt x="3800739" y="12892"/>
                  </a:lnTo>
                  <a:lnTo>
                    <a:pt x="3801448" y="12892"/>
                  </a:lnTo>
                  <a:lnTo>
                    <a:pt x="3802157" y="12892"/>
                  </a:lnTo>
                  <a:lnTo>
                    <a:pt x="3802866" y="12892"/>
                  </a:lnTo>
                  <a:lnTo>
                    <a:pt x="3803574" y="12892"/>
                  </a:lnTo>
                  <a:lnTo>
                    <a:pt x="3804283" y="12892"/>
                  </a:lnTo>
                  <a:lnTo>
                    <a:pt x="3804992" y="12892"/>
                  </a:lnTo>
                  <a:lnTo>
                    <a:pt x="3805701" y="12892"/>
                  </a:lnTo>
                  <a:lnTo>
                    <a:pt x="3806410" y="12892"/>
                  </a:lnTo>
                  <a:lnTo>
                    <a:pt x="3807119" y="12892"/>
                  </a:lnTo>
                  <a:lnTo>
                    <a:pt x="3807827" y="12892"/>
                  </a:lnTo>
                  <a:lnTo>
                    <a:pt x="3808536" y="12892"/>
                  </a:lnTo>
                  <a:lnTo>
                    <a:pt x="3809245" y="12892"/>
                  </a:lnTo>
                  <a:lnTo>
                    <a:pt x="3809954" y="12892"/>
                  </a:lnTo>
                  <a:lnTo>
                    <a:pt x="3810663" y="12892"/>
                  </a:lnTo>
                  <a:lnTo>
                    <a:pt x="3811371" y="12892"/>
                  </a:lnTo>
                  <a:lnTo>
                    <a:pt x="3812080" y="12892"/>
                  </a:lnTo>
                  <a:lnTo>
                    <a:pt x="3812789" y="12892"/>
                  </a:lnTo>
                  <a:lnTo>
                    <a:pt x="3813498" y="12892"/>
                  </a:lnTo>
                  <a:lnTo>
                    <a:pt x="3814207" y="12892"/>
                  </a:lnTo>
                  <a:lnTo>
                    <a:pt x="3814916" y="12892"/>
                  </a:lnTo>
                  <a:lnTo>
                    <a:pt x="3815624" y="12892"/>
                  </a:lnTo>
                  <a:lnTo>
                    <a:pt x="3816333" y="12892"/>
                  </a:lnTo>
                  <a:lnTo>
                    <a:pt x="3817042" y="12892"/>
                  </a:lnTo>
                  <a:lnTo>
                    <a:pt x="3817751" y="12892"/>
                  </a:lnTo>
                  <a:lnTo>
                    <a:pt x="3818460" y="12892"/>
                  </a:lnTo>
                  <a:lnTo>
                    <a:pt x="3819169" y="12892"/>
                  </a:lnTo>
                  <a:lnTo>
                    <a:pt x="3819877" y="12892"/>
                  </a:lnTo>
                  <a:lnTo>
                    <a:pt x="3820586" y="12892"/>
                  </a:lnTo>
                  <a:lnTo>
                    <a:pt x="3821295" y="12892"/>
                  </a:lnTo>
                  <a:lnTo>
                    <a:pt x="3822004" y="12892"/>
                  </a:lnTo>
                  <a:lnTo>
                    <a:pt x="3822713" y="12892"/>
                  </a:lnTo>
                  <a:lnTo>
                    <a:pt x="3822713" y="12644"/>
                  </a:lnTo>
                  <a:lnTo>
                    <a:pt x="3823422" y="12644"/>
                  </a:lnTo>
                  <a:lnTo>
                    <a:pt x="3824130" y="12644"/>
                  </a:lnTo>
                  <a:lnTo>
                    <a:pt x="3824839" y="12644"/>
                  </a:lnTo>
                  <a:lnTo>
                    <a:pt x="3825548" y="12644"/>
                  </a:lnTo>
                  <a:lnTo>
                    <a:pt x="3826257" y="12644"/>
                  </a:lnTo>
                  <a:lnTo>
                    <a:pt x="3826966" y="12644"/>
                  </a:lnTo>
                  <a:lnTo>
                    <a:pt x="3827675" y="12644"/>
                  </a:lnTo>
                  <a:lnTo>
                    <a:pt x="3828383" y="12644"/>
                  </a:lnTo>
                  <a:lnTo>
                    <a:pt x="3829092" y="12644"/>
                  </a:lnTo>
                  <a:lnTo>
                    <a:pt x="3829801" y="12644"/>
                  </a:lnTo>
                  <a:lnTo>
                    <a:pt x="3830510" y="12644"/>
                  </a:lnTo>
                  <a:lnTo>
                    <a:pt x="3831219" y="12644"/>
                  </a:lnTo>
                  <a:lnTo>
                    <a:pt x="3831928" y="12644"/>
                  </a:lnTo>
                  <a:lnTo>
                    <a:pt x="3832636" y="12644"/>
                  </a:lnTo>
                  <a:lnTo>
                    <a:pt x="3833345" y="12644"/>
                  </a:lnTo>
                  <a:lnTo>
                    <a:pt x="3834054" y="12644"/>
                  </a:lnTo>
                  <a:lnTo>
                    <a:pt x="3834763" y="12644"/>
                  </a:lnTo>
                  <a:lnTo>
                    <a:pt x="3835472" y="12644"/>
                  </a:lnTo>
                  <a:lnTo>
                    <a:pt x="3836180" y="12644"/>
                  </a:lnTo>
                  <a:lnTo>
                    <a:pt x="3836889" y="12644"/>
                  </a:lnTo>
                  <a:lnTo>
                    <a:pt x="3837598" y="12644"/>
                  </a:lnTo>
                  <a:lnTo>
                    <a:pt x="3838307" y="12644"/>
                  </a:lnTo>
                  <a:lnTo>
                    <a:pt x="3839016" y="12644"/>
                  </a:lnTo>
                  <a:lnTo>
                    <a:pt x="3839725" y="12644"/>
                  </a:lnTo>
                  <a:lnTo>
                    <a:pt x="3840433" y="12644"/>
                  </a:lnTo>
                  <a:lnTo>
                    <a:pt x="3841142" y="12644"/>
                  </a:lnTo>
                  <a:lnTo>
                    <a:pt x="3841851" y="12644"/>
                  </a:lnTo>
                  <a:lnTo>
                    <a:pt x="3842560" y="12644"/>
                  </a:lnTo>
                  <a:lnTo>
                    <a:pt x="3843269" y="12644"/>
                  </a:lnTo>
                  <a:lnTo>
                    <a:pt x="3843978" y="12644"/>
                  </a:lnTo>
                  <a:lnTo>
                    <a:pt x="3844686" y="12644"/>
                  </a:lnTo>
                  <a:lnTo>
                    <a:pt x="3845395" y="12644"/>
                  </a:lnTo>
                  <a:lnTo>
                    <a:pt x="3846104" y="12644"/>
                  </a:lnTo>
                  <a:lnTo>
                    <a:pt x="3846104" y="12396"/>
                  </a:lnTo>
                  <a:lnTo>
                    <a:pt x="3846813" y="12396"/>
                  </a:lnTo>
                  <a:lnTo>
                    <a:pt x="3847522" y="12396"/>
                  </a:lnTo>
                  <a:lnTo>
                    <a:pt x="3848231" y="12396"/>
                  </a:lnTo>
                  <a:lnTo>
                    <a:pt x="3848939" y="12396"/>
                  </a:lnTo>
                  <a:lnTo>
                    <a:pt x="3849648" y="12396"/>
                  </a:lnTo>
                  <a:lnTo>
                    <a:pt x="3850357" y="12396"/>
                  </a:lnTo>
                  <a:lnTo>
                    <a:pt x="3851066" y="12396"/>
                  </a:lnTo>
                  <a:lnTo>
                    <a:pt x="3851775" y="12396"/>
                  </a:lnTo>
                  <a:lnTo>
                    <a:pt x="3852484" y="12396"/>
                  </a:lnTo>
                  <a:lnTo>
                    <a:pt x="3853192" y="12396"/>
                  </a:lnTo>
                  <a:lnTo>
                    <a:pt x="3853901" y="12396"/>
                  </a:lnTo>
                  <a:lnTo>
                    <a:pt x="3854610" y="12396"/>
                  </a:lnTo>
                  <a:lnTo>
                    <a:pt x="3855319" y="12396"/>
                  </a:lnTo>
                  <a:lnTo>
                    <a:pt x="3856028" y="12396"/>
                  </a:lnTo>
                  <a:lnTo>
                    <a:pt x="3856737" y="12396"/>
                  </a:lnTo>
                  <a:lnTo>
                    <a:pt x="3857445" y="12396"/>
                  </a:lnTo>
                  <a:lnTo>
                    <a:pt x="3858154" y="12396"/>
                  </a:lnTo>
                  <a:lnTo>
                    <a:pt x="3858863" y="12396"/>
                  </a:lnTo>
                  <a:lnTo>
                    <a:pt x="3859572" y="12396"/>
                  </a:lnTo>
                  <a:lnTo>
                    <a:pt x="3860281" y="12396"/>
                  </a:lnTo>
                  <a:lnTo>
                    <a:pt x="3860989" y="12396"/>
                  </a:lnTo>
                  <a:lnTo>
                    <a:pt x="3861698" y="12396"/>
                  </a:lnTo>
                  <a:lnTo>
                    <a:pt x="3862407" y="12396"/>
                  </a:lnTo>
                  <a:lnTo>
                    <a:pt x="3863116" y="12396"/>
                  </a:lnTo>
                  <a:lnTo>
                    <a:pt x="3863825" y="12396"/>
                  </a:lnTo>
                  <a:lnTo>
                    <a:pt x="3864534" y="12396"/>
                  </a:lnTo>
                  <a:lnTo>
                    <a:pt x="3865242" y="12396"/>
                  </a:lnTo>
                  <a:lnTo>
                    <a:pt x="3865951" y="12396"/>
                  </a:lnTo>
                  <a:lnTo>
                    <a:pt x="3866660" y="12396"/>
                  </a:lnTo>
                  <a:lnTo>
                    <a:pt x="3867369" y="12396"/>
                  </a:lnTo>
                  <a:lnTo>
                    <a:pt x="3868078" y="12396"/>
                  </a:lnTo>
                  <a:lnTo>
                    <a:pt x="3868787" y="12396"/>
                  </a:lnTo>
                  <a:lnTo>
                    <a:pt x="3869495" y="12396"/>
                  </a:lnTo>
                  <a:lnTo>
                    <a:pt x="3870204" y="12396"/>
                  </a:lnTo>
                  <a:lnTo>
                    <a:pt x="3870913" y="12396"/>
                  </a:lnTo>
                  <a:lnTo>
                    <a:pt x="3871622" y="12396"/>
                  </a:lnTo>
                  <a:lnTo>
                    <a:pt x="3872331" y="12396"/>
                  </a:lnTo>
                  <a:lnTo>
                    <a:pt x="3873040" y="12396"/>
                  </a:lnTo>
                  <a:lnTo>
                    <a:pt x="3873748" y="12396"/>
                  </a:lnTo>
                  <a:lnTo>
                    <a:pt x="3874457" y="12396"/>
                  </a:lnTo>
                  <a:lnTo>
                    <a:pt x="3875166" y="12396"/>
                  </a:lnTo>
                  <a:lnTo>
                    <a:pt x="3875875" y="12396"/>
                  </a:lnTo>
                  <a:lnTo>
                    <a:pt x="3876584" y="12396"/>
                  </a:lnTo>
                  <a:lnTo>
                    <a:pt x="3877293" y="12396"/>
                  </a:lnTo>
                  <a:lnTo>
                    <a:pt x="3878001" y="12396"/>
                  </a:lnTo>
                  <a:lnTo>
                    <a:pt x="3878710" y="12396"/>
                  </a:lnTo>
                  <a:lnTo>
                    <a:pt x="3879419" y="12396"/>
                  </a:lnTo>
                  <a:lnTo>
                    <a:pt x="3880128" y="12396"/>
                  </a:lnTo>
                  <a:lnTo>
                    <a:pt x="3880837" y="12396"/>
                  </a:lnTo>
                  <a:lnTo>
                    <a:pt x="3881546" y="12396"/>
                  </a:lnTo>
                  <a:lnTo>
                    <a:pt x="3882254" y="12396"/>
                  </a:lnTo>
                  <a:lnTo>
                    <a:pt x="3882963" y="12396"/>
                  </a:lnTo>
                  <a:lnTo>
                    <a:pt x="3883672" y="12396"/>
                  </a:lnTo>
                  <a:lnTo>
                    <a:pt x="3884381" y="12396"/>
                  </a:lnTo>
                  <a:lnTo>
                    <a:pt x="3885090" y="12396"/>
                  </a:lnTo>
                  <a:lnTo>
                    <a:pt x="3885799" y="12396"/>
                  </a:lnTo>
                  <a:lnTo>
                    <a:pt x="3886507" y="12396"/>
                  </a:lnTo>
                  <a:lnTo>
                    <a:pt x="3887216" y="12396"/>
                  </a:lnTo>
                  <a:lnTo>
                    <a:pt x="3887925" y="12396"/>
                  </a:lnTo>
                  <a:lnTo>
                    <a:pt x="3888634" y="12396"/>
                  </a:lnTo>
                  <a:lnTo>
                    <a:pt x="3889343" y="12396"/>
                  </a:lnTo>
                  <a:lnTo>
                    <a:pt x="3890051" y="12396"/>
                  </a:lnTo>
                  <a:lnTo>
                    <a:pt x="3890051" y="12148"/>
                  </a:lnTo>
                  <a:lnTo>
                    <a:pt x="3890760" y="12148"/>
                  </a:lnTo>
                  <a:lnTo>
                    <a:pt x="3891469" y="12148"/>
                  </a:lnTo>
                  <a:lnTo>
                    <a:pt x="3892178" y="12148"/>
                  </a:lnTo>
                  <a:lnTo>
                    <a:pt x="3892887" y="12148"/>
                  </a:lnTo>
                  <a:lnTo>
                    <a:pt x="3893596" y="12148"/>
                  </a:lnTo>
                  <a:lnTo>
                    <a:pt x="3894304" y="12148"/>
                  </a:lnTo>
                  <a:lnTo>
                    <a:pt x="3895013" y="12148"/>
                  </a:lnTo>
                  <a:lnTo>
                    <a:pt x="3895722" y="12148"/>
                  </a:lnTo>
                  <a:lnTo>
                    <a:pt x="3896431" y="12148"/>
                  </a:lnTo>
                  <a:lnTo>
                    <a:pt x="3897140" y="12148"/>
                  </a:lnTo>
                  <a:lnTo>
                    <a:pt x="3897849" y="12148"/>
                  </a:lnTo>
                  <a:lnTo>
                    <a:pt x="3898557" y="12148"/>
                  </a:lnTo>
                  <a:lnTo>
                    <a:pt x="3899266" y="12148"/>
                  </a:lnTo>
                  <a:lnTo>
                    <a:pt x="3899975" y="12148"/>
                  </a:lnTo>
                  <a:lnTo>
                    <a:pt x="3900684" y="12148"/>
                  </a:lnTo>
                  <a:lnTo>
                    <a:pt x="3901393" y="12148"/>
                  </a:lnTo>
                  <a:lnTo>
                    <a:pt x="3902102" y="12148"/>
                  </a:lnTo>
                  <a:lnTo>
                    <a:pt x="3902810" y="12148"/>
                  </a:lnTo>
                  <a:lnTo>
                    <a:pt x="3903519" y="12148"/>
                  </a:lnTo>
                  <a:lnTo>
                    <a:pt x="3904228" y="12148"/>
                  </a:lnTo>
                  <a:lnTo>
                    <a:pt x="3904937" y="12148"/>
                  </a:lnTo>
                  <a:lnTo>
                    <a:pt x="3905646" y="12148"/>
                  </a:lnTo>
                  <a:lnTo>
                    <a:pt x="3906355" y="12148"/>
                  </a:lnTo>
                  <a:lnTo>
                    <a:pt x="3907063" y="12148"/>
                  </a:lnTo>
                  <a:lnTo>
                    <a:pt x="3907772" y="12148"/>
                  </a:lnTo>
                  <a:lnTo>
                    <a:pt x="3908481" y="12148"/>
                  </a:lnTo>
                  <a:lnTo>
                    <a:pt x="3909190" y="12148"/>
                  </a:lnTo>
                  <a:lnTo>
                    <a:pt x="3909899" y="12148"/>
                  </a:lnTo>
                  <a:lnTo>
                    <a:pt x="3910608" y="12148"/>
                  </a:lnTo>
                  <a:lnTo>
                    <a:pt x="3911316" y="12148"/>
                  </a:lnTo>
                  <a:lnTo>
                    <a:pt x="3912025" y="12148"/>
                  </a:lnTo>
                  <a:lnTo>
                    <a:pt x="3912734" y="12148"/>
                  </a:lnTo>
                  <a:lnTo>
                    <a:pt x="3913443" y="12148"/>
                  </a:lnTo>
                  <a:lnTo>
                    <a:pt x="3914152" y="12148"/>
                  </a:lnTo>
                  <a:lnTo>
                    <a:pt x="3914860" y="12148"/>
                  </a:lnTo>
                  <a:lnTo>
                    <a:pt x="3915569" y="12148"/>
                  </a:lnTo>
                  <a:lnTo>
                    <a:pt x="3916278" y="12148"/>
                  </a:lnTo>
                  <a:lnTo>
                    <a:pt x="3916987" y="12148"/>
                  </a:lnTo>
                  <a:lnTo>
                    <a:pt x="3917696" y="12148"/>
                  </a:lnTo>
                  <a:lnTo>
                    <a:pt x="3918405" y="12148"/>
                  </a:lnTo>
                  <a:lnTo>
                    <a:pt x="3919113" y="12148"/>
                  </a:lnTo>
                  <a:lnTo>
                    <a:pt x="3919822" y="12148"/>
                  </a:lnTo>
                  <a:lnTo>
                    <a:pt x="3920531" y="12148"/>
                  </a:lnTo>
                  <a:lnTo>
                    <a:pt x="3921240" y="12148"/>
                  </a:lnTo>
                  <a:lnTo>
                    <a:pt x="3921949" y="12148"/>
                  </a:lnTo>
                  <a:lnTo>
                    <a:pt x="3922658" y="12148"/>
                  </a:lnTo>
                  <a:lnTo>
                    <a:pt x="3923366" y="12148"/>
                  </a:lnTo>
                  <a:lnTo>
                    <a:pt x="3924075" y="12148"/>
                  </a:lnTo>
                  <a:lnTo>
                    <a:pt x="3924075" y="11900"/>
                  </a:lnTo>
                  <a:lnTo>
                    <a:pt x="3924784" y="11900"/>
                  </a:lnTo>
                  <a:lnTo>
                    <a:pt x="3925493" y="11900"/>
                  </a:lnTo>
                  <a:lnTo>
                    <a:pt x="3926202" y="11900"/>
                  </a:lnTo>
                  <a:lnTo>
                    <a:pt x="3926911" y="11900"/>
                  </a:lnTo>
                  <a:lnTo>
                    <a:pt x="3927619" y="11900"/>
                  </a:lnTo>
                  <a:lnTo>
                    <a:pt x="3928328" y="11900"/>
                  </a:lnTo>
                  <a:lnTo>
                    <a:pt x="3929037" y="11900"/>
                  </a:lnTo>
                  <a:lnTo>
                    <a:pt x="3929746" y="11900"/>
                  </a:lnTo>
                  <a:lnTo>
                    <a:pt x="3930455" y="11900"/>
                  </a:lnTo>
                  <a:lnTo>
                    <a:pt x="3931164" y="11900"/>
                  </a:lnTo>
                  <a:lnTo>
                    <a:pt x="3931872" y="11900"/>
                  </a:lnTo>
                  <a:lnTo>
                    <a:pt x="3932581" y="11900"/>
                  </a:lnTo>
                  <a:lnTo>
                    <a:pt x="3933290" y="11900"/>
                  </a:lnTo>
                  <a:lnTo>
                    <a:pt x="3933999" y="11900"/>
                  </a:lnTo>
                  <a:lnTo>
                    <a:pt x="3934708" y="11900"/>
                  </a:lnTo>
                  <a:lnTo>
                    <a:pt x="3935417" y="11900"/>
                  </a:lnTo>
                  <a:lnTo>
                    <a:pt x="3936125" y="11900"/>
                  </a:lnTo>
                  <a:lnTo>
                    <a:pt x="3936834" y="11900"/>
                  </a:lnTo>
                  <a:lnTo>
                    <a:pt x="3937543" y="11900"/>
                  </a:lnTo>
                  <a:lnTo>
                    <a:pt x="3938252" y="11900"/>
                  </a:lnTo>
                  <a:lnTo>
                    <a:pt x="3938961" y="11900"/>
                  </a:lnTo>
                  <a:lnTo>
                    <a:pt x="3938961" y="11653"/>
                  </a:lnTo>
                  <a:lnTo>
                    <a:pt x="3939669" y="11653"/>
                  </a:lnTo>
                  <a:lnTo>
                    <a:pt x="3940378" y="11653"/>
                  </a:lnTo>
                  <a:lnTo>
                    <a:pt x="3941087" y="11653"/>
                  </a:lnTo>
                  <a:lnTo>
                    <a:pt x="3941796" y="11653"/>
                  </a:lnTo>
                  <a:lnTo>
                    <a:pt x="3941796" y="11405"/>
                  </a:lnTo>
                  <a:lnTo>
                    <a:pt x="3942505" y="11405"/>
                  </a:lnTo>
                  <a:lnTo>
                    <a:pt x="3943214" y="11405"/>
                  </a:lnTo>
                  <a:lnTo>
                    <a:pt x="3943922" y="11405"/>
                  </a:lnTo>
                  <a:lnTo>
                    <a:pt x="3944631" y="11405"/>
                  </a:lnTo>
                  <a:lnTo>
                    <a:pt x="3945340" y="11405"/>
                  </a:lnTo>
                  <a:lnTo>
                    <a:pt x="3946049" y="11405"/>
                  </a:lnTo>
                  <a:lnTo>
                    <a:pt x="3946758" y="11405"/>
                  </a:lnTo>
                  <a:lnTo>
                    <a:pt x="3947467" y="11405"/>
                  </a:lnTo>
                  <a:lnTo>
                    <a:pt x="3948175" y="11405"/>
                  </a:lnTo>
                  <a:lnTo>
                    <a:pt x="3948884" y="11405"/>
                  </a:lnTo>
                  <a:lnTo>
                    <a:pt x="3949593" y="11405"/>
                  </a:lnTo>
                  <a:lnTo>
                    <a:pt x="3950302" y="11405"/>
                  </a:lnTo>
                  <a:lnTo>
                    <a:pt x="3951011" y="11405"/>
                  </a:lnTo>
                  <a:lnTo>
                    <a:pt x="3951720" y="11405"/>
                  </a:lnTo>
                  <a:lnTo>
                    <a:pt x="3952428" y="11405"/>
                  </a:lnTo>
                  <a:lnTo>
                    <a:pt x="3953137" y="11405"/>
                  </a:lnTo>
                  <a:lnTo>
                    <a:pt x="3953846" y="11405"/>
                  </a:lnTo>
                  <a:lnTo>
                    <a:pt x="3954555" y="11405"/>
                  </a:lnTo>
                  <a:lnTo>
                    <a:pt x="3955264" y="11405"/>
                  </a:lnTo>
                  <a:lnTo>
                    <a:pt x="3955973" y="11405"/>
                  </a:lnTo>
                  <a:lnTo>
                    <a:pt x="3956681" y="11405"/>
                  </a:lnTo>
                  <a:lnTo>
                    <a:pt x="3957390" y="11405"/>
                  </a:lnTo>
                  <a:lnTo>
                    <a:pt x="3958099" y="11405"/>
                  </a:lnTo>
                  <a:lnTo>
                    <a:pt x="3958808" y="11405"/>
                  </a:lnTo>
                  <a:lnTo>
                    <a:pt x="3959517" y="11405"/>
                  </a:lnTo>
                  <a:lnTo>
                    <a:pt x="3960226" y="11405"/>
                  </a:lnTo>
                  <a:lnTo>
                    <a:pt x="3960934" y="11405"/>
                  </a:lnTo>
                  <a:lnTo>
                    <a:pt x="3961643" y="11405"/>
                  </a:lnTo>
                  <a:lnTo>
                    <a:pt x="3962352" y="11405"/>
                  </a:lnTo>
                  <a:lnTo>
                    <a:pt x="3963061" y="11405"/>
                  </a:lnTo>
                  <a:lnTo>
                    <a:pt x="3963770" y="11405"/>
                  </a:lnTo>
                  <a:lnTo>
                    <a:pt x="3964478" y="11405"/>
                  </a:lnTo>
                  <a:lnTo>
                    <a:pt x="3965187" y="11405"/>
                  </a:lnTo>
                  <a:lnTo>
                    <a:pt x="3965896" y="11405"/>
                  </a:lnTo>
                  <a:lnTo>
                    <a:pt x="3966605" y="11405"/>
                  </a:lnTo>
                  <a:lnTo>
                    <a:pt x="3967314" y="11405"/>
                  </a:lnTo>
                  <a:lnTo>
                    <a:pt x="3968023" y="11405"/>
                  </a:lnTo>
                  <a:lnTo>
                    <a:pt x="3968731" y="11405"/>
                  </a:lnTo>
                  <a:lnTo>
                    <a:pt x="3969440" y="11405"/>
                  </a:lnTo>
                  <a:lnTo>
                    <a:pt x="3970149" y="11405"/>
                  </a:lnTo>
                  <a:lnTo>
                    <a:pt x="3970858" y="11405"/>
                  </a:lnTo>
                  <a:lnTo>
                    <a:pt x="3971567" y="11405"/>
                  </a:lnTo>
                  <a:lnTo>
                    <a:pt x="3972276" y="11405"/>
                  </a:lnTo>
                  <a:lnTo>
                    <a:pt x="3972984" y="11405"/>
                  </a:lnTo>
                  <a:lnTo>
                    <a:pt x="3973693" y="11405"/>
                  </a:lnTo>
                  <a:lnTo>
                    <a:pt x="3974402" y="11405"/>
                  </a:lnTo>
                  <a:lnTo>
                    <a:pt x="3975111" y="11405"/>
                  </a:lnTo>
                  <a:lnTo>
                    <a:pt x="3975820" y="11405"/>
                  </a:lnTo>
                  <a:lnTo>
                    <a:pt x="3976529" y="11405"/>
                  </a:lnTo>
                  <a:lnTo>
                    <a:pt x="3977237" y="11405"/>
                  </a:lnTo>
                  <a:lnTo>
                    <a:pt x="3977946" y="11405"/>
                  </a:lnTo>
                  <a:lnTo>
                    <a:pt x="3978655" y="11405"/>
                  </a:lnTo>
                  <a:lnTo>
                    <a:pt x="3979364" y="11405"/>
                  </a:lnTo>
                  <a:lnTo>
                    <a:pt x="3980073" y="11405"/>
                  </a:lnTo>
                  <a:lnTo>
                    <a:pt x="3980782" y="11405"/>
                  </a:lnTo>
                  <a:lnTo>
                    <a:pt x="3981490" y="11405"/>
                  </a:lnTo>
                  <a:lnTo>
                    <a:pt x="3982199" y="11405"/>
                  </a:lnTo>
                  <a:lnTo>
                    <a:pt x="3982908" y="11405"/>
                  </a:lnTo>
                  <a:lnTo>
                    <a:pt x="3983617" y="11405"/>
                  </a:lnTo>
                  <a:lnTo>
                    <a:pt x="3984326" y="11405"/>
                  </a:lnTo>
                  <a:lnTo>
                    <a:pt x="3985035" y="11405"/>
                  </a:lnTo>
                  <a:lnTo>
                    <a:pt x="3985743" y="11405"/>
                  </a:lnTo>
                  <a:lnTo>
                    <a:pt x="3986452" y="11405"/>
                  </a:lnTo>
                  <a:lnTo>
                    <a:pt x="3987161" y="11405"/>
                  </a:lnTo>
                  <a:lnTo>
                    <a:pt x="3987870" y="11405"/>
                  </a:lnTo>
                  <a:lnTo>
                    <a:pt x="3988579" y="11405"/>
                  </a:lnTo>
                  <a:lnTo>
                    <a:pt x="3989287" y="11405"/>
                  </a:lnTo>
                  <a:lnTo>
                    <a:pt x="3989996" y="11405"/>
                  </a:lnTo>
                  <a:lnTo>
                    <a:pt x="3990705" y="11405"/>
                  </a:lnTo>
                  <a:lnTo>
                    <a:pt x="3991414" y="11405"/>
                  </a:lnTo>
                  <a:lnTo>
                    <a:pt x="3992123" y="11405"/>
                  </a:lnTo>
                  <a:lnTo>
                    <a:pt x="3992832" y="11405"/>
                  </a:lnTo>
                  <a:lnTo>
                    <a:pt x="3993540" y="11405"/>
                  </a:lnTo>
                  <a:lnTo>
                    <a:pt x="3994249" y="11405"/>
                  </a:lnTo>
                  <a:lnTo>
                    <a:pt x="3994958" y="11405"/>
                  </a:lnTo>
                  <a:lnTo>
                    <a:pt x="3995667" y="11405"/>
                  </a:lnTo>
                  <a:lnTo>
                    <a:pt x="3996376" y="11405"/>
                  </a:lnTo>
                  <a:lnTo>
                    <a:pt x="3997085" y="11405"/>
                  </a:lnTo>
                  <a:lnTo>
                    <a:pt x="3997793" y="11405"/>
                  </a:lnTo>
                  <a:lnTo>
                    <a:pt x="3998502" y="11405"/>
                  </a:lnTo>
                  <a:lnTo>
                    <a:pt x="3999211" y="11405"/>
                  </a:lnTo>
                  <a:lnTo>
                    <a:pt x="3999920" y="11405"/>
                  </a:lnTo>
                  <a:lnTo>
                    <a:pt x="4000629" y="11405"/>
                  </a:lnTo>
                  <a:lnTo>
                    <a:pt x="4001338" y="11405"/>
                  </a:lnTo>
                  <a:lnTo>
                    <a:pt x="4002046" y="11405"/>
                  </a:lnTo>
                  <a:lnTo>
                    <a:pt x="4002755" y="11405"/>
                  </a:lnTo>
                  <a:lnTo>
                    <a:pt x="4003464" y="11405"/>
                  </a:lnTo>
                  <a:lnTo>
                    <a:pt x="4004173" y="11405"/>
                  </a:lnTo>
                  <a:lnTo>
                    <a:pt x="4004882" y="11405"/>
                  </a:lnTo>
                  <a:lnTo>
                    <a:pt x="4005591" y="11405"/>
                  </a:lnTo>
                  <a:lnTo>
                    <a:pt x="4006299" y="11405"/>
                  </a:lnTo>
                  <a:lnTo>
                    <a:pt x="4007008" y="11405"/>
                  </a:lnTo>
                  <a:lnTo>
                    <a:pt x="4007717" y="11405"/>
                  </a:lnTo>
                  <a:lnTo>
                    <a:pt x="4008426" y="11405"/>
                  </a:lnTo>
                  <a:lnTo>
                    <a:pt x="4009135" y="11405"/>
                  </a:lnTo>
                  <a:lnTo>
                    <a:pt x="4009844" y="11405"/>
                  </a:lnTo>
                  <a:lnTo>
                    <a:pt x="4010552" y="11405"/>
                  </a:lnTo>
                  <a:lnTo>
                    <a:pt x="4011261" y="11405"/>
                  </a:lnTo>
                  <a:lnTo>
                    <a:pt x="4011970" y="11405"/>
                  </a:lnTo>
                  <a:lnTo>
                    <a:pt x="4012679" y="11405"/>
                  </a:lnTo>
                  <a:lnTo>
                    <a:pt x="4013388" y="11405"/>
                  </a:lnTo>
                  <a:lnTo>
                    <a:pt x="4014096" y="11405"/>
                  </a:lnTo>
                  <a:lnTo>
                    <a:pt x="4014805" y="11405"/>
                  </a:lnTo>
                  <a:lnTo>
                    <a:pt x="4015514" y="11405"/>
                  </a:lnTo>
                  <a:lnTo>
                    <a:pt x="4016223" y="11405"/>
                  </a:lnTo>
                  <a:lnTo>
                    <a:pt x="4016932" y="11405"/>
                  </a:lnTo>
                  <a:lnTo>
                    <a:pt x="4016932" y="11157"/>
                  </a:lnTo>
                  <a:lnTo>
                    <a:pt x="4016932" y="10909"/>
                  </a:lnTo>
                  <a:lnTo>
                    <a:pt x="4017641" y="10909"/>
                  </a:lnTo>
                  <a:lnTo>
                    <a:pt x="4018349" y="10909"/>
                  </a:lnTo>
                  <a:lnTo>
                    <a:pt x="4019058" y="10909"/>
                  </a:lnTo>
                  <a:lnTo>
                    <a:pt x="4019767" y="10909"/>
                  </a:lnTo>
                  <a:lnTo>
                    <a:pt x="4020476" y="10909"/>
                  </a:lnTo>
                  <a:lnTo>
                    <a:pt x="4021185" y="10909"/>
                  </a:lnTo>
                  <a:lnTo>
                    <a:pt x="4021894" y="10909"/>
                  </a:lnTo>
                  <a:lnTo>
                    <a:pt x="4022602" y="10909"/>
                  </a:lnTo>
                  <a:lnTo>
                    <a:pt x="4023311" y="10909"/>
                  </a:lnTo>
                  <a:lnTo>
                    <a:pt x="4024020" y="10909"/>
                  </a:lnTo>
                  <a:lnTo>
                    <a:pt x="4024729" y="10909"/>
                  </a:lnTo>
                  <a:lnTo>
                    <a:pt x="4025438" y="10909"/>
                  </a:lnTo>
                  <a:lnTo>
                    <a:pt x="4026147" y="10909"/>
                  </a:lnTo>
                  <a:lnTo>
                    <a:pt x="4026855" y="10909"/>
                  </a:lnTo>
                  <a:lnTo>
                    <a:pt x="4027564" y="10909"/>
                  </a:lnTo>
                  <a:lnTo>
                    <a:pt x="4028273" y="10909"/>
                  </a:lnTo>
                  <a:lnTo>
                    <a:pt x="4028982" y="10909"/>
                  </a:lnTo>
                  <a:lnTo>
                    <a:pt x="4029691" y="10909"/>
                  </a:lnTo>
                  <a:lnTo>
                    <a:pt x="4030400" y="10909"/>
                  </a:lnTo>
                  <a:lnTo>
                    <a:pt x="4031108" y="10909"/>
                  </a:lnTo>
                  <a:lnTo>
                    <a:pt x="4031817" y="10909"/>
                  </a:lnTo>
                  <a:lnTo>
                    <a:pt x="4032526" y="10909"/>
                  </a:lnTo>
                  <a:lnTo>
                    <a:pt x="4033235" y="10909"/>
                  </a:lnTo>
                  <a:lnTo>
                    <a:pt x="4033944" y="10909"/>
                  </a:lnTo>
                  <a:lnTo>
                    <a:pt x="4034653" y="10909"/>
                  </a:lnTo>
                  <a:lnTo>
                    <a:pt x="4035361" y="10909"/>
                  </a:lnTo>
                  <a:lnTo>
                    <a:pt x="4036070" y="10909"/>
                  </a:lnTo>
                  <a:lnTo>
                    <a:pt x="4036779" y="10909"/>
                  </a:lnTo>
                  <a:lnTo>
                    <a:pt x="4037488" y="10909"/>
                  </a:lnTo>
                  <a:lnTo>
                    <a:pt x="4038197" y="10909"/>
                  </a:lnTo>
                  <a:lnTo>
                    <a:pt x="4038906" y="10909"/>
                  </a:lnTo>
                  <a:lnTo>
                    <a:pt x="4039614" y="10909"/>
                  </a:lnTo>
                  <a:lnTo>
                    <a:pt x="4040323" y="10909"/>
                  </a:lnTo>
                  <a:lnTo>
                    <a:pt x="4041032" y="10909"/>
                  </a:lnTo>
                  <a:lnTo>
                    <a:pt x="4041741" y="10909"/>
                  </a:lnTo>
                  <a:lnTo>
                    <a:pt x="4042450" y="10909"/>
                  </a:lnTo>
                  <a:lnTo>
                    <a:pt x="4043158" y="10909"/>
                  </a:lnTo>
                  <a:lnTo>
                    <a:pt x="4043867" y="10909"/>
                  </a:lnTo>
                  <a:lnTo>
                    <a:pt x="4044576" y="10909"/>
                  </a:lnTo>
                  <a:lnTo>
                    <a:pt x="4044576" y="10661"/>
                  </a:lnTo>
                  <a:lnTo>
                    <a:pt x="4045285" y="10661"/>
                  </a:lnTo>
                  <a:lnTo>
                    <a:pt x="4045994" y="10661"/>
                  </a:lnTo>
                  <a:lnTo>
                    <a:pt x="4046703" y="10661"/>
                  </a:lnTo>
                  <a:lnTo>
                    <a:pt x="4047411" y="10661"/>
                  </a:lnTo>
                  <a:lnTo>
                    <a:pt x="4048120" y="10661"/>
                  </a:lnTo>
                  <a:lnTo>
                    <a:pt x="4048829" y="10661"/>
                  </a:lnTo>
                  <a:lnTo>
                    <a:pt x="4049538" y="10661"/>
                  </a:lnTo>
                  <a:lnTo>
                    <a:pt x="4050247" y="10661"/>
                  </a:lnTo>
                  <a:lnTo>
                    <a:pt x="4050956" y="10661"/>
                  </a:lnTo>
                  <a:lnTo>
                    <a:pt x="4051664" y="10661"/>
                  </a:lnTo>
                  <a:lnTo>
                    <a:pt x="4052373" y="10661"/>
                  </a:lnTo>
                  <a:lnTo>
                    <a:pt x="4053082" y="10661"/>
                  </a:lnTo>
                  <a:lnTo>
                    <a:pt x="4053791" y="10661"/>
                  </a:lnTo>
                  <a:lnTo>
                    <a:pt x="4054500" y="10661"/>
                  </a:lnTo>
                  <a:lnTo>
                    <a:pt x="4055209" y="10661"/>
                  </a:lnTo>
                  <a:lnTo>
                    <a:pt x="4055917" y="10661"/>
                  </a:lnTo>
                  <a:lnTo>
                    <a:pt x="4056626" y="10661"/>
                  </a:lnTo>
                  <a:lnTo>
                    <a:pt x="4057335" y="10661"/>
                  </a:lnTo>
                  <a:lnTo>
                    <a:pt x="4058044" y="10661"/>
                  </a:lnTo>
                  <a:lnTo>
                    <a:pt x="4058753" y="10661"/>
                  </a:lnTo>
                  <a:lnTo>
                    <a:pt x="4059462" y="10661"/>
                  </a:lnTo>
                  <a:lnTo>
                    <a:pt x="4060170" y="10661"/>
                  </a:lnTo>
                  <a:lnTo>
                    <a:pt x="4060879" y="10661"/>
                  </a:lnTo>
                  <a:lnTo>
                    <a:pt x="4061588" y="10661"/>
                  </a:lnTo>
                  <a:lnTo>
                    <a:pt x="4062297" y="10661"/>
                  </a:lnTo>
                  <a:lnTo>
                    <a:pt x="4063006" y="10661"/>
                  </a:lnTo>
                  <a:lnTo>
                    <a:pt x="4063715" y="10661"/>
                  </a:lnTo>
                  <a:lnTo>
                    <a:pt x="4064423" y="10661"/>
                  </a:lnTo>
                  <a:lnTo>
                    <a:pt x="4065132" y="10661"/>
                  </a:lnTo>
                  <a:lnTo>
                    <a:pt x="4065841" y="10661"/>
                  </a:lnTo>
                  <a:lnTo>
                    <a:pt x="4066550" y="10661"/>
                  </a:lnTo>
                  <a:lnTo>
                    <a:pt x="4067259" y="10661"/>
                  </a:lnTo>
                  <a:lnTo>
                    <a:pt x="4067967" y="10661"/>
                  </a:lnTo>
                  <a:lnTo>
                    <a:pt x="4068676" y="10661"/>
                  </a:lnTo>
                  <a:lnTo>
                    <a:pt x="4069385" y="10661"/>
                  </a:lnTo>
                  <a:lnTo>
                    <a:pt x="4070094" y="10661"/>
                  </a:lnTo>
                  <a:lnTo>
                    <a:pt x="4070803" y="10661"/>
                  </a:lnTo>
                  <a:lnTo>
                    <a:pt x="4071512" y="10661"/>
                  </a:lnTo>
                  <a:lnTo>
                    <a:pt x="4072220" y="10661"/>
                  </a:lnTo>
                  <a:lnTo>
                    <a:pt x="4072929" y="10661"/>
                  </a:lnTo>
                  <a:lnTo>
                    <a:pt x="4073638" y="10661"/>
                  </a:lnTo>
                  <a:lnTo>
                    <a:pt x="4074347" y="10661"/>
                  </a:lnTo>
                  <a:lnTo>
                    <a:pt x="4075056" y="10661"/>
                  </a:lnTo>
                  <a:lnTo>
                    <a:pt x="4075765" y="10661"/>
                  </a:lnTo>
                  <a:lnTo>
                    <a:pt x="4076473" y="10661"/>
                  </a:lnTo>
                  <a:lnTo>
                    <a:pt x="4077182" y="10661"/>
                  </a:lnTo>
                  <a:lnTo>
                    <a:pt x="4077891" y="10661"/>
                  </a:lnTo>
                  <a:lnTo>
                    <a:pt x="4078600" y="10661"/>
                  </a:lnTo>
                  <a:lnTo>
                    <a:pt x="4079309" y="10661"/>
                  </a:lnTo>
                  <a:lnTo>
                    <a:pt x="4080018" y="10661"/>
                  </a:lnTo>
                  <a:lnTo>
                    <a:pt x="4080726" y="10661"/>
                  </a:lnTo>
                  <a:lnTo>
                    <a:pt x="4081435" y="10661"/>
                  </a:lnTo>
                  <a:lnTo>
                    <a:pt x="4082144" y="10661"/>
                  </a:lnTo>
                  <a:lnTo>
                    <a:pt x="4082853" y="10661"/>
                  </a:lnTo>
                  <a:lnTo>
                    <a:pt x="4083562" y="10661"/>
                  </a:lnTo>
                  <a:lnTo>
                    <a:pt x="4084271" y="10661"/>
                  </a:lnTo>
                  <a:lnTo>
                    <a:pt x="4084979" y="10661"/>
                  </a:lnTo>
                  <a:lnTo>
                    <a:pt x="4085688" y="10661"/>
                  </a:lnTo>
                  <a:lnTo>
                    <a:pt x="4086397" y="10661"/>
                  </a:lnTo>
                  <a:lnTo>
                    <a:pt x="4087106" y="10661"/>
                  </a:lnTo>
                  <a:lnTo>
                    <a:pt x="4087815" y="10661"/>
                  </a:lnTo>
                  <a:lnTo>
                    <a:pt x="4088524" y="10661"/>
                  </a:lnTo>
                  <a:lnTo>
                    <a:pt x="4089232" y="10661"/>
                  </a:lnTo>
                  <a:lnTo>
                    <a:pt x="4089941" y="10661"/>
                  </a:lnTo>
                  <a:lnTo>
                    <a:pt x="4090650" y="10661"/>
                  </a:lnTo>
                  <a:lnTo>
                    <a:pt x="4091359" y="10661"/>
                  </a:lnTo>
                  <a:lnTo>
                    <a:pt x="4092068" y="10661"/>
                  </a:lnTo>
                  <a:lnTo>
                    <a:pt x="4092776" y="10661"/>
                  </a:lnTo>
                  <a:lnTo>
                    <a:pt x="4093485" y="10661"/>
                  </a:lnTo>
                  <a:lnTo>
                    <a:pt x="4094194" y="10661"/>
                  </a:lnTo>
                  <a:lnTo>
                    <a:pt x="4094903" y="10661"/>
                  </a:lnTo>
                  <a:lnTo>
                    <a:pt x="4095612" y="10661"/>
                  </a:lnTo>
                  <a:lnTo>
                    <a:pt x="4096321" y="10661"/>
                  </a:lnTo>
                  <a:lnTo>
                    <a:pt x="4097029" y="10661"/>
                  </a:lnTo>
                  <a:lnTo>
                    <a:pt x="4097738" y="10661"/>
                  </a:lnTo>
                  <a:lnTo>
                    <a:pt x="4098447" y="10661"/>
                  </a:lnTo>
                  <a:lnTo>
                    <a:pt x="4099156" y="10661"/>
                  </a:lnTo>
                  <a:lnTo>
                    <a:pt x="4099865" y="10661"/>
                  </a:lnTo>
                  <a:lnTo>
                    <a:pt x="4100574" y="10661"/>
                  </a:lnTo>
                  <a:lnTo>
                    <a:pt x="4101282" y="10661"/>
                  </a:lnTo>
                  <a:lnTo>
                    <a:pt x="4101991" y="10661"/>
                  </a:lnTo>
                  <a:lnTo>
                    <a:pt x="4102700" y="10661"/>
                  </a:lnTo>
                  <a:lnTo>
                    <a:pt x="4103409" y="10661"/>
                  </a:lnTo>
                  <a:lnTo>
                    <a:pt x="4104118" y="10661"/>
                  </a:lnTo>
                  <a:lnTo>
                    <a:pt x="4104827" y="10661"/>
                  </a:lnTo>
                  <a:lnTo>
                    <a:pt x="4105535" y="10661"/>
                  </a:lnTo>
                  <a:lnTo>
                    <a:pt x="4106244" y="10661"/>
                  </a:lnTo>
                  <a:lnTo>
                    <a:pt x="4106953" y="10661"/>
                  </a:lnTo>
                  <a:lnTo>
                    <a:pt x="4107662" y="10661"/>
                  </a:lnTo>
                  <a:lnTo>
                    <a:pt x="4108371" y="10661"/>
                  </a:lnTo>
                  <a:lnTo>
                    <a:pt x="4109080" y="10661"/>
                  </a:lnTo>
                  <a:lnTo>
                    <a:pt x="4109788" y="10661"/>
                  </a:lnTo>
                  <a:lnTo>
                    <a:pt x="4110497" y="10661"/>
                  </a:lnTo>
                  <a:lnTo>
                    <a:pt x="4111206" y="10661"/>
                  </a:lnTo>
                  <a:lnTo>
                    <a:pt x="4111915" y="10661"/>
                  </a:lnTo>
                  <a:lnTo>
                    <a:pt x="4112624" y="10661"/>
                  </a:lnTo>
                  <a:lnTo>
                    <a:pt x="4113333" y="10661"/>
                  </a:lnTo>
                  <a:lnTo>
                    <a:pt x="4114041" y="10661"/>
                  </a:lnTo>
                  <a:lnTo>
                    <a:pt x="4114750" y="10661"/>
                  </a:lnTo>
                  <a:lnTo>
                    <a:pt x="4115459" y="10661"/>
                  </a:lnTo>
                  <a:lnTo>
                    <a:pt x="4116168" y="10661"/>
                  </a:lnTo>
                  <a:lnTo>
                    <a:pt x="4116877" y="10661"/>
                  </a:lnTo>
                  <a:lnTo>
                    <a:pt x="4117585" y="10661"/>
                  </a:lnTo>
                  <a:lnTo>
                    <a:pt x="4118294" y="10661"/>
                  </a:lnTo>
                  <a:lnTo>
                    <a:pt x="4119003" y="10661"/>
                  </a:lnTo>
                  <a:lnTo>
                    <a:pt x="4119003" y="10413"/>
                  </a:lnTo>
                  <a:lnTo>
                    <a:pt x="4119712" y="10413"/>
                  </a:lnTo>
                  <a:lnTo>
                    <a:pt x="4120421" y="10413"/>
                  </a:lnTo>
                  <a:lnTo>
                    <a:pt x="4121130" y="10413"/>
                  </a:lnTo>
                  <a:lnTo>
                    <a:pt x="4121838" y="10413"/>
                  </a:lnTo>
                  <a:lnTo>
                    <a:pt x="4122547" y="10413"/>
                  </a:lnTo>
                  <a:lnTo>
                    <a:pt x="4123256" y="10413"/>
                  </a:lnTo>
                  <a:lnTo>
                    <a:pt x="4123965" y="10413"/>
                  </a:lnTo>
                  <a:lnTo>
                    <a:pt x="4124674" y="10413"/>
                  </a:lnTo>
                  <a:lnTo>
                    <a:pt x="4125383" y="10413"/>
                  </a:lnTo>
                  <a:lnTo>
                    <a:pt x="4126091" y="10413"/>
                  </a:lnTo>
                  <a:lnTo>
                    <a:pt x="4126800" y="10413"/>
                  </a:lnTo>
                  <a:lnTo>
                    <a:pt x="4127509" y="10413"/>
                  </a:lnTo>
                  <a:lnTo>
                    <a:pt x="4128218" y="10413"/>
                  </a:lnTo>
                  <a:lnTo>
                    <a:pt x="4128927" y="10413"/>
                  </a:lnTo>
                  <a:lnTo>
                    <a:pt x="4129636" y="10413"/>
                  </a:lnTo>
                  <a:lnTo>
                    <a:pt x="4130344" y="10413"/>
                  </a:lnTo>
                  <a:lnTo>
                    <a:pt x="4131053" y="10413"/>
                  </a:lnTo>
                  <a:lnTo>
                    <a:pt x="4131762" y="10413"/>
                  </a:lnTo>
                  <a:lnTo>
                    <a:pt x="4132471" y="10413"/>
                  </a:lnTo>
                  <a:lnTo>
                    <a:pt x="4133180" y="10413"/>
                  </a:lnTo>
                  <a:lnTo>
                    <a:pt x="4133889" y="10413"/>
                  </a:lnTo>
                  <a:lnTo>
                    <a:pt x="4134597" y="10413"/>
                  </a:lnTo>
                  <a:lnTo>
                    <a:pt x="4135306" y="10413"/>
                  </a:lnTo>
                  <a:lnTo>
                    <a:pt x="4136015" y="10413"/>
                  </a:lnTo>
                  <a:lnTo>
                    <a:pt x="4136015" y="10165"/>
                  </a:lnTo>
                  <a:lnTo>
                    <a:pt x="4136724" y="10165"/>
                  </a:lnTo>
                  <a:lnTo>
                    <a:pt x="4137433" y="10165"/>
                  </a:lnTo>
                  <a:lnTo>
                    <a:pt x="4138142" y="10165"/>
                  </a:lnTo>
                  <a:lnTo>
                    <a:pt x="4138850" y="10165"/>
                  </a:lnTo>
                  <a:lnTo>
                    <a:pt x="4139559" y="10165"/>
                  </a:lnTo>
                  <a:lnTo>
                    <a:pt x="4140268" y="10165"/>
                  </a:lnTo>
                  <a:lnTo>
                    <a:pt x="4140977" y="10165"/>
                  </a:lnTo>
                  <a:lnTo>
                    <a:pt x="4141686" y="10165"/>
                  </a:lnTo>
                  <a:lnTo>
                    <a:pt x="4142394" y="10165"/>
                  </a:lnTo>
                  <a:lnTo>
                    <a:pt x="4143103" y="10165"/>
                  </a:lnTo>
                  <a:lnTo>
                    <a:pt x="4143812" y="10165"/>
                  </a:lnTo>
                  <a:lnTo>
                    <a:pt x="4144521" y="10165"/>
                  </a:lnTo>
                  <a:lnTo>
                    <a:pt x="4145230" y="10165"/>
                  </a:lnTo>
                  <a:lnTo>
                    <a:pt x="4145939" y="10165"/>
                  </a:lnTo>
                  <a:lnTo>
                    <a:pt x="4146647" y="10165"/>
                  </a:lnTo>
                  <a:lnTo>
                    <a:pt x="4147356" y="10165"/>
                  </a:lnTo>
                  <a:lnTo>
                    <a:pt x="4148065" y="10165"/>
                  </a:lnTo>
                  <a:lnTo>
                    <a:pt x="4148774" y="10165"/>
                  </a:lnTo>
                  <a:lnTo>
                    <a:pt x="4149483" y="10165"/>
                  </a:lnTo>
                  <a:lnTo>
                    <a:pt x="4150192" y="10165"/>
                  </a:lnTo>
                  <a:lnTo>
                    <a:pt x="4150900" y="10165"/>
                  </a:lnTo>
                  <a:lnTo>
                    <a:pt x="4151609" y="10165"/>
                  </a:lnTo>
                  <a:lnTo>
                    <a:pt x="4152318" y="10165"/>
                  </a:lnTo>
                  <a:lnTo>
                    <a:pt x="4153027" y="10165"/>
                  </a:lnTo>
                  <a:lnTo>
                    <a:pt x="4153027" y="9917"/>
                  </a:lnTo>
                  <a:lnTo>
                    <a:pt x="4153736" y="9917"/>
                  </a:lnTo>
                  <a:lnTo>
                    <a:pt x="4154445" y="9917"/>
                  </a:lnTo>
                  <a:lnTo>
                    <a:pt x="4155153" y="9917"/>
                  </a:lnTo>
                  <a:lnTo>
                    <a:pt x="4155862" y="9917"/>
                  </a:lnTo>
                  <a:lnTo>
                    <a:pt x="4156571" y="9917"/>
                  </a:lnTo>
                  <a:lnTo>
                    <a:pt x="4157280" y="9917"/>
                  </a:lnTo>
                  <a:lnTo>
                    <a:pt x="4157989" y="9917"/>
                  </a:lnTo>
                  <a:lnTo>
                    <a:pt x="4158698" y="9917"/>
                  </a:lnTo>
                  <a:lnTo>
                    <a:pt x="4159406" y="9917"/>
                  </a:lnTo>
                  <a:lnTo>
                    <a:pt x="4160115" y="9917"/>
                  </a:lnTo>
                  <a:lnTo>
                    <a:pt x="4160824" y="9917"/>
                  </a:lnTo>
                  <a:lnTo>
                    <a:pt x="4161533" y="9917"/>
                  </a:lnTo>
                  <a:lnTo>
                    <a:pt x="4162242" y="9917"/>
                  </a:lnTo>
                  <a:lnTo>
                    <a:pt x="4162951" y="9917"/>
                  </a:lnTo>
                  <a:lnTo>
                    <a:pt x="4163659" y="9917"/>
                  </a:lnTo>
                  <a:lnTo>
                    <a:pt x="4164368" y="9917"/>
                  </a:lnTo>
                  <a:lnTo>
                    <a:pt x="4165077" y="9917"/>
                  </a:lnTo>
                  <a:lnTo>
                    <a:pt x="4165786" y="9917"/>
                  </a:lnTo>
                  <a:lnTo>
                    <a:pt x="4166495" y="9917"/>
                  </a:lnTo>
                  <a:lnTo>
                    <a:pt x="4167203" y="9917"/>
                  </a:lnTo>
                  <a:lnTo>
                    <a:pt x="4167912" y="9917"/>
                  </a:lnTo>
                  <a:lnTo>
                    <a:pt x="4168621" y="9917"/>
                  </a:lnTo>
                  <a:lnTo>
                    <a:pt x="4169330" y="9917"/>
                  </a:lnTo>
                  <a:lnTo>
                    <a:pt x="4170039" y="9917"/>
                  </a:lnTo>
                  <a:lnTo>
                    <a:pt x="4170748" y="9917"/>
                  </a:lnTo>
                  <a:lnTo>
                    <a:pt x="4171456" y="9917"/>
                  </a:lnTo>
                  <a:lnTo>
                    <a:pt x="4172165" y="9917"/>
                  </a:lnTo>
                  <a:lnTo>
                    <a:pt x="4172874" y="9917"/>
                  </a:lnTo>
                  <a:lnTo>
                    <a:pt x="4173583" y="9917"/>
                  </a:lnTo>
                  <a:lnTo>
                    <a:pt x="4174292" y="9917"/>
                  </a:lnTo>
                  <a:lnTo>
                    <a:pt x="4175001" y="9917"/>
                  </a:lnTo>
                  <a:lnTo>
                    <a:pt x="4175709" y="9917"/>
                  </a:lnTo>
                  <a:lnTo>
                    <a:pt x="4176418" y="9917"/>
                  </a:lnTo>
                  <a:lnTo>
                    <a:pt x="4177127" y="9917"/>
                  </a:lnTo>
                  <a:lnTo>
                    <a:pt x="4177836" y="9917"/>
                  </a:lnTo>
                  <a:lnTo>
                    <a:pt x="4178545" y="9917"/>
                  </a:lnTo>
                  <a:lnTo>
                    <a:pt x="4179254" y="9917"/>
                  </a:lnTo>
                  <a:lnTo>
                    <a:pt x="4179962" y="9917"/>
                  </a:lnTo>
                  <a:lnTo>
                    <a:pt x="4180671" y="9917"/>
                  </a:lnTo>
                  <a:lnTo>
                    <a:pt x="4181380" y="9917"/>
                  </a:lnTo>
                  <a:lnTo>
                    <a:pt x="4182089" y="9917"/>
                  </a:lnTo>
                  <a:lnTo>
                    <a:pt x="4182798" y="9917"/>
                  </a:lnTo>
                  <a:lnTo>
                    <a:pt x="4183507" y="9917"/>
                  </a:lnTo>
                  <a:lnTo>
                    <a:pt x="4184215" y="9917"/>
                  </a:lnTo>
                  <a:lnTo>
                    <a:pt x="4184924" y="9917"/>
                  </a:lnTo>
                  <a:lnTo>
                    <a:pt x="4185633" y="9917"/>
                  </a:lnTo>
                  <a:lnTo>
                    <a:pt x="4186342" y="9917"/>
                  </a:lnTo>
                  <a:lnTo>
                    <a:pt x="4187051" y="9917"/>
                  </a:lnTo>
                  <a:lnTo>
                    <a:pt x="4187760" y="9917"/>
                  </a:lnTo>
                  <a:lnTo>
                    <a:pt x="4188468" y="9917"/>
                  </a:lnTo>
                  <a:lnTo>
                    <a:pt x="4189177" y="9917"/>
                  </a:lnTo>
                  <a:lnTo>
                    <a:pt x="4189886" y="9917"/>
                  </a:lnTo>
                  <a:lnTo>
                    <a:pt x="4190595" y="9917"/>
                  </a:lnTo>
                  <a:lnTo>
                    <a:pt x="4191304" y="9917"/>
                  </a:lnTo>
                  <a:lnTo>
                    <a:pt x="4192013" y="9917"/>
                  </a:lnTo>
                  <a:lnTo>
                    <a:pt x="4192721" y="9917"/>
                  </a:lnTo>
                  <a:lnTo>
                    <a:pt x="4193430" y="9917"/>
                  </a:lnTo>
                  <a:lnTo>
                    <a:pt x="4194139" y="9917"/>
                  </a:lnTo>
                  <a:lnTo>
                    <a:pt x="4194848" y="9917"/>
                  </a:lnTo>
                  <a:lnTo>
                    <a:pt x="4195557" y="9917"/>
                  </a:lnTo>
                  <a:lnTo>
                    <a:pt x="4196265" y="9917"/>
                  </a:lnTo>
                  <a:lnTo>
                    <a:pt x="4196974" y="9917"/>
                  </a:lnTo>
                  <a:lnTo>
                    <a:pt x="4197683" y="9917"/>
                  </a:lnTo>
                  <a:lnTo>
                    <a:pt x="4198392" y="9917"/>
                  </a:lnTo>
                  <a:lnTo>
                    <a:pt x="4199101" y="9917"/>
                  </a:lnTo>
                  <a:lnTo>
                    <a:pt x="4199810" y="9917"/>
                  </a:lnTo>
                  <a:lnTo>
                    <a:pt x="4200518" y="9917"/>
                  </a:lnTo>
                  <a:lnTo>
                    <a:pt x="4201227" y="9917"/>
                  </a:lnTo>
                  <a:lnTo>
                    <a:pt x="4201936" y="9917"/>
                  </a:lnTo>
                  <a:lnTo>
                    <a:pt x="4202645" y="9917"/>
                  </a:lnTo>
                  <a:lnTo>
                    <a:pt x="4203354" y="9917"/>
                  </a:lnTo>
                  <a:lnTo>
                    <a:pt x="4204063" y="9917"/>
                  </a:lnTo>
                  <a:lnTo>
                    <a:pt x="4204771" y="9917"/>
                  </a:lnTo>
                  <a:lnTo>
                    <a:pt x="4205480" y="9917"/>
                  </a:lnTo>
                  <a:lnTo>
                    <a:pt x="4206189" y="9917"/>
                  </a:lnTo>
                  <a:lnTo>
                    <a:pt x="4206898" y="9917"/>
                  </a:lnTo>
                  <a:lnTo>
                    <a:pt x="4207607" y="9917"/>
                  </a:lnTo>
                  <a:lnTo>
                    <a:pt x="4208316" y="9917"/>
                  </a:lnTo>
                  <a:lnTo>
                    <a:pt x="4209024" y="9917"/>
                  </a:lnTo>
                  <a:lnTo>
                    <a:pt x="4209733" y="9917"/>
                  </a:lnTo>
                  <a:lnTo>
                    <a:pt x="4210442" y="9917"/>
                  </a:lnTo>
                  <a:lnTo>
                    <a:pt x="4211151" y="9917"/>
                  </a:lnTo>
                  <a:lnTo>
                    <a:pt x="4211860" y="9917"/>
                  </a:lnTo>
                  <a:lnTo>
                    <a:pt x="4212569" y="9917"/>
                  </a:lnTo>
                  <a:lnTo>
                    <a:pt x="4213277" y="9917"/>
                  </a:lnTo>
                  <a:lnTo>
                    <a:pt x="4213986" y="9917"/>
                  </a:lnTo>
                  <a:lnTo>
                    <a:pt x="4214695" y="9917"/>
                  </a:lnTo>
                  <a:lnTo>
                    <a:pt x="4215404" y="9917"/>
                  </a:lnTo>
                  <a:lnTo>
                    <a:pt x="4216113" y="9917"/>
                  </a:lnTo>
                  <a:lnTo>
                    <a:pt x="4216822" y="9917"/>
                  </a:lnTo>
                  <a:lnTo>
                    <a:pt x="4217530" y="9917"/>
                  </a:lnTo>
                  <a:lnTo>
                    <a:pt x="4218239" y="9917"/>
                  </a:lnTo>
                  <a:lnTo>
                    <a:pt x="4218948" y="9917"/>
                  </a:lnTo>
                  <a:lnTo>
                    <a:pt x="4219657" y="9917"/>
                  </a:lnTo>
                  <a:lnTo>
                    <a:pt x="4220366" y="9917"/>
                  </a:lnTo>
                  <a:lnTo>
                    <a:pt x="4221074" y="9917"/>
                  </a:lnTo>
                  <a:lnTo>
                    <a:pt x="4221783" y="9917"/>
                  </a:lnTo>
                  <a:lnTo>
                    <a:pt x="4222492" y="9917"/>
                  </a:lnTo>
                  <a:lnTo>
                    <a:pt x="4223201" y="9917"/>
                  </a:lnTo>
                  <a:lnTo>
                    <a:pt x="4223910" y="9917"/>
                  </a:lnTo>
                  <a:lnTo>
                    <a:pt x="4223910" y="9669"/>
                  </a:lnTo>
                  <a:lnTo>
                    <a:pt x="4224619" y="9669"/>
                  </a:lnTo>
                  <a:lnTo>
                    <a:pt x="4225327" y="9669"/>
                  </a:lnTo>
                  <a:lnTo>
                    <a:pt x="4226036" y="9669"/>
                  </a:lnTo>
                  <a:lnTo>
                    <a:pt x="4226745" y="9669"/>
                  </a:lnTo>
                  <a:lnTo>
                    <a:pt x="4227454" y="9669"/>
                  </a:lnTo>
                  <a:lnTo>
                    <a:pt x="4228163" y="9669"/>
                  </a:lnTo>
                  <a:lnTo>
                    <a:pt x="4228163" y="9421"/>
                  </a:lnTo>
                  <a:lnTo>
                    <a:pt x="4228872" y="9421"/>
                  </a:lnTo>
                  <a:lnTo>
                    <a:pt x="4229580" y="9421"/>
                  </a:lnTo>
                  <a:lnTo>
                    <a:pt x="4230289" y="9421"/>
                  </a:lnTo>
                  <a:lnTo>
                    <a:pt x="4230998" y="9421"/>
                  </a:lnTo>
                  <a:lnTo>
                    <a:pt x="4231707" y="9421"/>
                  </a:lnTo>
                  <a:lnTo>
                    <a:pt x="4232416" y="9421"/>
                  </a:lnTo>
                  <a:lnTo>
                    <a:pt x="4233125" y="9421"/>
                  </a:lnTo>
                  <a:lnTo>
                    <a:pt x="4233833" y="9421"/>
                  </a:lnTo>
                  <a:lnTo>
                    <a:pt x="4234542" y="9421"/>
                  </a:lnTo>
                  <a:lnTo>
                    <a:pt x="4235251" y="9421"/>
                  </a:lnTo>
                  <a:lnTo>
                    <a:pt x="4235960" y="9421"/>
                  </a:lnTo>
                  <a:lnTo>
                    <a:pt x="4236669" y="9421"/>
                  </a:lnTo>
                  <a:lnTo>
                    <a:pt x="4237378" y="9421"/>
                  </a:lnTo>
                  <a:lnTo>
                    <a:pt x="4238086" y="9421"/>
                  </a:lnTo>
                  <a:lnTo>
                    <a:pt x="4238795" y="9421"/>
                  </a:lnTo>
                  <a:lnTo>
                    <a:pt x="4239504" y="9421"/>
                  </a:lnTo>
                  <a:lnTo>
                    <a:pt x="4240213" y="9421"/>
                  </a:lnTo>
                  <a:lnTo>
                    <a:pt x="4240922" y="9421"/>
                  </a:lnTo>
                  <a:lnTo>
                    <a:pt x="4241631" y="9421"/>
                  </a:lnTo>
                  <a:lnTo>
                    <a:pt x="4242339" y="9421"/>
                  </a:lnTo>
                  <a:lnTo>
                    <a:pt x="4243048" y="9421"/>
                  </a:lnTo>
                  <a:lnTo>
                    <a:pt x="4243757" y="9421"/>
                  </a:lnTo>
                  <a:lnTo>
                    <a:pt x="4244466" y="9421"/>
                  </a:lnTo>
                  <a:lnTo>
                    <a:pt x="4245175" y="9421"/>
                  </a:lnTo>
                  <a:lnTo>
                    <a:pt x="4245883" y="9421"/>
                  </a:lnTo>
                  <a:lnTo>
                    <a:pt x="4246592" y="9421"/>
                  </a:lnTo>
                  <a:lnTo>
                    <a:pt x="4247301" y="9421"/>
                  </a:lnTo>
                  <a:lnTo>
                    <a:pt x="4248010" y="9421"/>
                  </a:lnTo>
                  <a:lnTo>
                    <a:pt x="4248719" y="9421"/>
                  </a:lnTo>
                  <a:lnTo>
                    <a:pt x="4249428" y="9421"/>
                  </a:lnTo>
                  <a:lnTo>
                    <a:pt x="4250136" y="9421"/>
                  </a:lnTo>
                  <a:lnTo>
                    <a:pt x="4250845" y="9421"/>
                  </a:lnTo>
                  <a:lnTo>
                    <a:pt x="4251554" y="9421"/>
                  </a:lnTo>
                  <a:lnTo>
                    <a:pt x="4252263" y="9421"/>
                  </a:lnTo>
                  <a:lnTo>
                    <a:pt x="4252972" y="9421"/>
                  </a:lnTo>
                  <a:lnTo>
                    <a:pt x="4253681" y="9421"/>
                  </a:lnTo>
                  <a:lnTo>
                    <a:pt x="4254389" y="9421"/>
                  </a:lnTo>
                  <a:lnTo>
                    <a:pt x="4255098" y="9421"/>
                  </a:lnTo>
                  <a:lnTo>
                    <a:pt x="4255807" y="9421"/>
                  </a:lnTo>
                  <a:lnTo>
                    <a:pt x="4256516" y="9421"/>
                  </a:lnTo>
                  <a:lnTo>
                    <a:pt x="4257225" y="9421"/>
                  </a:lnTo>
                  <a:lnTo>
                    <a:pt x="4257934" y="9421"/>
                  </a:lnTo>
                  <a:lnTo>
                    <a:pt x="4258642" y="9421"/>
                  </a:lnTo>
                  <a:lnTo>
                    <a:pt x="4259351" y="9421"/>
                  </a:lnTo>
                  <a:lnTo>
                    <a:pt x="4260060" y="9421"/>
                  </a:lnTo>
                  <a:lnTo>
                    <a:pt x="4260769" y="9421"/>
                  </a:lnTo>
                  <a:lnTo>
                    <a:pt x="4261478" y="9421"/>
                  </a:lnTo>
                  <a:lnTo>
                    <a:pt x="4262187" y="9421"/>
                  </a:lnTo>
                  <a:lnTo>
                    <a:pt x="4262895" y="9421"/>
                  </a:lnTo>
                  <a:lnTo>
                    <a:pt x="4263604" y="9421"/>
                  </a:lnTo>
                  <a:lnTo>
                    <a:pt x="4264313" y="9421"/>
                  </a:lnTo>
                  <a:lnTo>
                    <a:pt x="4265022" y="9421"/>
                  </a:lnTo>
                  <a:lnTo>
                    <a:pt x="4265731" y="9421"/>
                  </a:lnTo>
                  <a:lnTo>
                    <a:pt x="4266440" y="9421"/>
                  </a:lnTo>
                  <a:lnTo>
                    <a:pt x="4267148" y="9421"/>
                  </a:lnTo>
                  <a:lnTo>
                    <a:pt x="4267857" y="9421"/>
                  </a:lnTo>
                  <a:lnTo>
                    <a:pt x="4268566" y="9421"/>
                  </a:lnTo>
                  <a:lnTo>
                    <a:pt x="4269275" y="9421"/>
                  </a:lnTo>
                  <a:lnTo>
                    <a:pt x="4269984" y="9421"/>
                  </a:lnTo>
                  <a:lnTo>
                    <a:pt x="4270692" y="9421"/>
                  </a:lnTo>
                  <a:lnTo>
                    <a:pt x="4271401" y="9421"/>
                  </a:lnTo>
                  <a:lnTo>
                    <a:pt x="4272110" y="9421"/>
                  </a:lnTo>
                  <a:lnTo>
                    <a:pt x="4272819" y="9421"/>
                  </a:lnTo>
                  <a:lnTo>
                    <a:pt x="4273528" y="9421"/>
                  </a:lnTo>
                  <a:lnTo>
                    <a:pt x="4274237" y="9421"/>
                  </a:lnTo>
                  <a:lnTo>
                    <a:pt x="4274945" y="9421"/>
                  </a:lnTo>
                  <a:lnTo>
                    <a:pt x="4275654" y="9421"/>
                  </a:lnTo>
                  <a:lnTo>
                    <a:pt x="4276363" y="9421"/>
                  </a:lnTo>
                  <a:lnTo>
                    <a:pt x="4277072" y="9421"/>
                  </a:lnTo>
                  <a:lnTo>
                    <a:pt x="4277781" y="9421"/>
                  </a:lnTo>
                  <a:lnTo>
                    <a:pt x="4278490" y="9421"/>
                  </a:lnTo>
                  <a:lnTo>
                    <a:pt x="4279198" y="9421"/>
                  </a:lnTo>
                  <a:lnTo>
                    <a:pt x="4279198" y="9173"/>
                  </a:lnTo>
                  <a:lnTo>
                    <a:pt x="4279907" y="9173"/>
                  </a:lnTo>
                  <a:lnTo>
                    <a:pt x="4280616" y="9173"/>
                  </a:lnTo>
                  <a:lnTo>
                    <a:pt x="4281325" y="9173"/>
                  </a:lnTo>
                  <a:lnTo>
                    <a:pt x="4282034" y="9173"/>
                  </a:lnTo>
                  <a:lnTo>
                    <a:pt x="4282743" y="9173"/>
                  </a:lnTo>
                  <a:lnTo>
                    <a:pt x="4283451" y="9173"/>
                  </a:lnTo>
                  <a:lnTo>
                    <a:pt x="4284160" y="9173"/>
                  </a:lnTo>
                  <a:lnTo>
                    <a:pt x="4284869" y="9173"/>
                  </a:lnTo>
                  <a:lnTo>
                    <a:pt x="4285578" y="9173"/>
                  </a:lnTo>
                  <a:lnTo>
                    <a:pt x="4286287" y="9173"/>
                  </a:lnTo>
                  <a:lnTo>
                    <a:pt x="4286996" y="9173"/>
                  </a:lnTo>
                  <a:lnTo>
                    <a:pt x="4287704" y="9173"/>
                  </a:lnTo>
                  <a:lnTo>
                    <a:pt x="4288413" y="9173"/>
                  </a:lnTo>
                  <a:lnTo>
                    <a:pt x="4289122" y="9173"/>
                  </a:lnTo>
                  <a:lnTo>
                    <a:pt x="4289831" y="9173"/>
                  </a:lnTo>
                  <a:lnTo>
                    <a:pt x="4290540" y="9173"/>
                  </a:lnTo>
                  <a:lnTo>
                    <a:pt x="4291249" y="9173"/>
                  </a:lnTo>
                  <a:lnTo>
                    <a:pt x="4291957" y="9173"/>
                  </a:lnTo>
                  <a:lnTo>
                    <a:pt x="4292666" y="9173"/>
                  </a:lnTo>
                  <a:lnTo>
                    <a:pt x="4293375" y="9173"/>
                  </a:lnTo>
                  <a:lnTo>
                    <a:pt x="4294084" y="9173"/>
                  </a:lnTo>
                  <a:lnTo>
                    <a:pt x="4294793" y="9173"/>
                  </a:lnTo>
                  <a:lnTo>
                    <a:pt x="4295501" y="9173"/>
                  </a:lnTo>
                  <a:lnTo>
                    <a:pt x="4296210" y="9173"/>
                  </a:lnTo>
                  <a:lnTo>
                    <a:pt x="4296919" y="9173"/>
                  </a:lnTo>
                  <a:lnTo>
                    <a:pt x="4297628" y="9173"/>
                  </a:lnTo>
                  <a:lnTo>
                    <a:pt x="4298337" y="9173"/>
                  </a:lnTo>
                  <a:lnTo>
                    <a:pt x="4299046" y="9173"/>
                  </a:lnTo>
                  <a:lnTo>
                    <a:pt x="4299754" y="9173"/>
                  </a:lnTo>
                  <a:lnTo>
                    <a:pt x="4300463" y="9173"/>
                  </a:lnTo>
                  <a:lnTo>
                    <a:pt x="4301172" y="9173"/>
                  </a:lnTo>
                  <a:lnTo>
                    <a:pt x="4301881" y="9173"/>
                  </a:lnTo>
                  <a:lnTo>
                    <a:pt x="4302590" y="9173"/>
                  </a:lnTo>
                  <a:lnTo>
                    <a:pt x="4303299" y="9173"/>
                  </a:lnTo>
                  <a:lnTo>
                    <a:pt x="4304007" y="9173"/>
                  </a:lnTo>
                  <a:lnTo>
                    <a:pt x="4304716" y="9173"/>
                  </a:lnTo>
                  <a:lnTo>
                    <a:pt x="4305425" y="9173"/>
                  </a:lnTo>
                  <a:lnTo>
                    <a:pt x="4306134" y="9173"/>
                  </a:lnTo>
                  <a:lnTo>
                    <a:pt x="4306843" y="9173"/>
                  </a:lnTo>
                  <a:lnTo>
                    <a:pt x="4307552" y="9173"/>
                  </a:lnTo>
                  <a:lnTo>
                    <a:pt x="4308260" y="9173"/>
                  </a:lnTo>
                  <a:lnTo>
                    <a:pt x="4308969" y="9173"/>
                  </a:lnTo>
                  <a:lnTo>
                    <a:pt x="4309678" y="9173"/>
                  </a:lnTo>
                  <a:lnTo>
                    <a:pt x="4310387" y="9173"/>
                  </a:lnTo>
                  <a:lnTo>
                    <a:pt x="4311096" y="9173"/>
                  </a:lnTo>
                  <a:lnTo>
                    <a:pt x="4311805" y="9173"/>
                  </a:lnTo>
                  <a:lnTo>
                    <a:pt x="4312513" y="9173"/>
                  </a:lnTo>
                  <a:lnTo>
                    <a:pt x="4313222" y="9173"/>
                  </a:lnTo>
                  <a:lnTo>
                    <a:pt x="4313931" y="9173"/>
                  </a:lnTo>
                  <a:lnTo>
                    <a:pt x="4313931" y="8925"/>
                  </a:lnTo>
                  <a:lnTo>
                    <a:pt x="4314640" y="8925"/>
                  </a:lnTo>
                  <a:lnTo>
                    <a:pt x="4315349" y="8925"/>
                  </a:lnTo>
                  <a:lnTo>
                    <a:pt x="4316058" y="8925"/>
                  </a:lnTo>
                  <a:lnTo>
                    <a:pt x="4316766" y="8925"/>
                  </a:lnTo>
                  <a:lnTo>
                    <a:pt x="4317475" y="8925"/>
                  </a:lnTo>
                  <a:lnTo>
                    <a:pt x="4318184" y="8925"/>
                  </a:lnTo>
                  <a:lnTo>
                    <a:pt x="4318893" y="8925"/>
                  </a:lnTo>
                  <a:lnTo>
                    <a:pt x="4319602" y="8925"/>
                  </a:lnTo>
                  <a:lnTo>
                    <a:pt x="4320311" y="8925"/>
                  </a:lnTo>
                  <a:lnTo>
                    <a:pt x="4321019" y="8925"/>
                  </a:lnTo>
                  <a:lnTo>
                    <a:pt x="4321728" y="8925"/>
                  </a:lnTo>
                  <a:lnTo>
                    <a:pt x="4322437" y="8925"/>
                  </a:lnTo>
                  <a:lnTo>
                    <a:pt x="4323146" y="8925"/>
                  </a:lnTo>
                  <a:lnTo>
                    <a:pt x="4323855" y="8925"/>
                  </a:lnTo>
                  <a:lnTo>
                    <a:pt x="4324563" y="8925"/>
                  </a:lnTo>
                  <a:lnTo>
                    <a:pt x="4325272" y="8925"/>
                  </a:lnTo>
                  <a:lnTo>
                    <a:pt x="4325981" y="8925"/>
                  </a:lnTo>
                  <a:lnTo>
                    <a:pt x="4326690" y="8925"/>
                  </a:lnTo>
                  <a:lnTo>
                    <a:pt x="4327399" y="8925"/>
                  </a:lnTo>
                  <a:lnTo>
                    <a:pt x="4328108" y="8925"/>
                  </a:lnTo>
                  <a:lnTo>
                    <a:pt x="4328816" y="8925"/>
                  </a:lnTo>
                  <a:lnTo>
                    <a:pt x="4329525" y="8925"/>
                  </a:lnTo>
                  <a:lnTo>
                    <a:pt x="4330234" y="8925"/>
                  </a:lnTo>
                  <a:lnTo>
                    <a:pt x="4330943" y="8925"/>
                  </a:lnTo>
                  <a:lnTo>
                    <a:pt x="4331652" y="8925"/>
                  </a:lnTo>
                  <a:lnTo>
                    <a:pt x="4332361" y="8925"/>
                  </a:lnTo>
                  <a:lnTo>
                    <a:pt x="4333069" y="8925"/>
                  </a:lnTo>
                  <a:lnTo>
                    <a:pt x="4333778" y="8925"/>
                  </a:lnTo>
                  <a:lnTo>
                    <a:pt x="4334487" y="8925"/>
                  </a:lnTo>
                  <a:lnTo>
                    <a:pt x="4335196" y="8925"/>
                  </a:lnTo>
                  <a:lnTo>
                    <a:pt x="4335905" y="8925"/>
                  </a:lnTo>
                  <a:lnTo>
                    <a:pt x="4336614" y="8925"/>
                  </a:lnTo>
                  <a:lnTo>
                    <a:pt x="4337322" y="8925"/>
                  </a:lnTo>
                  <a:lnTo>
                    <a:pt x="4338031" y="8925"/>
                  </a:lnTo>
                  <a:lnTo>
                    <a:pt x="4338740" y="8925"/>
                  </a:lnTo>
                  <a:lnTo>
                    <a:pt x="4339449" y="8925"/>
                  </a:lnTo>
                  <a:lnTo>
                    <a:pt x="4340158" y="8925"/>
                  </a:lnTo>
                  <a:lnTo>
                    <a:pt x="4340867" y="8925"/>
                  </a:lnTo>
                  <a:lnTo>
                    <a:pt x="4341575" y="8925"/>
                  </a:lnTo>
                  <a:lnTo>
                    <a:pt x="4342284" y="8925"/>
                  </a:lnTo>
                  <a:lnTo>
                    <a:pt x="4342993" y="8925"/>
                  </a:lnTo>
                  <a:lnTo>
                    <a:pt x="4343702" y="8925"/>
                  </a:lnTo>
                  <a:lnTo>
                    <a:pt x="4344411" y="8925"/>
                  </a:lnTo>
                  <a:lnTo>
                    <a:pt x="4345120" y="8925"/>
                  </a:lnTo>
                  <a:lnTo>
                    <a:pt x="4345828" y="8925"/>
                  </a:lnTo>
                  <a:lnTo>
                    <a:pt x="4346537" y="8925"/>
                  </a:lnTo>
                  <a:lnTo>
                    <a:pt x="4347246" y="8925"/>
                  </a:lnTo>
                  <a:lnTo>
                    <a:pt x="4347955" y="8925"/>
                  </a:lnTo>
                  <a:lnTo>
                    <a:pt x="4348664" y="8925"/>
                  </a:lnTo>
                  <a:lnTo>
                    <a:pt x="4349372" y="8925"/>
                  </a:lnTo>
                  <a:lnTo>
                    <a:pt x="4349372" y="8677"/>
                  </a:lnTo>
                  <a:lnTo>
                    <a:pt x="4350081" y="8677"/>
                  </a:lnTo>
                  <a:lnTo>
                    <a:pt x="4350790" y="8677"/>
                  </a:lnTo>
                  <a:lnTo>
                    <a:pt x="4351499" y="8677"/>
                  </a:lnTo>
                  <a:lnTo>
                    <a:pt x="4351499" y="8429"/>
                  </a:lnTo>
                  <a:lnTo>
                    <a:pt x="4352208" y="8429"/>
                  </a:lnTo>
                  <a:lnTo>
                    <a:pt x="4352917" y="8429"/>
                  </a:lnTo>
                  <a:lnTo>
                    <a:pt x="4353625" y="8429"/>
                  </a:lnTo>
                  <a:lnTo>
                    <a:pt x="4354334" y="8429"/>
                  </a:lnTo>
                  <a:lnTo>
                    <a:pt x="4355043" y="8429"/>
                  </a:lnTo>
                  <a:lnTo>
                    <a:pt x="4355752" y="8429"/>
                  </a:lnTo>
                  <a:lnTo>
                    <a:pt x="4356461" y="8429"/>
                  </a:lnTo>
                  <a:lnTo>
                    <a:pt x="4357170" y="8429"/>
                  </a:lnTo>
                  <a:lnTo>
                    <a:pt x="4357878" y="8429"/>
                  </a:lnTo>
                  <a:lnTo>
                    <a:pt x="4358587" y="8429"/>
                  </a:lnTo>
                  <a:lnTo>
                    <a:pt x="4359296" y="8429"/>
                  </a:lnTo>
                  <a:lnTo>
                    <a:pt x="4360005" y="8429"/>
                  </a:lnTo>
                  <a:lnTo>
                    <a:pt x="4360714" y="8429"/>
                  </a:lnTo>
                  <a:lnTo>
                    <a:pt x="4361423" y="8429"/>
                  </a:lnTo>
                  <a:lnTo>
                    <a:pt x="4362131" y="8429"/>
                  </a:lnTo>
                  <a:lnTo>
                    <a:pt x="4362840" y="8429"/>
                  </a:lnTo>
                  <a:lnTo>
                    <a:pt x="4363549" y="8429"/>
                  </a:lnTo>
                  <a:lnTo>
                    <a:pt x="4364258" y="8429"/>
                  </a:lnTo>
                  <a:lnTo>
                    <a:pt x="4364967" y="8429"/>
                  </a:lnTo>
                  <a:lnTo>
                    <a:pt x="4365676" y="8429"/>
                  </a:lnTo>
                  <a:lnTo>
                    <a:pt x="4366384" y="8429"/>
                  </a:lnTo>
                  <a:lnTo>
                    <a:pt x="4367093" y="8429"/>
                  </a:lnTo>
                  <a:lnTo>
                    <a:pt x="4367802" y="8429"/>
                  </a:lnTo>
                  <a:lnTo>
                    <a:pt x="4368511" y="8429"/>
                  </a:lnTo>
                  <a:lnTo>
                    <a:pt x="4369220" y="8429"/>
                  </a:lnTo>
                  <a:lnTo>
                    <a:pt x="4369929" y="8429"/>
                  </a:lnTo>
                  <a:lnTo>
                    <a:pt x="4370637" y="8429"/>
                  </a:lnTo>
                  <a:lnTo>
                    <a:pt x="4371346" y="8429"/>
                  </a:lnTo>
                  <a:lnTo>
                    <a:pt x="4372055" y="8429"/>
                  </a:lnTo>
                  <a:lnTo>
                    <a:pt x="4372764" y="8429"/>
                  </a:lnTo>
                  <a:lnTo>
                    <a:pt x="4373473" y="8429"/>
                  </a:lnTo>
                  <a:lnTo>
                    <a:pt x="4374181" y="8429"/>
                  </a:lnTo>
                  <a:lnTo>
                    <a:pt x="4374890" y="8429"/>
                  </a:lnTo>
                  <a:lnTo>
                    <a:pt x="4375599" y="8429"/>
                  </a:lnTo>
                  <a:lnTo>
                    <a:pt x="4376308" y="8429"/>
                  </a:lnTo>
                  <a:lnTo>
                    <a:pt x="4377017" y="8429"/>
                  </a:lnTo>
                  <a:lnTo>
                    <a:pt x="4377726" y="8429"/>
                  </a:lnTo>
                  <a:lnTo>
                    <a:pt x="4378434" y="8429"/>
                  </a:lnTo>
                  <a:lnTo>
                    <a:pt x="4379143" y="8429"/>
                  </a:lnTo>
                  <a:lnTo>
                    <a:pt x="4379852" y="8429"/>
                  </a:lnTo>
                  <a:lnTo>
                    <a:pt x="4380561" y="8429"/>
                  </a:lnTo>
                  <a:lnTo>
                    <a:pt x="4381270" y="8429"/>
                  </a:lnTo>
                  <a:lnTo>
                    <a:pt x="4381979" y="8429"/>
                  </a:lnTo>
                  <a:lnTo>
                    <a:pt x="4382687" y="8429"/>
                  </a:lnTo>
                  <a:lnTo>
                    <a:pt x="4383396" y="8429"/>
                  </a:lnTo>
                  <a:lnTo>
                    <a:pt x="4384105" y="8429"/>
                  </a:lnTo>
                  <a:lnTo>
                    <a:pt x="4384814" y="8429"/>
                  </a:lnTo>
                  <a:lnTo>
                    <a:pt x="4385523" y="8429"/>
                  </a:lnTo>
                  <a:lnTo>
                    <a:pt x="4386232" y="8429"/>
                  </a:lnTo>
                  <a:lnTo>
                    <a:pt x="4386940" y="8429"/>
                  </a:lnTo>
                  <a:lnTo>
                    <a:pt x="4387649" y="8429"/>
                  </a:lnTo>
                  <a:lnTo>
                    <a:pt x="4388358" y="8429"/>
                  </a:lnTo>
                  <a:lnTo>
                    <a:pt x="4389067" y="8429"/>
                  </a:lnTo>
                  <a:lnTo>
                    <a:pt x="4389776" y="8429"/>
                  </a:lnTo>
                  <a:lnTo>
                    <a:pt x="4390485" y="8429"/>
                  </a:lnTo>
                  <a:lnTo>
                    <a:pt x="4391193" y="8429"/>
                  </a:lnTo>
                  <a:lnTo>
                    <a:pt x="4391902" y="8429"/>
                  </a:lnTo>
                  <a:lnTo>
                    <a:pt x="4392611" y="8429"/>
                  </a:lnTo>
                  <a:lnTo>
                    <a:pt x="4393320" y="8429"/>
                  </a:lnTo>
                  <a:lnTo>
                    <a:pt x="4394029" y="8429"/>
                  </a:lnTo>
                  <a:lnTo>
                    <a:pt x="4394738" y="8429"/>
                  </a:lnTo>
                  <a:lnTo>
                    <a:pt x="4395446" y="8429"/>
                  </a:lnTo>
                  <a:lnTo>
                    <a:pt x="4396155" y="8429"/>
                  </a:lnTo>
                  <a:lnTo>
                    <a:pt x="4396155" y="8181"/>
                  </a:lnTo>
                  <a:lnTo>
                    <a:pt x="4396864" y="8181"/>
                  </a:lnTo>
                  <a:lnTo>
                    <a:pt x="4397573" y="8181"/>
                  </a:lnTo>
                  <a:lnTo>
                    <a:pt x="4398282" y="8181"/>
                  </a:lnTo>
                  <a:lnTo>
                    <a:pt x="4398990" y="8181"/>
                  </a:lnTo>
                  <a:lnTo>
                    <a:pt x="4399699" y="8181"/>
                  </a:lnTo>
                  <a:lnTo>
                    <a:pt x="4400408" y="8181"/>
                  </a:lnTo>
                  <a:lnTo>
                    <a:pt x="4401117" y="8181"/>
                  </a:lnTo>
                  <a:lnTo>
                    <a:pt x="4401826" y="8181"/>
                  </a:lnTo>
                  <a:lnTo>
                    <a:pt x="4402535" y="8181"/>
                  </a:lnTo>
                  <a:lnTo>
                    <a:pt x="4403243" y="8181"/>
                  </a:lnTo>
                  <a:lnTo>
                    <a:pt x="4403952" y="8181"/>
                  </a:lnTo>
                  <a:lnTo>
                    <a:pt x="4404661" y="8181"/>
                  </a:lnTo>
                  <a:lnTo>
                    <a:pt x="4405370" y="8181"/>
                  </a:lnTo>
                  <a:lnTo>
                    <a:pt x="4406079" y="8181"/>
                  </a:lnTo>
                  <a:lnTo>
                    <a:pt x="4406788" y="8181"/>
                  </a:lnTo>
                  <a:lnTo>
                    <a:pt x="4407496" y="8181"/>
                  </a:lnTo>
                  <a:lnTo>
                    <a:pt x="4408205" y="8181"/>
                  </a:lnTo>
                  <a:lnTo>
                    <a:pt x="4408914" y="8181"/>
                  </a:lnTo>
                  <a:lnTo>
                    <a:pt x="4409623" y="8181"/>
                  </a:lnTo>
                  <a:lnTo>
                    <a:pt x="4410332" y="8181"/>
                  </a:lnTo>
                  <a:lnTo>
                    <a:pt x="4411041" y="8181"/>
                  </a:lnTo>
                  <a:lnTo>
                    <a:pt x="4411749" y="8181"/>
                  </a:lnTo>
                  <a:lnTo>
                    <a:pt x="4412458" y="8181"/>
                  </a:lnTo>
                  <a:lnTo>
                    <a:pt x="4413167" y="8181"/>
                  </a:lnTo>
                  <a:lnTo>
                    <a:pt x="4413876" y="8181"/>
                  </a:lnTo>
                  <a:lnTo>
                    <a:pt x="4414585" y="8181"/>
                  </a:lnTo>
                  <a:lnTo>
                    <a:pt x="4415294" y="8181"/>
                  </a:lnTo>
                  <a:lnTo>
                    <a:pt x="4416002" y="8181"/>
                  </a:lnTo>
                  <a:lnTo>
                    <a:pt x="4416711" y="8181"/>
                  </a:lnTo>
                  <a:lnTo>
                    <a:pt x="4417420" y="8181"/>
                  </a:lnTo>
                  <a:lnTo>
                    <a:pt x="4418129" y="8181"/>
                  </a:lnTo>
                  <a:lnTo>
                    <a:pt x="4418838" y="8181"/>
                  </a:lnTo>
                  <a:lnTo>
                    <a:pt x="4419547" y="8181"/>
                  </a:lnTo>
                  <a:lnTo>
                    <a:pt x="4420255" y="8181"/>
                  </a:lnTo>
                  <a:lnTo>
                    <a:pt x="4420964" y="8181"/>
                  </a:lnTo>
                  <a:lnTo>
                    <a:pt x="4421673" y="8181"/>
                  </a:lnTo>
                  <a:lnTo>
                    <a:pt x="4422382" y="8181"/>
                  </a:lnTo>
                  <a:lnTo>
                    <a:pt x="4423091" y="8181"/>
                  </a:lnTo>
                  <a:lnTo>
                    <a:pt x="4423799" y="8181"/>
                  </a:lnTo>
                  <a:lnTo>
                    <a:pt x="4424508" y="8181"/>
                  </a:lnTo>
                  <a:lnTo>
                    <a:pt x="4425217" y="8181"/>
                  </a:lnTo>
                  <a:lnTo>
                    <a:pt x="4425926" y="8181"/>
                  </a:lnTo>
                  <a:lnTo>
                    <a:pt x="4426635" y="8181"/>
                  </a:lnTo>
                  <a:lnTo>
                    <a:pt x="4427344" y="8181"/>
                  </a:lnTo>
                  <a:lnTo>
                    <a:pt x="4428052" y="8181"/>
                  </a:lnTo>
                  <a:lnTo>
                    <a:pt x="4428761" y="8181"/>
                  </a:lnTo>
                  <a:lnTo>
                    <a:pt x="4429470" y="8181"/>
                  </a:lnTo>
                  <a:lnTo>
                    <a:pt x="4430179" y="8181"/>
                  </a:lnTo>
                  <a:lnTo>
                    <a:pt x="4430888" y="8181"/>
                  </a:lnTo>
                  <a:lnTo>
                    <a:pt x="4431597" y="8181"/>
                  </a:lnTo>
                  <a:lnTo>
                    <a:pt x="4432305" y="8181"/>
                  </a:lnTo>
                  <a:lnTo>
                    <a:pt x="4433014" y="8181"/>
                  </a:lnTo>
                  <a:lnTo>
                    <a:pt x="4433723" y="8181"/>
                  </a:lnTo>
                  <a:lnTo>
                    <a:pt x="4434432" y="8181"/>
                  </a:lnTo>
                  <a:lnTo>
                    <a:pt x="4435141" y="8181"/>
                  </a:lnTo>
                  <a:lnTo>
                    <a:pt x="4435850" y="8181"/>
                  </a:lnTo>
                  <a:lnTo>
                    <a:pt x="4436558" y="8181"/>
                  </a:lnTo>
                  <a:lnTo>
                    <a:pt x="4437267" y="8181"/>
                  </a:lnTo>
                  <a:lnTo>
                    <a:pt x="4437976" y="8181"/>
                  </a:lnTo>
                  <a:lnTo>
                    <a:pt x="4438685" y="8181"/>
                  </a:lnTo>
                  <a:lnTo>
                    <a:pt x="4439394" y="8181"/>
                  </a:lnTo>
                  <a:lnTo>
                    <a:pt x="4440103" y="8181"/>
                  </a:lnTo>
                  <a:lnTo>
                    <a:pt x="4440811" y="8181"/>
                  </a:lnTo>
                  <a:lnTo>
                    <a:pt x="4441520" y="8181"/>
                  </a:lnTo>
                  <a:lnTo>
                    <a:pt x="4442229" y="8181"/>
                  </a:lnTo>
                  <a:lnTo>
                    <a:pt x="4442938" y="8181"/>
                  </a:lnTo>
                  <a:lnTo>
                    <a:pt x="4443647" y="8181"/>
                  </a:lnTo>
                  <a:lnTo>
                    <a:pt x="4444356" y="8181"/>
                  </a:lnTo>
                  <a:lnTo>
                    <a:pt x="4445064" y="8181"/>
                  </a:lnTo>
                  <a:lnTo>
                    <a:pt x="4445773" y="8181"/>
                  </a:lnTo>
                  <a:lnTo>
                    <a:pt x="4446482" y="8181"/>
                  </a:lnTo>
                  <a:lnTo>
                    <a:pt x="4447191" y="8181"/>
                  </a:lnTo>
                  <a:lnTo>
                    <a:pt x="4447900" y="8181"/>
                  </a:lnTo>
                  <a:lnTo>
                    <a:pt x="4448608" y="8181"/>
                  </a:lnTo>
                  <a:lnTo>
                    <a:pt x="4449317" y="8181"/>
                  </a:lnTo>
                  <a:lnTo>
                    <a:pt x="4450026" y="8181"/>
                  </a:lnTo>
                  <a:lnTo>
                    <a:pt x="4450735" y="8181"/>
                  </a:lnTo>
                  <a:lnTo>
                    <a:pt x="4451444" y="8181"/>
                  </a:lnTo>
                  <a:lnTo>
                    <a:pt x="4452153" y="8181"/>
                  </a:lnTo>
                  <a:lnTo>
                    <a:pt x="4452861" y="8181"/>
                  </a:lnTo>
                  <a:lnTo>
                    <a:pt x="4453570" y="8181"/>
                  </a:lnTo>
                  <a:lnTo>
                    <a:pt x="4454279" y="8181"/>
                  </a:lnTo>
                  <a:lnTo>
                    <a:pt x="4454988" y="8181"/>
                  </a:lnTo>
                  <a:lnTo>
                    <a:pt x="4455697" y="8181"/>
                  </a:lnTo>
                  <a:lnTo>
                    <a:pt x="4456406" y="8181"/>
                  </a:lnTo>
                  <a:lnTo>
                    <a:pt x="4457114" y="8181"/>
                  </a:lnTo>
                  <a:lnTo>
                    <a:pt x="4457823" y="8181"/>
                  </a:lnTo>
                  <a:lnTo>
                    <a:pt x="4458532" y="8181"/>
                  </a:lnTo>
                  <a:lnTo>
                    <a:pt x="4459241" y="8181"/>
                  </a:lnTo>
                  <a:lnTo>
                    <a:pt x="4459950" y="8181"/>
                  </a:lnTo>
                  <a:lnTo>
                    <a:pt x="4460659" y="8181"/>
                  </a:lnTo>
                  <a:lnTo>
                    <a:pt x="4461367" y="8181"/>
                  </a:lnTo>
                  <a:lnTo>
                    <a:pt x="4462076" y="8181"/>
                  </a:lnTo>
                  <a:lnTo>
                    <a:pt x="4462785" y="8181"/>
                  </a:lnTo>
                  <a:lnTo>
                    <a:pt x="4463494" y="8181"/>
                  </a:lnTo>
                  <a:lnTo>
                    <a:pt x="4464203" y="8181"/>
                  </a:lnTo>
                  <a:lnTo>
                    <a:pt x="4464912" y="8181"/>
                  </a:lnTo>
                  <a:lnTo>
                    <a:pt x="4465620" y="8181"/>
                  </a:lnTo>
                  <a:lnTo>
                    <a:pt x="4466329" y="8181"/>
                  </a:lnTo>
                  <a:lnTo>
                    <a:pt x="4467038" y="8181"/>
                  </a:lnTo>
                  <a:lnTo>
                    <a:pt x="4467747" y="8181"/>
                  </a:lnTo>
                  <a:lnTo>
                    <a:pt x="4468456" y="8181"/>
                  </a:lnTo>
                  <a:lnTo>
                    <a:pt x="4469165" y="8181"/>
                  </a:lnTo>
                  <a:lnTo>
                    <a:pt x="4469873" y="8181"/>
                  </a:lnTo>
                  <a:lnTo>
                    <a:pt x="4470582" y="8181"/>
                  </a:lnTo>
                  <a:lnTo>
                    <a:pt x="4471291" y="8181"/>
                  </a:lnTo>
                  <a:lnTo>
                    <a:pt x="4472000" y="8181"/>
                  </a:lnTo>
                  <a:lnTo>
                    <a:pt x="4472709" y="8181"/>
                  </a:lnTo>
                  <a:lnTo>
                    <a:pt x="4473418" y="8181"/>
                  </a:lnTo>
                  <a:lnTo>
                    <a:pt x="4474126" y="8181"/>
                  </a:lnTo>
                  <a:lnTo>
                    <a:pt x="4474835" y="8181"/>
                  </a:lnTo>
                  <a:lnTo>
                    <a:pt x="4475544" y="8181"/>
                  </a:lnTo>
                  <a:lnTo>
                    <a:pt x="4476253" y="8181"/>
                  </a:lnTo>
                  <a:lnTo>
                    <a:pt x="4476962" y="8181"/>
                  </a:lnTo>
                  <a:lnTo>
                    <a:pt x="4477670" y="8181"/>
                  </a:lnTo>
                  <a:lnTo>
                    <a:pt x="4478379" y="8181"/>
                  </a:lnTo>
                  <a:lnTo>
                    <a:pt x="4479088" y="8181"/>
                  </a:lnTo>
                  <a:lnTo>
                    <a:pt x="4479797" y="8181"/>
                  </a:lnTo>
                  <a:lnTo>
                    <a:pt x="4480506" y="8181"/>
                  </a:lnTo>
                  <a:lnTo>
                    <a:pt x="4481215" y="8181"/>
                  </a:lnTo>
                  <a:lnTo>
                    <a:pt x="4481923" y="8181"/>
                  </a:lnTo>
                  <a:lnTo>
                    <a:pt x="4482632" y="8181"/>
                  </a:lnTo>
                  <a:lnTo>
                    <a:pt x="4483341" y="8181"/>
                  </a:lnTo>
                  <a:lnTo>
                    <a:pt x="4484050" y="8181"/>
                  </a:lnTo>
                  <a:lnTo>
                    <a:pt x="4484759" y="8181"/>
                  </a:lnTo>
                  <a:lnTo>
                    <a:pt x="4485468" y="8181"/>
                  </a:lnTo>
                  <a:lnTo>
                    <a:pt x="4486176" y="8181"/>
                  </a:lnTo>
                  <a:lnTo>
                    <a:pt x="4486885" y="8181"/>
                  </a:lnTo>
                  <a:lnTo>
                    <a:pt x="4487594" y="8181"/>
                  </a:lnTo>
                  <a:lnTo>
                    <a:pt x="4488303" y="8181"/>
                  </a:lnTo>
                  <a:lnTo>
                    <a:pt x="4489012" y="8181"/>
                  </a:lnTo>
                  <a:lnTo>
                    <a:pt x="4489721" y="8181"/>
                  </a:lnTo>
                  <a:lnTo>
                    <a:pt x="4490429" y="8181"/>
                  </a:lnTo>
                  <a:lnTo>
                    <a:pt x="4491138" y="8181"/>
                  </a:lnTo>
                  <a:lnTo>
                    <a:pt x="4491847" y="8181"/>
                  </a:lnTo>
                  <a:lnTo>
                    <a:pt x="4492556" y="8181"/>
                  </a:lnTo>
                  <a:lnTo>
                    <a:pt x="4492556" y="7933"/>
                  </a:lnTo>
                  <a:lnTo>
                    <a:pt x="4493265" y="7933"/>
                  </a:lnTo>
                  <a:lnTo>
                    <a:pt x="4493974" y="7933"/>
                  </a:lnTo>
                  <a:lnTo>
                    <a:pt x="4494682" y="7933"/>
                  </a:lnTo>
                  <a:lnTo>
                    <a:pt x="4495391" y="7933"/>
                  </a:lnTo>
                  <a:lnTo>
                    <a:pt x="4496100" y="7933"/>
                  </a:lnTo>
                  <a:lnTo>
                    <a:pt x="4496809" y="7933"/>
                  </a:lnTo>
                  <a:lnTo>
                    <a:pt x="4497518" y="7933"/>
                  </a:lnTo>
                  <a:lnTo>
                    <a:pt x="4498227" y="7933"/>
                  </a:lnTo>
                  <a:lnTo>
                    <a:pt x="4498935" y="7933"/>
                  </a:lnTo>
                  <a:lnTo>
                    <a:pt x="4499644" y="7933"/>
                  </a:lnTo>
                  <a:lnTo>
                    <a:pt x="4500353" y="7933"/>
                  </a:lnTo>
                  <a:lnTo>
                    <a:pt x="4501062" y="7933"/>
                  </a:lnTo>
                  <a:lnTo>
                    <a:pt x="4501771" y="7933"/>
                  </a:lnTo>
                  <a:lnTo>
                    <a:pt x="4502479" y="7933"/>
                  </a:lnTo>
                  <a:lnTo>
                    <a:pt x="4503188" y="7933"/>
                  </a:lnTo>
                  <a:lnTo>
                    <a:pt x="4503897" y="7933"/>
                  </a:lnTo>
                  <a:lnTo>
                    <a:pt x="4504606" y="7933"/>
                  </a:lnTo>
                  <a:lnTo>
                    <a:pt x="4505315" y="7933"/>
                  </a:lnTo>
                  <a:lnTo>
                    <a:pt x="4506024" y="7933"/>
                  </a:lnTo>
                  <a:lnTo>
                    <a:pt x="4506732" y="7933"/>
                  </a:lnTo>
                  <a:lnTo>
                    <a:pt x="4507441" y="7933"/>
                  </a:lnTo>
                  <a:lnTo>
                    <a:pt x="4508150" y="7933"/>
                  </a:lnTo>
                  <a:lnTo>
                    <a:pt x="4508859" y="7933"/>
                  </a:lnTo>
                  <a:lnTo>
                    <a:pt x="4509568" y="7933"/>
                  </a:lnTo>
                  <a:lnTo>
                    <a:pt x="4510277" y="7933"/>
                  </a:lnTo>
                  <a:lnTo>
                    <a:pt x="4510985" y="7933"/>
                  </a:lnTo>
                  <a:lnTo>
                    <a:pt x="4511694" y="7933"/>
                  </a:lnTo>
                  <a:lnTo>
                    <a:pt x="4512403" y="7933"/>
                  </a:lnTo>
                  <a:lnTo>
                    <a:pt x="4513112" y="7933"/>
                  </a:lnTo>
                  <a:lnTo>
                    <a:pt x="4513821" y="7933"/>
                  </a:lnTo>
                  <a:lnTo>
                    <a:pt x="4514530" y="7933"/>
                  </a:lnTo>
                  <a:lnTo>
                    <a:pt x="4515238" y="7933"/>
                  </a:lnTo>
                  <a:lnTo>
                    <a:pt x="4515947" y="7933"/>
                  </a:lnTo>
                  <a:lnTo>
                    <a:pt x="4516656" y="7933"/>
                  </a:lnTo>
                  <a:lnTo>
                    <a:pt x="4517365" y="7933"/>
                  </a:lnTo>
                  <a:lnTo>
                    <a:pt x="4518074" y="7933"/>
                  </a:lnTo>
                  <a:lnTo>
                    <a:pt x="4518783" y="7933"/>
                  </a:lnTo>
                  <a:lnTo>
                    <a:pt x="4519491" y="7933"/>
                  </a:lnTo>
                  <a:lnTo>
                    <a:pt x="4520200" y="7933"/>
                  </a:lnTo>
                  <a:lnTo>
                    <a:pt x="4520909" y="7933"/>
                  </a:lnTo>
                  <a:lnTo>
                    <a:pt x="4521618" y="7933"/>
                  </a:lnTo>
                  <a:lnTo>
                    <a:pt x="4522327" y="7933"/>
                  </a:lnTo>
                  <a:lnTo>
                    <a:pt x="4523036" y="7933"/>
                  </a:lnTo>
                  <a:lnTo>
                    <a:pt x="4523744" y="7933"/>
                  </a:lnTo>
                  <a:lnTo>
                    <a:pt x="4524453" y="7933"/>
                  </a:lnTo>
                  <a:lnTo>
                    <a:pt x="4525162" y="7933"/>
                  </a:lnTo>
                  <a:lnTo>
                    <a:pt x="4525871" y="7933"/>
                  </a:lnTo>
                  <a:lnTo>
                    <a:pt x="4526580" y="7933"/>
                  </a:lnTo>
                  <a:lnTo>
                    <a:pt x="4527288" y="7933"/>
                  </a:lnTo>
                  <a:lnTo>
                    <a:pt x="4527997" y="7933"/>
                  </a:lnTo>
                  <a:lnTo>
                    <a:pt x="4528706" y="7933"/>
                  </a:lnTo>
                  <a:lnTo>
                    <a:pt x="4529415" y="7933"/>
                  </a:lnTo>
                  <a:lnTo>
                    <a:pt x="4530124" y="7933"/>
                  </a:lnTo>
                  <a:lnTo>
                    <a:pt x="4530833" y="7933"/>
                  </a:lnTo>
                  <a:lnTo>
                    <a:pt x="4531541" y="7933"/>
                  </a:lnTo>
                  <a:lnTo>
                    <a:pt x="4532250" y="7933"/>
                  </a:lnTo>
                  <a:lnTo>
                    <a:pt x="4532959" y="7933"/>
                  </a:lnTo>
                  <a:lnTo>
                    <a:pt x="4533668" y="7933"/>
                  </a:lnTo>
                  <a:lnTo>
                    <a:pt x="4534377" y="7933"/>
                  </a:lnTo>
                  <a:lnTo>
                    <a:pt x="4535086" y="7933"/>
                  </a:lnTo>
                  <a:lnTo>
                    <a:pt x="4535794" y="7933"/>
                  </a:lnTo>
                  <a:lnTo>
                    <a:pt x="4536503" y="7933"/>
                  </a:lnTo>
                  <a:lnTo>
                    <a:pt x="4537212" y="7933"/>
                  </a:lnTo>
                  <a:lnTo>
                    <a:pt x="4537921" y="7933"/>
                  </a:lnTo>
                  <a:lnTo>
                    <a:pt x="4538630" y="7933"/>
                  </a:lnTo>
                  <a:lnTo>
                    <a:pt x="4539339" y="7933"/>
                  </a:lnTo>
                  <a:lnTo>
                    <a:pt x="4540047" y="7933"/>
                  </a:lnTo>
                  <a:lnTo>
                    <a:pt x="4540756" y="7933"/>
                  </a:lnTo>
                  <a:lnTo>
                    <a:pt x="4541465" y="7933"/>
                  </a:lnTo>
                  <a:lnTo>
                    <a:pt x="4542174" y="7933"/>
                  </a:lnTo>
                  <a:lnTo>
                    <a:pt x="4542883" y="7933"/>
                  </a:lnTo>
                  <a:lnTo>
                    <a:pt x="4543592" y="7933"/>
                  </a:lnTo>
                  <a:lnTo>
                    <a:pt x="4544300" y="7933"/>
                  </a:lnTo>
                  <a:lnTo>
                    <a:pt x="4545009" y="7933"/>
                  </a:lnTo>
                  <a:lnTo>
                    <a:pt x="4545718" y="7933"/>
                  </a:lnTo>
                  <a:lnTo>
                    <a:pt x="4546427" y="7933"/>
                  </a:lnTo>
                  <a:lnTo>
                    <a:pt x="4547136" y="7933"/>
                  </a:lnTo>
                  <a:lnTo>
                    <a:pt x="4547845" y="7933"/>
                  </a:lnTo>
                  <a:lnTo>
                    <a:pt x="4548553" y="7933"/>
                  </a:lnTo>
                  <a:lnTo>
                    <a:pt x="4549262" y="7933"/>
                  </a:lnTo>
                  <a:lnTo>
                    <a:pt x="4549971" y="7933"/>
                  </a:lnTo>
                  <a:lnTo>
                    <a:pt x="4550680" y="7933"/>
                  </a:lnTo>
                  <a:lnTo>
                    <a:pt x="4551389" y="7933"/>
                  </a:lnTo>
                  <a:lnTo>
                    <a:pt x="4552097" y="7933"/>
                  </a:lnTo>
                  <a:lnTo>
                    <a:pt x="4552806" y="7933"/>
                  </a:lnTo>
                  <a:lnTo>
                    <a:pt x="4553515" y="7933"/>
                  </a:lnTo>
                  <a:lnTo>
                    <a:pt x="4554224" y="7933"/>
                  </a:lnTo>
                  <a:lnTo>
                    <a:pt x="4554933" y="7933"/>
                  </a:lnTo>
                  <a:lnTo>
                    <a:pt x="4555642" y="7933"/>
                  </a:lnTo>
                  <a:lnTo>
                    <a:pt x="4556350" y="7933"/>
                  </a:lnTo>
                  <a:lnTo>
                    <a:pt x="4557059" y="7933"/>
                  </a:lnTo>
                  <a:lnTo>
                    <a:pt x="4557768" y="7933"/>
                  </a:lnTo>
                  <a:lnTo>
                    <a:pt x="4558477" y="7933"/>
                  </a:lnTo>
                  <a:lnTo>
                    <a:pt x="4559186" y="7933"/>
                  </a:lnTo>
                  <a:lnTo>
                    <a:pt x="4559895" y="7933"/>
                  </a:lnTo>
                  <a:lnTo>
                    <a:pt x="4560603" y="7933"/>
                  </a:lnTo>
                  <a:lnTo>
                    <a:pt x="4561312" y="7933"/>
                  </a:lnTo>
                  <a:lnTo>
                    <a:pt x="4562021" y="7933"/>
                  </a:lnTo>
                  <a:lnTo>
                    <a:pt x="4562730" y="7933"/>
                  </a:lnTo>
                  <a:lnTo>
                    <a:pt x="4563439" y="7933"/>
                  </a:lnTo>
                  <a:lnTo>
                    <a:pt x="4564148" y="7933"/>
                  </a:lnTo>
                  <a:lnTo>
                    <a:pt x="4564856" y="7933"/>
                  </a:lnTo>
                  <a:lnTo>
                    <a:pt x="4565565" y="7933"/>
                  </a:lnTo>
                  <a:lnTo>
                    <a:pt x="4566274" y="7933"/>
                  </a:lnTo>
                  <a:lnTo>
                    <a:pt x="4566983" y="7933"/>
                  </a:lnTo>
                  <a:lnTo>
                    <a:pt x="4567692" y="7933"/>
                  </a:lnTo>
                  <a:lnTo>
                    <a:pt x="4568401" y="7933"/>
                  </a:lnTo>
                  <a:lnTo>
                    <a:pt x="4569109" y="7933"/>
                  </a:lnTo>
                  <a:lnTo>
                    <a:pt x="4569818" y="7933"/>
                  </a:lnTo>
                  <a:lnTo>
                    <a:pt x="4570527" y="7933"/>
                  </a:lnTo>
                  <a:lnTo>
                    <a:pt x="4571236" y="7933"/>
                  </a:lnTo>
                  <a:lnTo>
                    <a:pt x="4571945" y="7933"/>
                  </a:lnTo>
                  <a:lnTo>
                    <a:pt x="4572654" y="7933"/>
                  </a:lnTo>
                  <a:lnTo>
                    <a:pt x="4573362" y="7933"/>
                  </a:lnTo>
                  <a:lnTo>
                    <a:pt x="4574071" y="7933"/>
                  </a:lnTo>
                  <a:lnTo>
                    <a:pt x="4574780" y="7933"/>
                  </a:lnTo>
                  <a:lnTo>
                    <a:pt x="4575489" y="7933"/>
                  </a:lnTo>
                  <a:lnTo>
                    <a:pt x="4576198" y="7933"/>
                  </a:lnTo>
                  <a:lnTo>
                    <a:pt x="4576198" y="7686"/>
                  </a:lnTo>
                  <a:lnTo>
                    <a:pt x="4576906" y="7686"/>
                  </a:lnTo>
                  <a:lnTo>
                    <a:pt x="4577615" y="7686"/>
                  </a:lnTo>
                  <a:lnTo>
                    <a:pt x="4578324" y="7686"/>
                  </a:lnTo>
                  <a:lnTo>
                    <a:pt x="4579033" y="7686"/>
                  </a:lnTo>
                  <a:lnTo>
                    <a:pt x="4579742" y="7686"/>
                  </a:lnTo>
                  <a:lnTo>
                    <a:pt x="4580451" y="7686"/>
                  </a:lnTo>
                  <a:lnTo>
                    <a:pt x="4581159" y="7686"/>
                  </a:lnTo>
                  <a:lnTo>
                    <a:pt x="4581868" y="7686"/>
                  </a:lnTo>
                  <a:lnTo>
                    <a:pt x="4582577" y="7686"/>
                  </a:lnTo>
                  <a:lnTo>
                    <a:pt x="4583286" y="7686"/>
                  </a:lnTo>
                  <a:lnTo>
                    <a:pt x="4583995" y="7686"/>
                  </a:lnTo>
                  <a:lnTo>
                    <a:pt x="4584704" y="7686"/>
                  </a:lnTo>
                  <a:lnTo>
                    <a:pt x="4585412" y="7686"/>
                  </a:lnTo>
                  <a:lnTo>
                    <a:pt x="4586121" y="7686"/>
                  </a:lnTo>
                  <a:lnTo>
                    <a:pt x="4586830" y="7686"/>
                  </a:lnTo>
                  <a:lnTo>
                    <a:pt x="4587539" y="7686"/>
                  </a:lnTo>
                  <a:lnTo>
                    <a:pt x="4588248" y="7686"/>
                  </a:lnTo>
                  <a:lnTo>
                    <a:pt x="4588957" y="7686"/>
                  </a:lnTo>
                  <a:lnTo>
                    <a:pt x="4589665" y="7686"/>
                  </a:lnTo>
                  <a:lnTo>
                    <a:pt x="4589665" y="7438"/>
                  </a:lnTo>
                  <a:lnTo>
                    <a:pt x="4590374" y="7438"/>
                  </a:lnTo>
                  <a:lnTo>
                    <a:pt x="4591083" y="7438"/>
                  </a:lnTo>
                  <a:lnTo>
                    <a:pt x="4591792" y="7438"/>
                  </a:lnTo>
                  <a:lnTo>
                    <a:pt x="4592501" y="7438"/>
                  </a:lnTo>
                  <a:lnTo>
                    <a:pt x="4593210" y="7438"/>
                  </a:lnTo>
                  <a:lnTo>
                    <a:pt x="4593918" y="7438"/>
                  </a:lnTo>
                  <a:lnTo>
                    <a:pt x="4594627" y="7438"/>
                  </a:lnTo>
                  <a:lnTo>
                    <a:pt x="4595336" y="7438"/>
                  </a:lnTo>
                  <a:lnTo>
                    <a:pt x="4596045" y="7438"/>
                  </a:lnTo>
                  <a:lnTo>
                    <a:pt x="4596754" y="7438"/>
                  </a:lnTo>
                  <a:lnTo>
                    <a:pt x="4597463" y="7438"/>
                  </a:lnTo>
                  <a:lnTo>
                    <a:pt x="4598171" y="7438"/>
                  </a:lnTo>
                  <a:lnTo>
                    <a:pt x="4598880" y="7438"/>
                  </a:lnTo>
                  <a:lnTo>
                    <a:pt x="4599589" y="7438"/>
                  </a:lnTo>
                  <a:lnTo>
                    <a:pt x="4600298" y="7438"/>
                  </a:lnTo>
                  <a:lnTo>
                    <a:pt x="4601007" y="7438"/>
                  </a:lnTo>
                  <a:lnTo>
                    <a:pt x="4601715" y="7438"/>
                  </a:lnTo>
                  <a:lnTo>
                    <a:pt x="4602424" y="7438"/>
                  </a:lnTo>
                  <a:lnTo>
                    <a:pt x="4603133" y="7438"/>
                  </a:lnTo>
                  <a:lnTo>
                    <a:pt x="4603842" y="7438"/>
                  </a:lnTo>
                  <a:lnTo>
                    <a:pt x="4604551" y="7438"/>
                  </a:lnTo>
                  <a:lnTo>
                    <a:pt x="4605260" y="7438"/>
                  </a:lnTo>
                  <a:lnTo>
                    <a:pt x="4605968" y="7438"/>
                  </a:lnTo>
                  <a:lnTo>
                    <a:pt x="4606677" y="7438"/>
                  </a:lnTo>
                  <a:lnTo>
                    <a:pt x="4607386" y="7438"/>
                  </a:lnTo>
                  <a:lnTo>
                    <a:pt x="4608095" y="7438"/>
                  </a:lnTo>
                  <a:lnTo>
                    <a:pt x="4608095" y="7190"/>
                  </a:lnTo>
                  <a:lnTo>
                    <a:pt x="4608804" y="7190"/>
                  </a:lnTo>
                  <a:lnTo>
                    <a:pt x="4609513" y="7190"/>
                  </a:lnTo>
                  <a:lnTo>
                    <a:pt x="4610221" y="7190"/>
                  </a:lnTo>
                  <a:lnTo>
                    <a:pt x="4610930" y="7190"/>
                  </a:lnTo>
                  <a:lnTo>
                    <a:pt x="4611639" y="7190"/>
                  </a:lnTo>
                  <a:lnTo>
                    <a:pt x="4612348" y="7190"/>
                  </a:lnTo>
                  <a:lnTo>
                    <a:pt x="4613057" y="7190"/>
                  </a:lnTo>
                  <a:lnTo>
                    <a:pt x="4613766" y="7190"/>
                  </a:lnTo>
                  <a:lnTo>
                    <a:pt x="4614474" y="7190"/>
                  </a:lnTo>
                  <a:lnTo>
                    <a:pt x="4615183" y="7190"/>
                  </a:lnTo>
                  <a:lnTo>
                    <a:pt x="4615892" y="7190"/>
                  </a:lnTo>
                  <a:lnTo>
                    <a:pt x="4616601" y="7190"/>
                  </a:lnTo>
                  <a:lnTo>
                    <a:pt x="4617310" y="7190"/>
                  </a:lnTo>
                  <a:lnTo>
                    <a:pt x="4618019" y="7190"/>
                  </a:lnTo>
                  <a:lnTo>
                    <a:pt x="4618727" y="7190"/>
                  </a:lnTo>
                  <a:lnTo>
                    <a:pt x="4619436" y="7190"/>
                  </a:lnTo>
                  <a:lnTo>
                    <a:pt x="4620145" y="7190"/>
                  </a:lnTo>
                  <a:lnTo>
                    <a:pt x="4620854" y="7190"/>
                  </a:lnTo>
                  <a:lnTo>
                    <a:pt x="4621563" y="7190"/>
                  </a:lnTo>
                  <a:lnTo>
                    <a:pt x="4622272" y="7190"/>
                  </a:lnTo>
                  <a:lnTo>
                    <a:pt x="4622980" y="7190"/>
                  </a:lnTo>
                  <a:lnTo>
                    <a:pt x="4623689" y="7190"/>
                  </a:lnTo>
                  <a:lnTo>
                    <a:pt x="4624398" y="7190"/>
                  </a:lnTo>
                  <a:lnTo>
                    <a:pt x="4625107" y="7190"/>
                  </a:lnTo>
                  <a:lnTo>
                    <a:pt x="4625816" y="7190"/>
                  </a:lnTo>
                  <a:lnTo>
                    <a:pt x="4626525" y="7190"/>
                  </a:lnTo>
                  <a:lnTo>
                    <a:pt x="4627233" y="7190"/>
                  </a:lnTo>
                  <a:lnTo>
                    <a:pt x="4627942" y="7190"/>
                  </a:lnTo>
                  <a:lnTo>
                    <a:pt x="4628651" y="7190"/>
                  </a:lnTo>
                  <a:lnTo>
                    <a:pt x="4628651" y="6942"/>
                  </a:lnTo>
                  <a:lnTo>
                    <a:pt x="4629360" y="6942"/>
                  </a:lnTo>
                  <a:lnTo>
                    <a:pt x="4630069" y="6942"/>
                  </a:lnTo>
                  <a:lnTo>
                    <a:pt x="4630777" y="6942"/>
                  </a:lnTo>
                  <a:lnTo>
                    <a:pt x="4631486" y="6942"/>
                  </a:lnTo>
                  <a:lnTo>
                    <a:pt x="4632195" y="6942"/>
                  </a:lnTo>
                  <a:lnTo>
                    <a:pt x="4632904" y="6942"/>
                  </a:lnTo>
                  <a:lnTo>
                    <a:pt x="4633613" y="6942"/>
                  </a:lnTo>
                  <a:lnTo>
                    <a:pt x="4634322" y="6942"/>
                  </a:lnTo>
                  <a:lnTo>
                    <a:pt x="4635030" y="6942"/>
                  </a:lnTo>
                  <a:lnTo>
                    <a:pt x="4635739" y="6942"/>
                  </a:lnTo>
                  <a:lnTo>
                    <a:pt x="4636448" y="6942"/>
                  </a:lnTo>
                  <a:lnTo>
                    <a:pt x="4637157" y="6942"/>
                  </a:lnTo>
                  <a:lnTo>
                    <a:pt x="4637866" y="6942"/>
                  </a:lnTo>
                  <a:lnTo>
                    <a:pt x="4638575" y="6942"/>
                  </a:lnTo>
                  <a:lnTo>
                    <a:pt x="4639283" y="6942"/>
                  </a:lnTo>
                  <a:lnTo>
                    <a:pt x="4639992" y="6942"/>
                  </a:lnTo>
                  <a:lnTo>
                    <a:pt x="4640701" y="6942"/>
                  </a:lnTo>
                  <a:lnTo>
                    <a:pt x="4641410" y="6942"/>
                  </a:lnTo>
                  <a:lnTo>
                    <a:pt x="4642119" y="6942"/>
                  </a:lnTo>
                  <a:lnTo>
                    <a:pt x="4642828" y="6942"/>
                  </a:lnTo>
                  <a:lnTo>
                    <a:pt x="4643536" y="6942"/>
                  </a:lnTo>
                  <a:lnTo>
                    <a:pt x="4644245" y="6942"/>
                  </a:lnTo>
                  <a:lnTo>
                    <a:pt x="4644954" y="6942"/>
                  </a:lnTo>
                  <a:lnTo>
                    <a:pt x="4645663" y="6942"/>
                  </a:lnTo>
                  <a:lnTo>
                    <a:pt x="4646372" y="6942"/>
                  </a:lnTo>
                  <a:lnTo>
                    <a:pt x="4647081" y="6942"/>
                  </a:lnTo>
                  <a:lnTo>
                    <a:pt x="4647789" y="6942"/>
                  </a:lnTo>
                  <a:lnTo>
                    <a:pt x="4648498" y="6942"/>
                  </a:lnTo>
                  <a:lnTo>
                    <a:pt x="4649207" y="6942"/>
                  </a:lnTo>
                  <a:lnTo>
                    <a:pt x="4649916" y="6942"/>
                  </a:lnTo>
                  <a:lnTo>
                    <a:pt x="4649916" y="6694"/>
                  </a:lnTo>
                  <a:lnTo>
                    <a:pt x="4650625" y="6694"/>
                  </a:lnTo>
                  <a:lnTo>
                    <a:pt x="4651334" y="6694"/>
                  </a:lnTo>
                  <a:lnTo>
                    <a:pt x="4652042" y="6694"/>
                  </a:lnTo>
                  <a:lnTo>
                    <a:pt x="4652751" y="6694"/>
                  </a:lnTo>
                  <a:lnTo>
                    <a:pt x="4653460" y="6694"/>
                  </a:lnTo>
                  <a:lnTo>
                    <a:pt x="4654169" y="6694"/>
                  </a:lnTo>
                  <a:lnTo>
                    <a:pt x="4654878" y="6694"/>
                  </a:lnTo>
                  <a:lnTo>
                    <a:pt x="4655586" y="6694"/>
                  </a:lnTo>
                  <a:lnTo>
                    <a:pt x="4656295" y="6694"/>
                  </a:lnTo>
                  <a:lnTo>
                    <a:pt x="4657004" y="6694"/>
                  </a:lnTo>
                  <a:lnTo>
                    <a:pt x="4657713" y="6694"/>
                  </a:lnTo>
                  <a:lnTo>
                    <a:pt x="4658422" y="6694"/>
                  </a:lnTo>
                  <a:lnTo>
                    <a:pt x="4659131" y="6694"/>
                  </a:lnTo>
                  <a:lnTo>
                    <a:pt x="4659839" y="6694"/>
                  </a:lnTo>
                  <a:lnTo>
                    <a:pt x="4660548" y="6694"/>
                  </a:lnTo>
                  <a:lnTo>
                    <a:pt x="4661257" y="6694"/>
                  </a:lnTo>
                  <a:lnTo>
                    <a:pt x="4661966" y="6694"/>
                  </a:lnTo>
                  <a:lnTo>
                    <a:pt x="4662675" y="6694"/>
                  </a:lnTo>
                  <a:lnTo>
                    <a:pt x="4663384" y="6694"/>
                  </a:lnTo>
                  <a:lnTo>
                    <a:pt x="4664092" y="6694"/>
                  </a:lnTo>
                  <a:lnTo>
                    <a:pt x="4664801" y="6694"/>
                  </a:lnTo>
                  <a:lnTo>
                    <a:pt x="4665510" y="6694"/>
                  </a:lnTo>
                  <a:lnTo>
                    <a:pt x="4666219" y="6694"/>
                  </a:lnTo>
                  <a:lnTo>
                    <a:pt x="4666928" y="6694"/>
                  </a:lnTo>
                  <a:lnTo>
                    <a:pt x="4667637" y="6694"/>
                  </a:lnTo>
                  <a:lnTo>
                    <a:pt x="4668345" y="6694"/>
                  </a:lnTo>
                  <a:lnTo>
                    <a:pt x="4669054" y="6694"/>
                  </a:lnTo>
                  <a:lnTo>
                    <a:pt x="4669763" y="6694"/>
                  </a:lnTo>
                  <a:lnTo>
                    <a:pt x="4670472" y="6694"/>
                  </a:lnTo>
                  <a:lnTo>
                    <a:pt x="4671181" y="6694"/>
                  </a:lnTo>
                  <a:lnTo>
                    <a:pt x="4671890" y="6694"/>
                  </a:lnTo>
                  <a:lnTo>
                    <a:pt x="4672598" y="6694"/>
                  </a:lnTo>
                  <a:lnTo>
                    <a:pt x="4673307" y="6694"/>
                  </a:lnTo>
                  <a:lnTo>
                    <a:pt x="4674016" y="6694"/>
                  </a:lnTo>
                  <a:lnTo>
                    <a:pt x="4674725" y="6694"/>
                  </a:lnTo>
                  <a:lnTo>
                    <a:pt x="4675434" y="6694"/>
                  </a:lnTo>
                  <a:lnTo>
                    <a:pt x="4676143" y="6694"/>
                  </a:lnTo>
                  <a:lnTo>
                    <a:pt x="4676851" y="6694"/>
                  </a:lnTo>
                  <a:lnTo>
                    <a:pt x="4677560" y="6694"/>
                  </a:lnTo>
                  <a:lnTo>
                    <a:pt x="4678269" y="6694"/>
                  </a:lnTo>
                  <a:lnTo>
                    <a:pt x="4678978" y="6694"/>
                  </a:lnTo>
                  <a:lnTo>
                    <a:pt x="4679687" y="6694"/>
                  </a:lnTo>
                  <a:lnTo>
                    <a:pt x="4680395" y="6694"/>
                  </a:lnTo>
                  <a:lnTo>
                    <a:pt x="4681104" y="6694"/>
                  </a:lnTo>
                  <a:lnTo>
                    <a:pt x="4681813" y="6694"/>
                  </a:lnTo>
                  <a:lnTo>
                    <a:pt x="4682522" y="6694"/>
                  </a:lnTo>
                  <a:lnTo>
                    <a:pt x="4683231" y="6694"/>
                  </a:lnTo>
                  <a:lnTo>
                    <a:pt x="4683940" y="6694"/>
                  </a:lnTo>
                  <a:lnTo>
                    <a:pt x="4684648" y="6694"/>
                  </a:lnTo>
                  <a:lnTo>
                    <a:pt x="4685357" y="6694"/>
                  </a:lnTo>
                  <a:lnTo>
                    <a:pt x="4686066" y="6694"/>
                  </a:lnTo>
                  <a:lnTo>
                    <a:pt x="4686775" y="6694"/>
                  </a:lnTo>
                  <a:lnTo>
                    <a:pt x="4687484" y="6694"/>
                  </a:lnTo>
                  <a:lnTo>
                    <a:pt x="4688193" y="6694"/>
                  </a:lnTo>
                  <a:lnTo>
                    <a:pt x="4688901" y="6694"/>
                  </a:lnTo>
                  <a:lnTo>
                    <a:pt x="4689610" y="6694"/>
                  </a:lnTo>
                  <a:lnTo>
                    <a:pt x="4690319" y="6694"/>
                  </a:lnTo>
                  <a:lnTo>
                    <a:pt x="4691028" y="6694"/>
                  </a:lnTo>
                  <a:lnTo>
                    <a:pt x="4691737" y="6694"/>
                  </a:lnTo>
                  <a:lnTo>
                    <a:pt x="4692446" y="6694"/>
                  </a:lnTo>
                  <a:lnTo>
                    <a:pt x="4693154" y="6694"/>
                  </a:lnTo>
                  <a:lnTo>
                    <a:pt x="4693863" y="6694"/>
                  </a:lnTo>
                  <a:lnTo>
                    <a:pt x="4694572" y="6694"/>
                  </a:lnTo>
                  <a:lnTo>
                    <a:pt x="4695281" y="6694"/>
                  </a:lnTo>
                  <a:lnTo>
                    <a:pt x="4695990" y="6694"/>
                  </a:lnTo>
                  <a:lnTo>
                    <a:pt x="4696699" y="6694"/>
                  </a:lnTo>
                  <a:lnTo>
                    <a:pt x="4697407" y="6694"/>
                  </a:lnTo>
                  <a:lnTo>
                    <a:pt x="4698116" y="6694"/>
                  </a:lnTo>
                  <a:lnTo>
                    <a:pt x="4698825" y="6694"/>
                  </a:lnTo>
                  <a:lnTo>
                    <a:pt x="4699534" y="6694"/>
                  </a:lnTo>
                  <a:lnTo>
                    <a:pt x="4700243" y="6694"/>
                  </a:lnTo>
                  <a:lnTo>
                    <a:pt x="4700952" y="6694"/>
                  </a:lnTo>
                  <a:lnTo>
                    <a:pt x="4701660" y="6694"/>
                  </a:lnTo>
                  <a:lnTo>
                    <a:pt x="4702369" y="6694"/>
                  </a:lnTo>
                  <a:lnTo>
                    <a:pt x="4703078" y="6694"/>
                  </a:lnTo>
                  <a:lnTo>
                    <a:pt x="4703787" y="6694"/>
                  </a:lnTo>
                  <a:lnTo>
                    <a:pt x="4704496" y="6694"/>
                  </a:lnTo>
                  <a:lnTo>
                    <a:pt x="4705204" y="6694"/>
                  </a:lnTo>
                  <a:lnTo>
                    <a:pt x="4705913" y="6694"/>
                  </a:lnTo>
                  <a:lnTo>
                    <a:pt x="4706622" y="6694"/>
                  </a:lnTo>
                  <a:lnTo>
                    <a:pt x="4707331" y="6694"/>
                  </a:lnTo>
                  <a:lnTo>
                    <a:pt x="4708040" y="6694"/>
                  </a:lnTo>
                  <a:lnTo>
                    <a:pt x="4708749" y="6694"/>
                  </a:lnTo>
                  <a:lnTo>
                    <a:pt x="4709457" y="6694"/>
                  </a:lnTo>
                  <a:lnTo>
                    <a:pt x="4710166" y="6694"/>
                  </a:lnTo>
                  <a:lnTo>
                    <a:pt x="4710875" y="6694"/>
                  </a:lnTo>
                  <a:lnTo>
                    <a:pt x="4710875" y="6446"/>
                  </a:lnTo>
                  <a:lnTo>
                    <a:pt x="4711584" y="6446"/>
                  </a:lnTo>
                  <a:lnTo>
                    <a:pt x="4712293" y="6446"/>
                  </a:lnTo>
                  <a:lnTo>
                    <a:pt x="4713002" y="6446"/>
                  </a:lnTo>
                  <a:lnTo>
                    <a:pt x="4713710" y="6446"/>
                  </a:lnTo>
                  <a:lnTo>
                    <a:pt x="4714419" y="6446"/>
                  </a:lnTo>
                  <a:lnTo>
                    <a:pt x="4715128" y="6446"/>
                  </a:lnTo>
                  <a:lnTo>
                    <a:pt x="4715837" y="6446"/>
                  </a:lnTo>
                  <a:lnTo>
                    <a:pt x="4716546" y="6446"/>
                  </a:lnTo>
                  <a:lnTo>
                    <a:pt x="4717255" y="6446"/>
                  </a:lnTo>
                  <a:lnTo>
                    <a:pt x="4717963" y="6446"/>
                  </a:lnTo>
                  <a:lnTo>
                    <a:pt x="4718672" y="6446"/>
                  </a:lnTo>
                  <a:lnTo>
                    <a:pt x="4719381" y="6446"/>
                  </a:lnTo>
                  <a:lnTo>
                    <a:pt x="4720090" y="6446"/>
                  </a:lnTo>
                  <a:lnTo>
                    <a:pt x="4720799" y="6446"/>
                  </a:lnTo>
                  <a:lnTo>
                    <a:pt x="4721508" y="6446"/>
                  </a:lnTo>
                  <a:lnTo>
                    <a:pt x="4722216" y="6446"/>
                  </a:lnTo>
                  <a:lnTo>
                    <a:pt x="4722925" y="6446"/>
                  </a:lnTo>
                  <a:lnTo>
                    <a:pt x="4723634" y="6446"/>
                  </a:lnTo>
                  <a:lnTo>
                    <a:pt x="4724343" y="6446"/>
                  </a:lnTo>
                  <a:lnTo>
                    <a:pt x="4725052" y="6446"/>
                  </a:lnTo>
                  <a:lnTo>
                    <a:pt x="4725761" y="6446"/>
                  </a:lnTo>
                  <a:lnTo>
                    <a:pt x="4726469" y="6446"/>
                  </a:lnTo>
                  <a:lnTo>
                    <a:pt x="4727178" y="6446"/>
                  </a:lnTo>
                  <a:lnTo>
                    <a:pt x="4727887" y="6446"/>
                  </a:lnTo>
                  <a:lnTo>
                    <a:pt x="4728596" y="6446"/>
                  </a:lnTo>
                  <a:lnTo>
                    <a:pt x="4729305" y="6446"/>
                  </a:lnTo>
                  <a:lnTo>
                    <a:pt x="4730013" y="6446"/>
                  </a:lnTo>
                  <a:lnTo>
                    <a:pt x="4730722" y="6446"/>
                  </a:lnTo>
                  <a:lnTo>
                    <a:pt x="4731431" y="6446"/>
                  </a:lnTo>
                  <a:lnTo>
                    <a:pt x="4732140" y="6446"/>
                  </a:lnTo>
                  <a:lnTo>
                    <a:pt x="4732849" y="6446"/>
                  </a:lnTo>
                  <a:lnTo>
                    <a:pt x="4733558" y="6446"/>
                  </a:lnTo>
                  <a:lnTo>
                    <a:pt x="4734266" y="6446"/>
                  </a:lnTo>
                  <a:lnTo>
                    <a:pt x="4734975" y="6446"/>
                  </a:lnTo>
                  <a:lnTo>
                    <a:pt x="4735684" y="6446"/>
                  </a:lnTo>
                  <a:lnTo>
                    <a:pt x="4736393" y="6446"/>
                  </a:lnTo>
                  <a:lnTo>
                    <a:pt x="4737102" y="6446"/>
                  </a:lnTo>
                  <a:lnTo>
                    <a:pt x="4737811" y="6446"/>
                  </a:lnTo>
                  <a:lnTo>
                    <a:pt x="4738519" y="6446"/>
                  </a:lnTo>
                  <a:lnTo>
                    <a:pt x="4739228" y="6446"/>
                  </a:lnTo>
                  <a:lnTo>
                    <a:pt x="4739937" y="6446"/>
                  </a:lnTo>
                  <a:lnTo>
                    <a:pt x="4740646" y="6446"/>
                  </a:lnTo>
                  <a:lnTo>
                    <a:pt x="4741355" y="6446"/>
                  </a:lnTo>
                  <a:lnTo>
                    <a:pt x="4742064" y="6446"/>
                  </a:lnTo>
                  <a:lnTo>
                    <a:pt x="4742772" y="6446"/>
                  </a:lnTo>
                  <a:lnTo>
                    <a:pt x="4743481" y="6446"/>
                  </a:lnTo>
                  <a:lnTo>
                    <a:pt x="4744190" y="6446"/>
                  </a:lnTo>
                  <a:lnTo>
                    <a:pt x="4744899" y="6446"/>
                  </a:lnTo>
                  <a:lnTo>
                    <a:pt x="4745608" y="6446"/>
                  </a:lnTo>
                  <a:lnTo>
                    <a:pt x="4746317" y="6446"/>
                  </a:lnTo>
                  <a:lnTo>
                    <a:pt x="4747025" y="6446"/>
                  </a:lnTo>
                  <a:lnTo>
                    <a:pt x="4747734" y="6446"/>
                  </a:lnTo>
                  <a:lnTo>
                    <a:pt x="4748443" y="6446"/>
                  </a:lnTo>
                  <a:lnTo>
                    <a:pt x="4749152" y="6446"/>
                  </a:lnTo>
                  <a:lnTo>
                    <a:pt x="4749861" y="6446"/>
                  </a:lnTo>
                  <a:lnTo>
                    <a:pt x="4750570" y="6446"/>
                  </a:lnTo>
                  <a:lnTo>
                    <a:pt x="4751278" y="6446"/>
                  </a:lnTo>
                  <a:lnTo>
                    <a:pt x="4751987" y="6446"/>
                  </a:lnTo>
                  <a:lnTo>
                    <a:pt x="4752696" y="6446"/>
                  </a:lnTo>
                  <a:lnTo>
                    <a:pt x="4753405" y="6446"/>
                  </a:lnTo>
                  <a:lnTo>
                    <a:pt x="4754114" y="6446"/>
                  </a:lnTo>
                  <a:lnTo>
                    <a:pt x="4754823" y="6446"/>
                  </a:lnTo>
                  <a:lnTo>
                    <a:pt x="4755531" y="6446"/>
                  </a:lnTo>
                  <a:lnTo>
                    <a:pt x="4756240" y="6446"/>
                  </a:lnTo>
                  <a:lnTo>
                    <a:pt x="4756949" y="6446"/>
                  </a:lnTo>
                  <a:lnTo>
                    <a:pt x="4757658" y="6446"/>
                  </a:lnTo>
                  <a:lnTo>
                    <a:pt x="4758367" y="6446"/>
                  </a:lnTo>
                  <a:lnTo>
                    <a:pt x="4759075" y="6446"/>
                  </a:lnTo>
                  <a:lnTo>
                    <a:pt x="4759784" y="6446"/>
                  </a:lnTo>
                  <a:lnTo>
                    <a:pt x="4760493" y="6446"/>
                  </a:lnTo>
                  <a:lnTo>
                    <a:pt x="4761202" y="6446"/>
                  </a:lnTo>
                  <a:lnTo>
                    <a:pt x="4761911" y="6446"/>
                  </a:lnTo>
                  <a:lnTo>
                    <a:pt x="4762620" y="6446"/>
                  </a:lnTo>
                  <a:lnTo>
                    <a:pt x="4763328" y="6446"/>
                  </a:lnTo>
                  <a:lnTo>
                    <a:pt x="4764037" y="6446"/>
                  </a:lnTo>
                  <a:lnTo>
                    <a:pt x="4764746" y="6446"/>
                  </a:lnTo>
                  <a:lnTo>
                    <a:pt x="4765455" y="6446"/>
                  </a:lnTo>
                  <a:lnTo>
                    <a:pt x="4766164" y="6446"/>
                  </a:lnTo>
                  <a:lnTo>
                    <a:pt x="4766873" y="6446"/>
                  </a:lnTo>
                  <a:lnTo>
                    <a:pt x="4767581" y="6446"/>
                  </a:lnTo>
                  <a:lnTo>
                    <a:pt x="4768290" y="6446"/>
                  </a:lnTo>
                  <a:lnTo>
                    <a:pt x="4768999" y="6446"/>
                  </a:lnTo>
                  <a:lnTo>
                    <a:pt x="4769708" y="6446"/>
                  </a:lnTo>
                  <a:lnTo>
                    <a:pt x="4770417" y="6446"/>
                  </a:lnTo>
                  <a:lnTo>
                    <a:pt x="4771126" y="6446"/>
                  </a:lnTo>
                  <a:lnTo>
                    <a:pt x="4771834" y="6446"/>
                  </a:lnTo>
                  <a:lnTo>
                    <a:pt x="4772543" y="6446"/>
                  </a:lnTo>
                  <a:lnTo>
                    <a:pt x="4773252" y="6446"/>
                  </a:lnTo>
                  <a:lnTo>
                    <a:pt x="4773961" y="6446"/>
                  </a:lnTo>
                  <a:lnTo>
                    <a:pt x="4774670" y="6446"/>
                  </a:lnTo>
                  <a:lnTo>
                    <a:pt x="4775379" y="6446"/>
                  </a:lnTo>
                  <a:lnTo>
                    <a:pt x="4776087" y="6446"/>
                  </a:lnTo>
                  <a:lnTo>
                    <a:pt x="4776796" y="6446"/>
                  </a:lnTo>
                  <a:lnTo>
                    <a:pt x="4777505" y="6446"/>
                  </a:lnTo>
                  <a:lnTo>
                    <a:pt x="4778214" y="6446"/>
                  </a:lnTo>
                  <a:lnTo>
                    <a:pt x="4778923" y="6446"/>
                  </a:lnTo>
                  <a:lnTo>
                    <a:pt x="4779632" y="6446"/>
                  </a:lnTo>
                  <a:lnTo>
                    <a:pt x="4780340" y="6446"/>
                  </a:lnTo>
                  <a:lnTo>
                    <a:pt x="4781049" y="6446"/>
                  </a:lnTo>
                  <a:lnTo>
                    <a:pt x="4781758" y="6446"/>
                  </a:lnTo>
                  <a:lnTo>
                    <a:pt x="4782467" y="6446"/>
                  </a:lnTo>
                  <a:lnTo>
                    <a:pt x="4783176" y="6446"/>
                  </a:lnTo>
                  <a:lnTo>
                    <a:pt x="4783176" y="6198"/>
                  </a:lnTo>
                  <a:lnTo>
                    <a:pt x="4783884" y="6198"/>
                  </a:lnTo>
                  <a:lnTo>
                    <a:pt x="4784593" y="6198"/>
                  </a:lnTo>
                  <a:lnTo>
                    <a:pt x="4785302" y="6198"/>
                  </a:lnTo>
                  <a:lnTo>
                    <a:pt x="4786011" y="6198"/>
                  </a:lnTo>
                  <a:lnTo>
                    <a:pt x="4786720" y="6198"/>
                  </a:lnTo>
                  <a:lnTo>
                    <a:pt x="4787429" y="6198"/>
                  </a:lnTo>
                  <a:lnTo>
                    <a:pt x="4788137" y="6198"/>
                  </a:lnTo>
                  <a:lnTo>
                    <a:pt x="4788846" y="6198"/>
                  </a:lnTo>
                  <a:lnTo>
                    <a:pt x="4789555" y="6198"/>
                  </a:lnTo>
                  <a:lnTo>
                    <a:pt x="4790264" y="6198"/>
                  </a:lnTo>
                  <a:lnTo>
                    <a:pt x="4790973" y="6198"/>
                  </a:lnTo>
                  <a:lnTo>
                    <a:pt x="4791682" y="6198"/>
                  </a:lnTo>
                  <a:lnTo>
                    <a:pt x="4792390" y="6198"/>
                  </a:lnTo>
                  <a:lnTo>
                    <a:pt x="4793099" y="6198"/>
                  </a:lnTo>
                  <a:lnTo>
                    <a:pt x="4793808" y="6198"/>
                  </a:lnTo>
                  <a:lnTo>
                    <a:pt x="4794517" y="6198"/>
                  </a:lnTo>
                  <a:lnTo>
                    <a:pt x="4795226" y="6198"/>
                  </a:lnTo>
                  <a:lnTo>
                    <a:pt x="4795935" y="6198"/>
                  </a:lnTo>
                  <a:lnTo>
                    <a:pt x="4796643" y="6198"/>
                  </a:lnTo>
                  <a:lnTo>
                    <a:pt x="4797352" y="6198"/>
                  </a:lnTo>
                  <a:lnTo>
                    <a:pt x="4798061" y="6198"/>
                  </a:lnTo>
                  <a:lnTo>
                    <a:pt x="4798770" y="6198"/>
                  </a:lnTo>
                  <a:lnTo>
                    <a:pt x="4799479" y="6198"/>
                  </a:lnTo>
                  <a:lnTo>
                    <a:pt x="4800188" y="6198"/>
                  </a:lnTo>
                  <a:lnTo>
                    <a:pt x="4800896" y="6198"/>
                  </a:lnTo>
                  <a:lnTo>
                    <a:pt x="4801605" y="6198"/>
                  </a:lnTo>
                  <a:lnTo>
                    <a:pt x="4802314" y="6198"/>
                  </a:lnTo>
                  <a:lnTo>
                    <a:pt x="4803023" y="6198"/>
                  </a:lnTo>
                  <a:lnTo>
                    <a:pt x="4803732" y="6198"/>
                  </a:lnTo>
                  <a:lnTo>
                    <a:pt x="4804441" y="6198"/>
                  </a:lnTo>
                  <a:lnTo>
                    <a:pt x="4805149" y="6198"/>
                  </a:lnTo>
                  <a:lnTo>
                    <a:pt x="4805858" y="6198"/>
                  </a:lnTo>
                  <a:lnTo>
                    <a:pt x="4806567" y="6198"/>
                  </a:lnTo>
                  <a:lnTo>
                    <a:pt x="4807276" y="6198"/>
                  </a:lnTo>
                  <a:lnTo>
                    <a:pt x="4807985" y="6198"/>
                  </a:lnTo>
                  <a:lnTo>
                    <a:pt x="4808693" y="6198"/>
                  </a:lnTo>
                  <a:lnTo>
                    <a:pt x="4809402" y="6198"/>
                  </a:lnTo>
                  <a:lnTo>
                    <a:pt x="4810111" y="6198"/>
                  </a:lnTo>
                  <a:lnTo>
                    <a:pt x="4810820" y="6198"/>
                  </a:lnTo>
                  <a:lnTo>
                    <a:pt x="4811529" y="6198"/>
                  </a:lnTo>
                  <a:lnTo>
                    <a:pt x="4812238" y="6198"/>
                  </a:lnTo>
                  <a:lnTo>
                    <a:pt x="4812946" y="6198"/>
                  </a:lnTo>
                  <a:lnTo>
                    <a:pt x="4813655" y="6198"/>
                  </a:lnTo>
                  <a:lnTo>
                    <a:pt x="4814364" y="6198"/>
                  </a:lnTo>
                  <a:lnTo>
                    <a:pt x="4815073" y="6198"/>
                  </a:lnTo>
                  <a:lnTo>
                    <a:pt x="4815782" y="6198"/>
                  </a:lnTo>
                  <a:lnTo>
                    <a:pt x="4816491" y="6198"/>
                  </a:lnTo>
                  <a:lnTo>
                    <a:pt x="4817199" y="6198"/>
                  </a:lnTo>
                  <a:lnTo>
                    <a:pt x="4817908" y="6198"/>
                  </a:lnTo>
                  <a:lnTo>
                    <a:pt x="4818617" y="6198"/>
                  </a:lnTo>
                  <a:lnTo>
                    <a:pt x="4819326" y="6198"/>
                  </a:lnTo>
                  <a:lnTo>
                    <a:pt x="4820035" y="6198"/>
                  </a:lnTo>
                  <a:lnTo>
                    <a:pt x="4820744" y="6198"/>
                  </a:lnTo>
                  <a:lnTo>
                    <a:pt x="4821452" y="6198"/>
                  </a:lnTo>
                  <a:lnTo>
                    <a:pt x="4822161" y="6198"/>
                  </a:lnTo>
                  <a:lnTo>
                    <a:pt x="4822870" y="6198"/>
                  </a:lnTo>
                  <a:lnTo>
                    <a:pt x="4823579" y="6198"/>
                  </a:lnTo>
                  <a:lnTo>
                    <a:pt x="4824288" y="6198"/>
                  </a:lnTo>
                  <a:lnTo>
                    <a:pt x="4824997" y="6198"/>
                  </a:lnTo>
                  <a:lnTo>
                    <a:pt x="4825705" y="6198"/>
                  </a:lnTo>
                  <a:lnTo>
                    <a:pt x="4826414" y="6198"/>
                  </a:lnTo>
                  <a:lnTo>
                    <a:pt x="4827123" y="6198"/>
                  </a:lnTo>
                  <a:lnTo>
                    <a:pt x="4827832" y="6198"/>
                  </a:lnTo>
                  <a:lnTo>
                    <a:pt x="4827832" y="5950"/>
                  </a:lnTo>
                  <a:lnTo>
                    <a:pt x="4828541" y="5950"/>
                  </a:lnTo>
                  <a:lnTo>
                    <a:pt x="4829250" y="5950"/>
                  </a:lnTo>
                  <a:lnTo>
                    <a:pt x="4829958" y="5950"/>
                  </a:lnTo>
                  <a:lnTo>
                    <a:pt x="4830667" y="5950"/>
                  </a:lnTo>
                  <a:lnTo>
                    <a:pt x="4831376" y="5950"/>
                  </a:lnTo>
                  <a:lnTo>
                    <a:pt x="4832085" y="5950"/>
                  </a:lnTo>
                  <a:lnTo>
                    <a:pt x="4832794" y="5950"/>
                  </a:lnTo>
                  <a:lnTo>
                    <a:pt x="4833502" y="5950"/>
                  </a:lnTo>
                  <a:lnTo>
                    <a:pt x="4834211" y="5950"/>
                  </a:lnTo>
                  <a:lnTo>
                    <a:pt x="4834920" y="5950"/>
                  </a:lnTo>
                  <a:lnTo>
                    <a:pt x="4835629" y="5950"/>
                  </a:lnTo>
                  <a:lnTo>
                    <a:pt x="4836338" y="5950"/>
                  </a:lnTo>
                  <a:lnTo>
                    <a:pt x="4837047" y="5950"/>
                  </a:lnTo>
                  <a:lnTo>
                    <a:pt x="4837755" y="5950"/>
                  </a:lnTo>
                  <a:lnTo>
                    <a:pt x="4838464" y="5950"/>
                  </a:lnTo>
                  <a:lnTo>
                    <a:pt x="4839173" y="5950"/>
                  </a:lnTo>
                  <a:lnTo>
                    <a:pt x="4839882" y="5950"/>
                  </a:lnTo>
                  <a:lnTo>
                    <a:pt x="4840591" y="5950"/>
                  </a:lnTo>
                  <a:lnTo>
                    <a:pt x="4841300" y="5950"/>
                  </a:lnTo>
                  <a:lnTo>
                    <a:pt x="4842008" y="5950"/>
                  </a:lnTo>
                  <a:lnTo>
                    <a:pt x="4842717" y="5950"/>
                  </a:lnTo>
                  <a:lnTo>
                    <a:pt x="4843426" y="5950"/>
                  </a:lnTo>
                  <a:lnTo>
                    <a:pt x="4844135" y="5950"/>
                  </a:lnTo>
                  <a:lnTo>
                    <a:pt x="4844844" y="5950"/>
                  </a:lnTo>
                  <a:lnTo>
                    <a:pt x="4845553" y="5950"/>
                  </a:lnTo>
                  <a:lnTo>
                    <a:pt x="4846261" y="5950"/>
                  </a:lnTo>
                  <a:lnTo>
                    <a:pt x="4846970" y="5950"/>
                  </a:lnTo>
                  <a:lnTo>
                    <a:pt x="4847679" y="5950"/>
                  </a:lnTo>
                  <a:lnTo>
                    <a:pt x="4848388" y="5950"/>
                  </a:lnTo>
                  <a:lnTo>
                    <a:pt x="4849097" y="5950"/>
                  </a:lnTo>
                  <a:lnTo>
                    <a:pt x="4849806" y="5950"/>
                  </a:lnTo>
                  <a:lnTo>
                    <a:pt x="4850514" y="5950"/>
                  </a:lnTo>
                  <a:lnTo>
                    <a:pt x="4851223" y="5950"/>
                  </a:lnTo>
                  <a:lnTo>
                    <a:pt x="4851932" y="5950"/>
                  </a:lnTo>
                  <a:lnTo>
                    <a:pt x="4852641" y="5950"/>
                  </a:lnTo>
                  <a:lnTo>
                    <a:pt x="4853350" y="5950"/>
                  </a:lnTo>
                  <a:lnTo>
                    <a:pt x="4854059" y="5950"/>
                  </a:lnTo>
                  <a:lnTo>
                    <a:pt x="4854767" y="5950"/>
                  </a:lnTo>
                  <a:lnTo>
                    <a:pt x="4855476" y="5950"/>
                  </a:lnTo>
                  <a:lnTo>
                    <a:pt x="4856185" y="5950"/>
                  </a:lnTo>
                  <a:lnTo>
                    <a:pt x="4856894" y="5950"/>
                  </a:lnTo>
                  <a:lnTo>
                    <a:pt x="4857603" y="5950"/>
                  </a:lnTo>
                  <a:lnTo>
                    <a:pt x="4858311" y="5950"/>
                  </a:lnTo>
                  <a:lnTo>
                    <a:pt x="4859020" y="5950"/>
                  </a:lnTo>
                  <a:lnTo>
                    <a:pt x="4859729" y="5950"/>
                  </a:lnTo>
                  <a:lnTo>
                    <a:pt x="4860438" y="5950"/>
                  </a:lnTo>
                  <a:lnTo>
                    <a:pt x="4861147" y="5950"/>
                  </a:lnTo>
                  <a:lnTo>
                    <a:pt x="4861856" y="5950"/>
                  </a:lnTo>
                  <a:lnTo>
                    <a:pt x="4862564" y="5950"/>
                  </a:lnTo>
                  <a:lnTo>
                    <a:pt x="4863273" y="5950"/>
                  </a:lnTo>
                  <a:lnTo>
                    <a:pt x="4863982" y="5950"/>
                  </a:lnTo>
                  <a:lnTo>
                    <a:pt x="4864691" y="5950"/>
                  </a:lnTo>
                  <a:lnTo>
                    <a:pt x="4865400" y="5950"/>
                  </a:lnTo>
                  <a:lnTo>
                    <a:pt x="4866109" y="5950"/>
                  </a:lnTo>
                  <a:lnTo>
                    <a:pt x="4866817" y="5950"/>
                  </a:lnTo>
                  <a:lnTo>
                    <a:pt x="4867526" y="5950"/>
                  </a:lnTo>
                  <a:lnTo>
                    <a:pt x="4868235" y="5950"/>
                  </a:lnTo>
                  <a:lnTo>
                    <a:pt x="4868944" y="5950"/>
                  </a:lnTo>
                  <a:lnTo>
                    <a:pt x="4869653" y="5950"/>
                  </a:lnTo>
                  <a:lnTo>
                    <a:pt x="4870362" y="5950"/>
                  </a:lnTo>
                  <a:lnTo>
                    <a:pt x="4871070" y="5950"/>
                  </a:lnTo>
                  <a:lnTo>
                    <a:pt x="4871779" y="5950"/>
                  </a:lnTo>
                  <a:lnTo>
                    <a:pt x="4872488" y="5950"/>
                  </a:lnTo>
                  <a:lnTo>
                    <a:pt x="4873197" y="5950"/>
                  </a:lnTo>
                  <a:lnTo>
                    <a:pt x="4873906" y="5950"/>
                  </a:lnTo>
                  <a:lnTo>
                    <a:pt x="4874615" y="5950"/>
                  </a:lnTo>
                  <a:lnTo>
                    <a:pt x="4875323" y="5950"/>
                  </a:lnTo>
                  <a:lnTo>
                    <a:pt x="4876032" y="5950"/>
                  </a:lnTo>
                  <a:lnTo>
                    <a:pt x="4876741" y="5950"/>
                  </a:lnTo>
                  <a:lnTo>
                    <a:pt x="4877450" y="5950"/>
                  </a:lnTo>
                  <a:lnTo>
                    <a:pt x="4878159" y="5950"/>
                  </a:lnTo>
                  <a:lnTo>
                    <a:pt x="4878868" y="5950"/>
                  </a:lnTo>
                  <a:lnTo>
                    <a:pt x="4879576" y="5950"/>
                  </a:lnTo>
                  <a:lnTo>
                    <a:pt x="4880285" y="5950"/>
                  </a:lnTo>
                  <a:lnTo>
                    <a:pt x="4880994" y="5950"/>
                  </a:lnTo>
                  <a:lnTo>
                    <a:pt x="4881703" y="5950"/>
                  </a:lnTo>
                  <a:lnTo>
                    <a:pt x="4882412" y="5950"/>
                  </a:lnTo>
                  <a:lnTo>
                    <a:pt x="4883120" y="5950"/>
                  </a:lnTo>
                  <a:lnTo>
                    <a:pt x="4883829" y="5950"/>
                  </a:lnTo>
                  <a:lnTo>
                    <a:pt x="4884538" y="5950"/>
                  </a:lnTo>
                  <a:lnTo>
                    <a:pt x="4885247" y="5950"/>
                  </a:lnTo>
                  <a:lnTo>
                    <a:pt x="4885956" y="5950"/>
                  </a:lnTo>
                  <a:lnTo>
                    <a:pt x="4886665" y="5950"/>
                  </a:lnTo>
                  <a:lnTo>
                    <a:pt x="4887373" y="5950"/>
                  </a:lnTo>
                  <a:lnTo>
                    <a:pt x="4888082" y="5950"/>
                  </a:lnTo>
                  <a:lnTo>
                    <a:pt x="4888791" y="5950"/>
                  </a:lnTo>
                  <a:lnTo>
                    <a:pt x="4889500" y="5950"/>
                  </a:lnTo>
                  <a:lnTo>
                    <a:pt x="4890209" y="5950"/>
                  </a:lnTo>
                  <a:lnTo>
                    <a:pt x="4890918" y="5950"/>
                  </a:lnTo>
                  <a:lnTo>
                    <a:pt x="4891626" y="5950"/>
                  </a:lnTo>
                  <a:lnTo>
                    <a:pt x="4892335" y="5950"/>
                  </a:lnTo>
                  <a:lnTo>
                    <a:pt x="4893044" y="5950"/>
                  </a:lnTo>
                  <a:lnTo>
                    <a:pt x="4893753" y="5950"/>
                  </a:lnTo>
                  <a:lnTo>
                    <a:pt x="4894462" y="5950"/>
                  </a:lnTo>
                  <a:lnTo>
                    <a:pt x="4895171" y="5950"/>
                  </a:lnTo>
                  <a:lnTo>
                    <a:pt x="4895879" y="5950"/>
                  </a:lnTo>
                  <a:lnTo>
                    <a:pt x="4896588" y="5950"/>
                  </a:lnTo>
                  <a:lnTo>
                    <a:pt x="4897297" y="5950"/>
                  </a:lnTo>
                  <a:lnTo>
                    <a:pt x="4898006" y="5950"/>
                  </a:lnTo>
                  <a:lnTo>
                    <a:pt x="4898715" y="5950"/>
                  </a:lnTo>
                  <a:lnTo>
                    <a:pt x="4899424" y="5950"/>
                  </a:lnTo>
                  <a:lnTo>
                    <a:pt x="4900132" y="5950"/>
                  </a:lnTo>
                  <a:lnTo>
                    <a:pt x="4900841" y="5950"/>
                  </a:lnTo>
                  <a:lnTo>
                    <a:pt x="4901550" y="5950"/>
                  </a:lnTo>
                  <a:lnTo>
                    <a:pt x="4902259" y="5950"/>
                  </a:lnTo>
                  <a:lnTo>
                    <a:pt x="4902968" y="5950"/>
                  </a:lnTo>
                  <a:lnTo>
                    <a:pt x="4903677" y="5950"/>
                  </a:lnTo>
                  <a:lnTo>
                    <a:pt x="4904385" y="5950"/>
                  </a:lnTo>
                  <a:lnTo>
                    <a:pt x="4904385" y="5702"/>
                  </a:lnTo>
                  <a:lnTo>
                    <a:pt x="4905094" y="5702"/>
                  </a:lnTo>
                  <a:lnTo>
                    <a:pt x="4905803" y="5702"/>
                  </a:lnTo>
                  <a:lnTo>
                    <a:pt x="4906512" y="5702"/>
                  </a:lnTo>
                  <a:lnTo>
                    <a:pt x="4907221" y="5702"/>
                  </a:lnTo>
                  <a:lnTo>
                    <a:pt x="4907221" y="5454"/>
                  </a:lnTo>
                  <a:lnTo>
                    <a:pt x="4907930" y="5454"/>
                  </a:lnTo>
                  <a:lnTo>
                    <a:pt x="4908638" y="5454"/>
                  </a:lnTo>
                  <a:lnTo>
                    <a:pt x="4909347" y="5454"/>
                  </a:lnTo>
                  <a:lnTo>
                    <a:pt x="4910056" y="5454"/>
                  </a:lnTo>
                  <a:lnTo>
                    <a:pt x="4910765" y="5454"/>
                  </a:lnTo>
                  <a:lnTo>
                    <a:pt x="4911474" y="5454"/>
                  </a:lnTo>
                  <a:lnTo>
                    <a:pt x="4912182" y="5454"/>
                  </a:lnTo>
                  <a:lnTo>
                    <a:pt x="4912891" y="5454"/>
                  </a:lnTo>
                  <a:lnTo>
                    <a:pt x="4913600" y="5454"/>
                  </a:lnTo>
                  <a:lnTo>
                    <a:pt x="4914309" y="5454"/>
                  </a:lnTo>
                  <a:lnTo>
                    <a:pt x="4915018" y="5454"/>
                  </a:lnTo>
                  <a:lnTo>
                    <a:pt x="4915727" y="5454"/>
                  </a:lnTo>
                  <a:lnTo>
                    <a:pt x="4916435" y="5454"/>
                  </a:lnTo>
                  <a:lnTo>
                    <a:pt x="4917144" y="5454"/>
                  </a:lnTo>
                  <a:lnTo>
                    <a:pt x="4917853" y="5454"/>
                  </a:lnTo>
                  <a:lnTo>
                    <a:pt x="4918562" y="5454"/>
                  </a:lnTo>
                  <a:lnTo>
                    <a:pt x="4918562" y="5206"/>
                  </a:lnTo>
                  <a:lnTo>
                    <a:pt x="4919271" y="5206"/>
                  </a:lnTo>
                  <a:lnTo>
                    <a:pt x="4919980" y="5206"/>
                  </a:lnTo>
                  <a:lnTo>
                    <a:pt x="4919980" y="4958"/>
                  </a:lnTo>
                  <a:lnTo>
                    <a:pt x="4920688" y="4958"/>
                  </a:lnTo>
                  <a:lnTo>
                    <a:pt x="4921397" y="4958"/>
                  </a:lnTo>
                  <a:lnTo>
                    <a:pt x="4922106" y="4958"/>
                  </a:lnTo>
                  <a:lnTo>
                    <a:pt x="4922815" y="4958"/>
                  </a:lnTo>
                  <a:lnTo>
                    <a:pt x="4923524" y="4958"/>
                  </a:lnTo>
                  <a:lnTo>
                    <a:pt x="4924233" y="4958"/>
                  </a:lnTo>
                  <a:lnTo>
                    <a:pt x="4924941" y="4958"/>
                  </a:lnTo>
                  <a:lnTo>
                    <a:pt x="4925650" y="4958"/>
                  </a:lnTo>
                  <a:lnTo>
                    <a:pt x="4926359" y="4958"/>
                  </a:lnTo>
                  <a:lnTo>
                    <a:pt x="4927068" y="4958"/>
                  </a:lnTo>
                  <a:lnTo>
                    <a:pt x="4927777" y="4958"/>
                  </a:lnTo>
                  <a:lnTo>
                    <a:pt x="4928486" y="4958"/>
                  </a:lnTo>
                  <a:lnTo>
                    <a:pt x="4929194" y="4958"/>
                  </a:lnTo>
                  <a:lnTo>
                    <a:pt x="4929903" y="4958"/>
                  </a:lnTo>
                  <a:lnTo>
                    <a:pt x="4930612" y="4958"/>
                  </a:lnTo>
                  <a:lnTo>
                    <a:pt x="4931321" y="4958"/>
                  </a:lnTo>
                  <a:lnTo>
                    <a:pt x="4932030" y="4958"/>
                  </a:lnTo>
                  <a:lnTo>
                    <a:pt x="4932739" y="4958"/>
                  </a:lnTo>
                  <a:lnTo>
                    <a:pt x="4933447" y="4958"/>
                  </a:lnTo>
                  <a:lnTo>
                    <a:pt x="4934156" y="4958"/>
                  </a:lnTo>
                  <a:lnTo>
                    <a:pt x="4934865" y="4958"/>
                  </a:lnTo>
                  <a:lnTo>
                    <a:pt x="4935574" y="4958"/>
                  </a:lnTo>
                  <a:lnTo>
                    <a:pt x="4936283" y="4958"/>
                  </a:lnTo>
                  <a:lnTo>
                    <a:pt x="4936991" y="4958"/>
                  </a:lnTo>
                  <a:lnTo>
                    <a:pt x="4937700" y="4958"/>
                  </a:lnTo>
                  <a:lnTo>
                    <a:pt x="4938409" y="4958"/>
                  </a:lnTo>
                  <a:lnTo>
                    <a:pt x="4939118" y="4958"/>
                  </a:lnTo>
                  <a:lnTo>
                    <a:pt x="4939827" y="4958"/>
                  </a:lnTo>
                  <a:lnTo>
                    <a:pt x="4940536" y="4958"/>
                  </a:lnTo>
                  <a:lnTo>
                    <a:pt x="4941244" y="4958"/>
                  </a:lnTo>
                  <a:lnTo>
                    <a:pt x="4941953" y="4958"/>
                  </a:lnTo>
                  <a:lnTo>
                    <a:pt x="4942662" y="4958"/>
                  </a:lnTo>
                  <a:lnTo>
                    <a:pt x="4943371" y="4958"/>
                  </a:lnTo>
                  <a:lnTo>
                    <a:pt x="4944080" y="4958"/>
                  </a:lnTo>
                  <a:lnTo>
                    <a:pt x="4944789" y="4958"/>
                  </a:lnTo>
                  <a:lnTo>
                    <a:pt x="4945497" y="4958"/>
                  </a:lnTo>
                  <a:lnTo>
                    <a:pt x="4946206" y="4958"/>
                  </a:lnTo>
                  <a:lnTo>
                    <a:pt x="4946915" y="4958"/>
                  </a:lnTo>
                  <a:lnTo>
                    <a:pt x="4947624" y="4958"/>
                  </a:lnTo>
                  <a:lnTo>
                    <a:pt x="4948333" y="4958"/>
                  </a:lnTo>
                  <a:lnTo>
                    <a:pt x="4949042" y="4958"/>
                  </a:lnTo>
                  <a:lnTo>
                    <a:pt x="4949750" y="4958"/>
                  </a:lnTo>
                  <a:lnTo>
                    <a:pt x="4950459" y="4958"/>
                  </a:lnTo>
                  <a:lnTo>
                    <a:pt x="4951168" y="4958"/>
                  </a:lnTo>
                  <a:lnTo>
                    <a:pt x="4951877" y="4958"/>
                  </a:lnTo>
                  <a:lnTo>
                    <a:pt x="4952586" y="4958"/>
                  </a:lnTo>
                  <a:lnTo>
                    <a:pt x="4953295" y="4958"/>
                  </a:lnTo>
                  <a:lnTo>
                    <a:pt x="4954003" y="4958"/>
                  </a:lnTo>
                  <a:lnTo>
                    <a:pt x="4954712" y="4958"/>
                  </a:lnTo>
                  <a:lnTo>
                    <a:pt x="4955421" y="4958"/>
                  </a:lnTo>
                  <a:lnTo>
                    <a:pt x="4956130" y="4958"/>
                  </a:lnTo>
                  <a:lnTo>
                    <a:pt x="4956839" y="4958"/>
                  </a:lnTo>
                  <a:lnTo>
                    <a:pt x="4957548" y="4958"/>
                  </a:lnTo>
                  <a:lnTo>
                    <a:pt x="4958256" y="4958"/>
                  </a:lnTo>
                  <a:lnTo>
                    <a:pt x="4958965" y="4958"/>
                  </a:lnTo>
                  <a:lnTo>
                    <a:pt x="4959674" y="4958"/>
                  </a:lnTo>
                  <a:lnTo>
                    <a:pt x="4960383" y="4958"/>
                  </a:lnTo>
                  <a:lnTo>
                    <a:pt x="4961092" y="4958"/>
                  </a:lnTo>
                  <a:lnTo>
                    <a:pt x="4961800" y="4958"/>
                  </a:lnTo>
                  <a:lnTo>
                    <a:pt x="4962509" y="4958"/>
                  </a:lnTo>
                  <a:lnTo>
                    <a:pt x="4963218" y="4958"/>
                  </a:lnTo>
                  <a:lnTo>
                    <a:pt x="4963927" y="4958"/>
                  </a:lnTo>
                  <a:lnTo>
                    <a:pt x="4964636" y="4958"/>
                  </a:lnTo>
                  <a:lnTo>
                    <a:pt x="4965345" y="4958"/>
                  </a:lnTo>
                  <a:lnTo>
                    <a:pt x="4966053" y="4958"/>
                  </a:lnTo>
                  <a:lnTo>
                    <a:pt x="4966762" y="4958"/>
                  </a:lnTo>
                  <a:lnTo>
                    <a:pt x="4967471" y="4958"/>
                  </a:lnTo>
                  <a:lnTo>
                    <a:pt x="4968180" y="4958"/>
                  </a:lnTo>
                  <a:lnTo>
                    <a:pt x="4968889" y="4958"/>
                  </a:lnTo>
                  <a:lnTo>
                    <a:pt x="4969598" y="4958"/>
                  </a:lnTo>
                  <a:lnTo>
                    <a:pt x="4970306" y="4958"/>
                  </a:lnTo>
                  <a:lnTo>
                    <a:pt x="4971015" y="4958"/>
                  </a:lnTo>
                  <a:lnTo>
                    <a:pt x="4971724" y="4958"/>
                  </a:lnTo>
                  <a:lnTo>
                    <a:pt x="4972433" y="4958"/>
                  </a:lnTo>
                  <a:lnTo>
                    <a:pt x="4973142" y="4958"/>
                  </a:lnTo>
                  <a:lnTo>
                    <a:pt x="4973851" y="4958"/>
                  </a:lnTo>
                  <a:lnTo>
                    <a:pt x="4974559" y="4958"/>
                  </a:lnTo>
                  <a:lnTo>
                    <a:pt x="4975268" y="4958"/>
                  </a:lnTo>
                  <a:lnTo>
                    <a:pt x="4975977" y="4958"/>
                  </a:lnTo>
                  <a:lnTo>
                    <a:pt x="4976686" y="4958"/>
                  </a:lnTo>
                  <a:lnTo>
                    <a:pt x="4977395" y="4958"/>
                  </a:lnTo>
                  <a:lnTo>
                    <a:pt x="4978104" y="4958"/>
                  </a:lnTo>
                  <a:lnTo>
                    <a:pt x="4978812" y="4958"/>
                  </a:lnTo>
                  <a:lnTo>
                    <a:pt x="4979521" y="4958"/>
                  </a:lnTo>
                  <a:lnTo>
                    <a:pt x="4980230" y="4958"/>
                  </a:lnTo>
                  <a:lnTo>
                    <a:pt x="4980939" y="4958"/>
                  </a:lnTo>
                  <a:lnTo>
                    <a:pt x="4981648" y="4958"/>
                  </a:lnTo>
                  <a:lnTo>
                    <a:pt x="4982357" y="4958"/>
                  </a:lnTo>
                  <a:lnTo>
                    <a:pt x="4983065" y="4958"/>
                  </a:lnTo>
                  <a:lnTo>
                    <a:pt x="4983774" y="4958"/>
                  </a:lnTo>
                  <a:lnTo>
                    <a:pt x="4984483" y="4958"/>
                  </a:lnTo>
                  <a:lnTo>
                    <a:pt x="4985192" y="4958"/>
                  </a:lnTo>
                  <a:lnTo>
                    <a:pt x="4985901" y="4958"/>
                  </a:lnTo>
                  <a:lnTo>
                    <a:pt x="4986609" y="4958"/>
                  </a:lnTo>
                  <a:lnTo>
                    <a:pt x="4987318" y="4958"/>
                  </a:lnTo>
                  <a:lnTo>
                    <a:pt x="4988027" y="4958"/>
                  </a:lnTo>
                  <a:lnTo>
                    <a:pt x="4988736" y="4958"/>
                  </a:lnTo>
                  <a:lnTo>
                    <a:pt x="4989445" y="4958"/>
                  </a:lnTo>
                  <a:lnTo>
                    <a:pt x="4990154" y="4958"/>
                  </a:lnTo>
                  <a:lnTo>
                    <a:pt x="4990862" y="4958"/>
                  </a:lnTo>
                  <a:lnTo>
                    <a:pt x="4991571" y="4958"/>
                  </a:lnTo>
                  <a:lnTo>
                    <a:pt x="4992280" y="4958"/>
                  </a:lnTo>
                  <a:lnTo>
                    <a:pt x="4992989" y="4958"/>
                  </a:lnTo>
                  <a:lnTo>
                    <a:pt x="4993698" y="4958"/>
                  </a:lnTo>
                  <a:lnTo>
                    <a:pt x="4994407" y="4958"/>
                  </a:lnTo>
                  <a:lnTo>
                    <a:pt x="4995115" y="4958"/>
                  </a:lnTo>
                  <a:lnTo>
                    <a:pt x="4995824" y="4958"/>
                  </a:lnTo>
                  <a:lnTo>
                    <a:pt x="4996533" y="4958"/>
                  </a:lnTo>
                  <a:lnTo>
                    <a:pt x="4997242" y="4958"/>
                  </a:lnTo>
                  <a:lnTo>
                    <a:pt x="4997951" y="4958"/>
                  </a:lnTo>
                  <a:lnTo>
                    <a:pt x="4998660" y="4958"/>
                  </a:lnTo>
                  <a:lnTo>
                    <a:pt x="4999368" y="4958"/>
                  </a:lnTo>
                  <a:lnTo>
                    <a:pt x="5000077" y="4958"/>
                  </a:lnTo>
                  <a:lnTo>
                    <a:pt x="5000786" y="4958"/>
                  </a:lnTo>
                  <a:lnTo>
                    <a:pt x="5001495" y="4958"/>
                  </a:lnTo>
                  <a:lnTo>
                    <a:pt x="5002204" y="4958"/>
                  </a:lnTo>
                  <a:lnTo>
                    <a:pt x="5002913" y="4958"/>
                  </a:lnTo>
                  <a:lnTo>
                    <a:pt x="5003621" y="4958"/>
                  </a:lnTo>
                  <a:lnTo>
                    <a:pt x="5004330" y="4958"/>
                  </a:lnTo>
                  <a:lnTo>
                    <a:pt x="5005039" y="4958"/>
                  </a:lnTo>
                  <a:lnTo>
                    <a:pt x="5005748" y="4958"/>
                  </a:lnTo>
                  <a:lnTo>
                    <a:pt x="5006457" y="4958"/>
                  </a:lnTo>
                  <a:lnTo>
                    <a:pt x="5007166" y="4958"/>
                  </a:lnTo>
                  <a:lnTo>
                    <a:pt x="5007874" y="4958"/>
                  </a:lnTo>
                  <a:lnTo>
                    <a:pt x="5008583" y="4958"/>
                  </a:lnTo>
                  <a:lnTo>
                    <a:pt x="5009292" y="4958"/>
                  </a:lnTo>
                  <a:lnTo>
                    <a:pt x="5010001" y="4958"/>
                  </a:lnTo>
                  <a:lnTo>
                    <a:pt x="5010710" y="4958"/>
                  </a:lnTo>
                  <a:lnTo>
                    <a:pt x="5011418" y="4958"/>
                  </a:lnTo>
                  <a:lnTo>
                    <a:pt x="5012127" y="4958"/>
                  </a:lnTo>
                  <a:lnTo>
                    <a:pt x="5012836" y="4958"/>
                  </a:lnTo>
                  <a:lnTo>
                    <a:pt x="5013545" y="4958"/>
                  </a:lnTo>
                  <a:lnTo>
                    <a:pt x="5014254" y="4958"/>
                  </a:lnTo>
                  <a:lnTo>
                    <a:pt x="5014963" y="4958"/>
                  </a:lnTo>
                  <a:lnTo>
                    <a:pt x="5015671" y="4958"/>
                  </a:lnTo>
                  <a:lnTo>
                    <a:pt x="5016380" y="4958"/>
                  </a:lnTo>
                  <a:lnTo>
                    <a:pt x="5017089" y="4958"/>
                  </a:lnTo>
                  <a:lnTo>
                    <a:pt x="5017798" y="4958"/>
                  </a:lnTo>
                  <a:lnTo>
                    <a:pt x="5018507" y="4958"/>
                  </a:lnTo>
                  <a:lnTo>
                    <a:pt x="5019216" y="4958"/>
                  </a:lnTo>
                  <a:lnTo>
                    <a:pt x="5019924" y="4958"/>
                  </a:lnTo>
                  <a:lnTo>
                    <a:pt x="5020633" y="4958"/>
                  </a:lnTo>
                  <a:lnTo>
                    <a:pt x="5021342" y="4958"/>
                  </a:lnTo>
                  <a:lnTo>
                    <a:pt x="5022051" y="4958"/>
                  </a:lnTo>
                  <a:lnTo>
                    <a:pt x="5022760" y="4958"/>
                  </a:lnTo>
                  <a:lnTo>
                    <a:pt x="5023469" y="4958"/>
                  </a:lnTo>
                  <a:lnTo>
                    <a:pt x="5024177" y="4958"/>
                  </a:lnTo>
                  <a:lnTo>
                    <a:pt x="5024886" y="4958"/>
                  </a:lnTo>
                  <a:lnTo>
                    <a:pt x="5024886" y="4710"/>
                  </a:lnTo>
                  <a:lnTo>
                    <a:pt x="5025595" y="4710"/>
                  </a:lnTo>
                  <a:lnTo>
                    <a:pt x="5026304" y="4710"/>
                  </a:lnTo>
                  <a:lnTo>
                    <a:pt x="5027013" y="4710"/>
                  </a:lnTo>
                  <a:lnTo>
                    <a:pt x="5027722" y="4710"/>
                  </a:lnTo>
                  <a:lnTo>
                    <a:pt x="5028430" y="4710"/>
                  </a:lnTo>
                  <a:lnTo>
                    <a:pt x="5029139" y="4710"/>
                  </a:lnTo>
                  <a:lnTo>
                    <a:pt x="5029848" y="4710"/>
                  </a:lnTo>
                  <a:lnTo>
                    <a:pt x="5030557" y="4710"/>
                  </a:lnTo>
                  <a:lnTo>
                    <a:pt x="5031266" y="4710"/>
                  </a:lnTo>
                  <a:lnTo>
                    <a:pt x="5031975" y="4710"/>
                  </a:lnTo>
                  <a:lnTo>
                    <a:pt x="5032683" y="4710"/>
                  </a:lnTo>
                  <a:lnTo>
                    <a:pt x="5033392" y="4710"/>
                  </a:lnTo>
                  <a:lnTo>
                    <a:pt x="5034101" y="4710"/>
                  </a:lnTo>
                  <a:lnTo>
                    <a:pt x="5034810" y="4710"/>
                  </a:lnTo>
                  <a:lnTo>
                    <a:pt x="5035519" y="4710"/>
                  </a:lnTo>
                  <a:lnTo>
                    <a:pt x="5036228" y="4710"/>
                  </a:lnTo>
                  <a:lnTo>
                    <a:pt x="5036936" y="4710"/>
                  </a:lnTo>
                  <a:lnTo>
                    <a:pt x="5037645" y="4710"/>
                  </a:lnTo>
                  <a:lnTo>
                    <a:pt x="5038354" y="4710"/>
                  </a:lnTo>
                  <a:lnTo>
                    <a:pt x="5039063" y="4710"/>
                  </a:lnTo>
                  <a:lnTo>
                    <a:pt x="5039772" y="4710"/>
                  </a:lnTo>
                  <a:lnTo>
                    <a:pt x="5040480" y="4710"/>
                  </a:lnTo>
                  <a:lnTo>
                    <a:pt x="5041189" y="4710"/>
                  </a:lnTo>
                  <a:lnTo>
                    <a:pt x="5041898" y="4710"/>
                  </a:lnTo>
                  <a:lnTo>
                    <a:pt x="5042607" y="4710"/>
                  </a:lnTo>
                  <a:lnTo>
                    <a:pt x="5043316" y="4710"/>
                  </a:lnTo>
                  <a:lnTo>
                    <a:pt x="5044025" y="4710"/>
                  </a:lnTo>
                  <a:lnTo>
                    <a:pt x="5044733" y="4710"/>
                  </a:lnTo>
                  <a:lnTo>
                    <a:pt x="5045442" y="4710"/>
                  </a:lnTo>
                  <a:lnTo>
                    <a:pt x="5046151" y="4710"/>
                  </a:lnTo>
                  <a:lnTo>
                    <a:pt x="5046860" y="4710"/>
                  </a:lnTo>
                  <a:lnTo>
                    <a:pt x="5047569" y="4710"/>
                  </a:lnTo>
                  <a:lnTo>
                    <a:pt x="5048278" y="4710"/>
                  </a:lnTo>
                  <a:lnTo>
                    <a:pt x="5048986" y="4710"/>
                  </a:lnTo>
                  <a:lnTo>
                    <a:pt x="5049695" y="4710"/>
                  </a:lnTo>
                  <a:lnTo>
                    <a:pt x="5050404" y="4710"/>
                  </a:lnTo>
                  <a:lnTo>
                    <a:pt x="5051113" y="4710"/>
                  </a:lnTo>
                  <a:lnTo>
                    <a:pt x="5051822" y="4710"/>
                  </a:lnTo>
                  <a:lnTo>
                    <a:pt x="5052531" y="4710"/>
                  </a:lnTo>
                  <a:lnTo>
                    <a:pt x="5053239" y="4710"/>
                  </a:lnTo>
                  <a:lnTo>
                    <a:pt x="5053239" y="4462"/>
                  </a:lnTo>
                  <a:lnTo>
                    <a:pt x="5053948" y="4462"/>
                  </a:lnTo>
                  <a:lnTo>
                    <a:pt x="5054657" y="4462"/>
                  </a:lnTo>
                  <a:lnTo>
                    <a:pt x="5055366" y="4462"/>
                  </a:lnTo>
                  <a:lnTo>
                    <a:pt x="5056075" y="4462"/>
                  </a:lnTo>
                  <a:lnTo>
                    <a:pt x="5056784" y="4462"/>
                  </a:lnTo>
                  <a:lnTo>
                    <a:pt x="5057492" y="4462"/>
                  </a:lnTo>
                  <a:lnTo>
                    <a:pt x="5058201" y="4462"/>
                  </a:lnTo>
                  <a:lnTo>
                    <a:pt x="5058910" y="4462"/>
                  </a:lnTo>
                  <a:lnTo>
                    <a:pt x="5059619" y="4462"/>
                  </a:lnTo>
                  <a:lnTo>
                    <a:pt x="5060328" y="4462"/>
                  </a:lnTo>
                  <a:lnTo>
                    <a:pt x="5061037" y="4462"/>
                  </a:lnTo>
                  <a:lnTo>
                    <a:pt x="5061745" y="4462"/>
                  </a:lnTo>
                  <a:lnTo>
                    <a:pt x="5062454" y="4462"/>
                  </a:lnTo>
                  <a:lnTo>
                    <a:pt x="5063163" y="4462"/>
                  </a:lnTo>
                  <a:lnTo>
                    <a:pt x="5063872" y="4462"/>
                  </a:lnTo>
                  <a:lnTo>
                    <a:pt x="5064581" y="4462"/>
                  </a:lnTo>
                  <a:lnTo>
                    <a:pt x="5065289" y="4462"/>
                  </a:lnTo>
                  <a:lnTo>
                    <a:pt x="5065998" y="4462"/>
                  </a:lnTo>
                  <a:lnTo>
                    <a:pt x="5066707" y="4462"/>
                  </a:lnTo>
                  <a:lnTo>
                    <a:pt x="5067416" y="4462"/>
                  </a:lnTo>
                  <a:lnTo>
                    <a:pt x="5068125" y="4462"/>
                  </a:lnTo>
                  <a:lnTo>
                    <a:pt x="5068834" y="4462"/>
                  </a:lnTo>
                  <a:lnTo>
                    <a:pt x="5069542" y="4462"/>
                  </a:lnTo>
                  <a:lnTo>
                    <a:pt x="5070251" y="4462"/>
                  </a:lnTo>
                  <a:lnTo>
                    <a:pt x="5070960" y="4462"/>
                  </a:lnTo>
                  <a:lnTo>
                    <a:pt x="5070960" y="4214"/>
                  </a:lnTo>
                  <a:lnTo>
                    <a:pt x="5071669" y="4214"/>
                  </a:lnTo>
                  <a:lnTo>
                    <a:pt x="5072378" y="4214"/>
                  </a:lnTo>
                  <a:lnTo>
                    <a:pt x="5073087" y="4214"/>
                  </a:lnTo>
                  <a:lnTo>
                    <a:pt x="5073795" y="4214"/>
                  </a:lnTo>
                  <a:lnTo>
                    <a:pt x="5074504" y="4214"/>
                  </a:lnTo>
                  <a:lnTo>
                    <a:pt x="5075213" y="4214"/>
                  </a:lnTo>
                  <a:lnTo>
                    <a:pt x="5075922" y="4214"/>
                  </a:lnTo>
                  <a:lnTo>
                    <a:pt x="5076631" y="4214"/>
                  </a:lnTo>
                  <a:lnTo>
                    <a:pt x="5077340" y="4214"/>
                  </a:lnTo>
                  <a:lnTo>
                    <a:pt x="5078048" y="4214"/>
                  </a:lnTo>
                  <a:lnTo>
                    <a:pt x="5078757" y="4214"/>
                  </a:lnTo>
                  <a:lnTo>
                    <a:pt x="5079466" y="4214"/>
                  </a:lnTo>
                  <a:lnTo>
                    <a:pt x="5080175" y="4214"/>
                  </a:lnTo>
                  <a:lnTo>
                    <a:pt x="5080884" y="4214"/>
                  </a:lnTo>
                  <a:lnTo>
                    <a:pt x="5081593" y="4214"/>
                  </a:lnTo>
                  <a:lnTo>
                    <a:pt x="5082301" y="4214"/>
                  </a:lnTo>
                  <a:lnTo>
                    <a:pt x="5083010" y="4214"/>
                  </a:lnTo>
                  <a:lnTo>
                    <a:pt x="5083719" y="4214"/>
                  </a:lnTo>
                  <a:lnTo>
                    <a:pt x="5084428" y="4214"/>
                  </a:lnTo>
                  <a:lnTo>
                    <a:pt x="5085137" y="4214"/>
                  </a:lnTo>
                  <a:lnTo>
                    <a:pt x="5085846" y="4214"/>
                  </a:lnTo>
                  <a:lnTo>
                    <a:pt x="5086554" y="4214"/>
                  </a:lnTo>
                  <a:lnTo>
                    <a:pt x="5087263" y="4214"/>
                  </a:lnTo>
                  <a:lnTo>
                    <a:pt x="5087972" y="4214"/>
                  </a:lnTo>
                  <a:lnTo>
                    <a:pt x="5088681" y="4214"/>
                  </a:lnTo>
                  <a:lnTo>
                    <a:pt x="5089390" y="4214"/>
                  </a:lnTo>
                  <a:lnTo>
                    <a:pt x="5090098" y="4214"/>
                  </a:lnTo>
                  <a:lnTo>
                    <a:pt x="5090807" y="4214"/>
                  </a:lnTo>
                  <a:lnTo>
                    <a:pt x="5091516" y="4214"/>
                  </a:lnTo>
                  <a:lnTo>
                    <a:pt x="5092225" y="4214"/>
                  </a:lnTo>
                  <a:lnTo>
                    <a:pt x="5092225" y="3966"/>
                  </a:lnTo>
                  <a:lnTo>
                    <a:pt x="5092934" y="3966"/>
                  </a:lnTo>
                  <a:lnTo>
                    <a:pt x="5093643" y="3966"/>
                  </a:lnTo>
                  <a:lnTo>
                    <a:pt x="5094351" y="3966"/>
                  </a:lnTo>
                  <a:lnTo>
                    <a:pt x="5095060" y="3966"/>
                  </a:lnTo>
                  <a:lnTo>
                    <a:pt x="5095769" y="3966"/>
                  </a:lnTo>
                  <a:lnTo>
                    <a:pt x="5096478" y="3966"/>
                  </a:lnTo>
                  <a:lnTo>
                    <a:pt x="5097187" y="3966"/>
                  </a:lnTo>
                  <a:lnTo>
                    <a:pt x="5097896" y="3966"/>
                  </a:lnTo>
                  <a:lnTo>
                    <a:pt x="5098604" y="3966"/>
                  </a:lnTo>
                  <a:lnTo>
                    <a:pt x="5099313" y="3966"/>
                  </a:lnTo>
                  <a:lnTo>
                    <a:pt x="5100022" y="3966"/>
                  </a:lnTo>
                  <a:lnTo>
                    <a:pt x="5100731" y="3966"/>
                  </a:lnTo>
                  <a:lnTo>
                    <a:pt x="5101440" y="3966"/>
                  </a:lnTo>
                  <a:lnTo>
                    <a:pt x="5102149" y="3966"/>
                  </a:lnTo>
                  <a:lnTo>
                    <a:pt x="5102857" y="3966"/>
                  </a:lnTo>
                  <a:lnTo>
                    <a:pt x="5103566" y="3966"/>
                  </a:lnTo>
                  <a:lnTo>
                    <a:pt x="5104275" y="3966"/>
                  </a:lnTo>
                  <a:lnTo>
                    <a:pt x="5104984" y="3966"/>
                  </a:lnTo>
                  <a:lnTo>
                    <a:pt x="5105693" y="3966"/>
                  </a:lnTo>
                  <a:lnTo>
                    <a:pt x="5106402" y="3966"/>
                  </a:lnTo>
                  <a:lnTo>
                    <a:pt x="5107110" y="3966"/>
                  </a:lnTo>
                  <a:lnTo>
                    <a:pt x="5107819" y="3966"/>
                  </a:lnTo>
                  <a:lnTo>
                    <a:pt x="5108528" y="3966"/>
                  </a:lnTo>
                  <a:lnTo>
                    <a:pt x="5109237" y="3966"/>
                  </a:lnTo>
                  <a:lnTo>
                    <a:pt x="5109946" y="3966"/>
                  </a:lnTo>
                  <a:lnTo>
                    <a:pt x="5110655" y="3966"/>
                  </a:lnTo>
                  <a:lnTo>
                    <a:pt x="5111363" y="3966"/>
                  </a:lnTo>
                  <a:lnTo>
                    <a:pt x="5112072" y="3966"/>
                  </a:lnTo>
                  <a:lnTo>
                    <a:pt x="5112781" y="3966"/>
                  </a:lnTo>
                  <a:lnTo>
                    <a:pt x="5113490" y="3966"/>
                  </a:lnTo>
                  <a:lnTo>
                    <a:pt x="5114199" y="3966"/>
                  </a:lnTo>
                  <a:lnTo>
                    <a:pt x="5114907" y="3966"/>
                  </a:lnTo>
                  <a:lnTo>
                    <a:pt x="5115616" y="3966"/>
                  </a:lnTo>
                  <a:lnTo>
                    <a:pt x="5115616" y="3719"/>
                  </a:lnTo>
                  <a:lnTo>
                    <a:pt x="5116325" y="3719"/>
                  </a:lnTo>
                  <a:lnTo>
                    <a:pt x="5117034" y="3719"/>
                  </a:lnTo>
                  <a:lnTo>
                    <a:pt x="5117743" y="3719"/>
                  </a:lnTo>
                  <a:lnTo>
                    <a:pt x="5118452" y="3719"/>
                  </a:lnTo>
                  <a:lnTo>
                    <a:pt x="5119160" y="3719"/>
                  </a:lnTo>
                  <a:lnTo>
                    <a:pt x="5119869" y="3719"/>
                  </a:lnTo>
                  <a:lnTo>
                    <a:pt x="5120578" y="3719"/>
                  </a:lnTo>
                  <a:lnTo>
                    <a:pt x="5121287" y="3719"/>
                  </a:lnTo>
                  <a:lnTo>
                    <a:pt x="5121996" y="3719"/>
                  </a:lnTo>
                  <a:lnTo>
                    <a:pt x="5122705" y="3719"/>
                  </a:lnTo>
                  <a:lnTo>
                    <a:pt x="5123413" y="3719"/>
                  </a:lnTo>
                  <a:lnTo>
                    <a:pt x="5124122" y="3719"/>
                  </a:lnTo>
                  <a:lnTo>
                    <a:pt x="5124831" y="3719"/>
                  </a:lnTo>
                  <a:lnTo>
                    <a:pt x="5125540" y="3719"/>
                  </a:lnTo>
                  <a:lnTo>
                    <a:pt x="5126249" y="3719"/>
                  </a:lnTo>
                  <a:lnTo>
                    <a:pt x="5126958" y="3719"/>
                  </a:lnTo>
                  <a:lnTo>
                    <a:pt x="5127666" y="3719"/>
                  </a:lnTo>
                  <a:lnTo>
                    <a:pt x="5128375" y="3719"/>
                  </a:lnTo>
                  <a:lnTo>
                    <a:pt x="5129084" y="3719"/>
                  </a:lnTo>
                  <a:lnTo>
                    <a:pt x="5129793" y="3719"/>
                  </a:lnTo>
                  <a:lnTo>
                    <a:pt x="5130502" y="3719"/>
                  </a:lnTo>
                  <a:lnTo>
                    <a:pt x="5131211" y="3719"/>
                  </a:lnTo>
                  <a:lnTo>
                    <a:pt x="5131919" y="3719"/>
                  </a:lnTo>
                  <a:lnTo>
                    <a:pt x="5132628" y="3719"/>
                  </a:lnTo>
                  <a:lnTo>
                    <a:pt x="5133337" y="3719"/>
                  </a:lnTo>
                  <a:lnTo>
                    <a:pt x="5134046" y="3719"/>
                  </a:lnTo>
                  <a:lnTo>
                    <a:pt x="5134755" y="3719"/>
                  </a:lnTo>
                  <a:lnTo>
                    <a:pt x="5135464" y="3719"/>
                  </a:lnTo>
                  <a:lnTo>
                    <a:pt x="5136172" y="3719"/>
                  </a:lnTo>
                  <a:lnTo>
                    <a:pt x="5136881" y="3719"/>
                  </a:lnTo>
                  <a:lnTo>
                    <a:pt x="5137590" y="3719"/>
                  </a:lnTo>
                  <a:lnTo>
                    <a:pt x="5138299" y="3719"/>
                  </a:lnTo>
                  <a:lnTo>
                    <a:pt x="5139008" y="3719"/>
                  </a:lnTo>
                  <a:lnTo>
                    <a:pt x="5139716" y="3719"/>
                  </a:lnTo>
                  <a:lnTo>
                    <a:pt x="5140425" y="3719"/>
                  </a:lnTo>
                  <a:lnTo>
                    <a:pt x="5141134" y="3719"/>
                  </a:lnTo>
                  <a:lnTo>
                    <a:pt x="5141843" y="3719"/>
                  </a:lnTo>
                  <a:lnTo>
                    <a:pt x="5142552" y="3719"/>
                  </a:lnTo>
                  <a:lnTo>
                    <a:pt x="5143261" y="3719"/>
                  </a:lnTo>
                  <a:lnTo>
                    <a:pt x="5143969" y="3719"/>
                  </a:lnTo>
                  <a:lnTo>
                    <a:pt x="5144678" y="3719"/>
                  </a:lnTo>
                  <a:lnTo>
                    <a:pt x="5145387" y="3719"/>
                  </a:lnTo>
                  <a:lnTo>
                    <a:pt x="5146096" y="3719"/>
                  </a:lnTo>
                  <a:lnTo>
                    <a:pt x="5146805" y="3719"/>
                  </a:lnTo>
                  <a:lnTo>
                    <a:pt x="5147514" y="3719"/>
                  </a:lnTo>
                  <a:lnTo>
                    <a:pt x="5148222" y="3719"/>
                  </a:lnTo>
                  <a:lnTo>
                    <a:pt x="5148931" y="3719"/>
                  </a:lnTo>
                  <a:lnTo>
                    <a:pt x="5149640" y="3719"/>
                  </a:lnTo>
                  <a:lnTo>
                    <a:pt x="5150349" y="3719"/>
                  </a:lnTo>
                  <a:lnTo>
                    <a:pt x="5151058" y="3719"/>
                  </a:lnTo>
                  <a:lnTo>
                    <a:pt x="5151767" y="3719"/>
                  </a:lnTo>
                  <a:lnTo>
                    <a:pt x="5152475" y="3719"/>
                  </a:lnTo>
                  <a:lnTo>
                    <a:pt x="5153184" y="3719"/>
                  </a:lnTo>
                  <a:lnTo>
                    <a:pt x="5153893" y="3719"/>
                  </a:lnTo>
                  <a:lnTo>
                    <a:pt x="5154602" y="3719"/>
                  </a:lnTo>
                  <a:lnTo>
                    <a:pt x="5155311" y="3719"/>
                  </a:lnTo>
                  <a:lnTo>
                    <a:pt x="5156020" y="3719"/>
                  </a:lnTo>
                  <a:lnTo>
                    <a:pt x="5156728" y="3719"/>
                  </a:lnTo>
                  <a:lnTo>
                    <a:pt x="5156728" y="3471"/>
                  </a:lnTo>
                  <a:lnTo>
                    <a:pt x="5157437" y="3471"/>
                  </a:lnTo>
                  <a:lnTo>
                    <a:pt x="5158146" y="3471"/>
                  </a:lnTo>
                  <a:lnTo>
                    <a:pt x="5158855" y="3471"/>
                  </a:lnTo>
                  <a:lnTo>
                    <a:pt x="5159564" y="3471"/>
                  </a:lnTo>
                  <a:lnTo>
                    <a:pt x="5160273" y="3471"/>
                  </a:lnTo>
                  <a:lnTo>
                    <a:pt x="5160981" y="3471"/>
                  </a:lnTo>
                  <a:lnTo>
                    <a:pt x="5161690" y="3471"/>
                  </a:lnTo>
                  <a:lnTo>
                    <a:pt x="5162399" y="3471"/>
                  </a:lnTo>
                  <a:lnTo>
                    <a:pt x="5163108" y="3471"/>
                  </a:lnTo>
                  <a:lnTo>
                    <a:pt x="5163817" y="3471"/>
                  </a:lnTo>
                  <a:lnTo>
                    <a:pt x="5164525" y="3471"/>
                  </a:lnTo>
                  <a:lnTo>
                    <a:pt x="5165234" y="3471"/>
                  </a:lnTo>
                  <a:lnTo>
                    <a:pt x="5165943" y="3471"/>
                  </a:lnTo>
                  <a:lnTo>
                    <a:pt x="5166652" y="3471"/>
                  </a:lnTo>
                  <a:lnTo>
                    <a:pt x="5167361" y="3471"/>
                  </a:lnTo>
                  <a:lnTo>
                    <a:pt x="5168070" y="3471"/>
                  </a:lnTo>
                  <a:lnTo>
                    <a:pt x="5168778" y="3471"/>
                  </a:lnTo>
                  <a:lnTo>
                    <a:pt x="5169487" y="3471"/>
                  </a:lnTo>
                  <a:lnTo>
                    <a:pt x="5170196" y="3471"/>
                  </a:lnTo>
                  <a:lnTo>
                    <a:pt x="5170905" y="3471"/>
                  </a:lnTo>
                  <a:lnTo>
                    <a:pt x="5171614" y="3471"/>
                  </a:lnTo>
                  <a:lnTo>
                    <a:pt x="5172323" y="3471"/>
                  </a:lnTo>
                  <a:lnTo>
                    <a:pt x="5173031" y="3471"/>
                  </a:lnTo>
                  <a:lnTo>
                    <a:pt x="5173740" y="3471"/>
                  </a:lnTo>
                  <a:lnTo>
                    <a:pt x="5174449" y="3471"/>
                  </a:lnTo>
                  <a:lnTo>
                    <a:pt x="5175158" y="3471"/>
                  </a:lnTo>
                  <a:lnTo>
                    <a:pt x="5175867" y="3471"/>
                  </a:lnTo>
                  <a:lnTo>
                    <a:pt x="5176576" y="3471"/>
                  </a:lnTo>
                  <a:lnTo>
                    <a:pt x="5177284" y="3471"/>
                  </a:lnTo>
                  <a:lnTo>
                    <a:pt x="5177993" y="3471"/>
                  </a:lnTo>
                  <a:lnTo>
                    <a:pt x="5178702" y="3471"/>
                  </a:lnTo>
                  <a:lnTo>
                    <a:pt x="5179411" y="3471"/>
                  </a:lnTo>
                  <a:lnTo>
                    <a:pt x="5180120" y="3471"/>
                  </a:lnTo>
                  <a:lnTo>
                    <a:pt x="5180829" y="3471"/>
                  </a:lnTo>
                  <a:lnTo>
                    <a:pt x="5181537" y="3471"/>
                  </a:lnTo>
                  <a:lnTo>
                    <a:pt x="5182246" y="3471"/>
                  </a:lnTo>
                  <a:lnTo>
                    <a:pt x="5182955" y="3471"/>
                  </a:lnTo>
                  <a:lnTo>
                    <a:pt x="5183664" y="3471"/>
                  </a:lnTo>
                  <a:lnTo>
                    <a:pt x="5184373" y="3471"/>
                  </a:lnTo>
                  <a:lnTo>
                    <a:pt x="5185082" y="3471"/>
                  </a:lnTo>
                  <a:lnTo>
                    <a:pt x="5185790" y="3471"/>
                  </a:lnTo>
                  <a:lnTo>
                    <a:pt x="5186499" y="3471"/>
                  </a:lnTo>
                  <a:lnTo>
                    <a:pt x="5187208" y="3471"/>
                  </a:lnTo>
                  <a:lnTo>
                    <a:pt x="5187917" y="3471"/>
                  </a:lnTo>
                  <a:lnTo>
                    <a:pt x="5188626" y="3471"/>
                  </a:lnTo>
                  <a:lnTo>
                    <a:pt x="5189335" y="3471"/>
                  </a:lnTo>
                  <a:lnTo>
                    <a:pt x="5190043" y="3471"/>
                  </a:lnTo>
                  <a:lnTo>
                    <a:pt x="5190752" y="3471"/>
                  </a:lnTo>
                  <a:lnTo>
                    <a:pt x="5191461" y="3471"/>
                  </a:lnTo>
                  <a:lnTo>
                    <a:pt x="5192170" y="3471"/>
                  </a:lnTo>
                  <a:lnTo>
                    <a:pt x="5192879" y="3471"/>
                  </a:lnTo>
                  <a:lnTo>
                    <a:pt x="5193587" y="3471"/>
                  </a:lnTo>
                  <a:lnTo>
                    <a:pt x="5194296" y="3471"/>
                  </a:lnTo>
                  <a:lnTo>
                    <a:pt x="5195005" y="3471"/>
                  </a:lnTo>
                  <a:lnTo>
                    <a:pt x="5195714" y="3471"/>
                  </a:lnTo>
                  <a:lnTo>
                    <a:pt x="5196423" y="3471"/>
                  </a:lnTo>
                  <a:lnTo>
                    <a:pt x="5197132" y="3471"/>
                  </a:lnTo>
                  <a:lnTo>
                    <a:pt x="5197840" y="3471"/>
                  </a:lnTo>
                  <a:lnTo>
                    <a:pt x="5198549" y="3471"/>
                  </a:lnTo>
                  <a:lnTo>
                    <a:pt x="5199258" y="3471"/>
                  </a:lnTo>
                  <a:lnTo>
                    <a:pt x="5199967" y="3471"/>
                  </a:lnTo>
                  <a:lnTo>
                    <a:pt x="5200676" y="3471"/>
                  </a:lnTo>
                  <a:lnTo>
                    <a:pt x="5201385" y="3471"/>
                  </a:lnTo>
                  <a:lnTo>
                    <a:pt x="5202093" y="3471"/>
                  </a:lnTo>
                  <a:lnTo>
                    <a:pt x="5202802" y="3471"/>
                  </a:lnTo>
                  <a:lnTo>
                    <a:pt x="5203511" y="3471"/>
                  </a:lnTo>
                  <a:lnTo>
                    <a:pt x="5204220" y="3471"/>
                  </a:lnTo>
                  <a:lnTo>
                    <a:pt x="5204929" y="3471"/>
                  </a:lnTo>
                  <a:lnTo>
                    <a:pt x="5205638" y="3471"/>
                  </a:lnTo>
                  <a:lnTo>
                    <a:pt x="5206346" y="3471"/>
                  </a:lnTo>
                  <a:lnTo>
                    <a:pt x="5207055" y="3471"/>
                  </a:lnTo>
                  <a:lnTo>
                    <a:pt x="5207764" y="3471"/>
                  </a:lnTo>
                  <a:lnTo>
                    <a:pt x="5208473" y="3471"/>
                  </a:lnTo>
                  <a:lnTo>
                    <a:pt x="5209182" y="3471"/>
                  </a:lnTo>
                  <a:lnTo>
                    <a:pt x="5209891" y="3471"/>
                  </a:lnTo>
                  <a:lnTo>
                    <a:pt x="5210599" y="3471"/>
                  </a:lnTo>
                  <a:lnTo>
                    <a:pt x="5211308" y="3471"/>
                  </a:lnTo>
                  <a:lnTo>
                    <a:pt x="5212017" y="3471"/>
                  </a:lnTo>
                  <a:lnTo>
                    <a:pt x="5212726" y="3471"/>
                  </a:lnTo>
                  <a:lnTo>
                    <a:pt x="5213435" y="3471"/>
                  </a:lnTo>
                  <a:lnTo>
                    <a:pt x="5214144" y="3471"/>
                  </a:lnTo>
                  <a:lnTo>
                    <a:pt x="5214852" y="3471"/>
                  </a:lnTo>
                  <a:lnTo>
                    <a:pt x="5215561" y="3471"/>
                  </a:lnTo>
                  <a:lnTo>
                    <a:pt x="5216270" y="3471"/>
                  </a:lnTo>
                  <a:lnTo>
                    <a:pt x="5216979" y="3471"/>
                  </a:lnTo>
                  <a:lnTo>
                    <a:pt x="5217688" y="3471"/>
                  </a:lnTo>
                  <a:lnTo>
                    <a:pt x="5217688" y="3223"/>
                  </a:lnTo>
                  <a:lnTo>
                    <a:pt x="5218396" y="3223"/>
                  </a:lnTo>
                  <a:lnTo>
                    <a:pt x="5219105" y="3223"/>
                  </a:lnTo>
                  <a:lnTo>
                    <a:pt x="5219814" y="3223"/>
                  </a:lnTo>
                  <a:lnTo>
                    <a:pt x="5220523" y="3223"/>
                  </a:lnTo>
                  <a:lnTo>
                    <a:pt x="5221232" y="3223"/>
                  </a:lnTo>
                  <a:lnTo>
                    <a:pt x="5221941" y="3223"/>
                  </a:lnTo>
                  <a:lnTo>
                    <a:pt x="5222649" y="3223"/>
                  </a:lnTo>
                  <a:lnTo>
                    <a:pt x="5223358" y="3223"/>
                  </a:lnTo>
                  <a:lnTo>
                    <a:pt x="5224067" y="3223"/>
                  </a:lnTo>
                  <a:lnTo>
                    <a:pt x="5224776" y="3223"/>
                  </a:lnTo>
                  <a:lnTo>
                    <a:pt x="5225485" y="3223"/>
                  </a:lnTo>
                  <a:lnTo>
                    <a:pt x="5226194" y="3223"/>
                  </a:lnTo>
                  <a:lnTo>
                    <a:pt x="5226902" y="3223"/>
                  </a:lnTo>
                  <a:lnTo>
                    <a:pt x="5227611" y="3223"/>
                  </a:lnTo>
                  <a:lnTo>
                    <a:pt x="5228320" y="3223"/>
                  </a:lnTo>
                  <a:lnTo>
                    <a:pt x="5229029" y="3223"/>
                  </a:lnTo>
                  <a:lnTo>
                    <a:pt x="5229738" y="3223"/>
                  </a:lnTo>
                  <a:lnTo>
                    <a:pt x="5230447" y="3223"/>
                  </a:lnTo>
                  <a:lnTo>
                    <a:pt x="5231155" y="3223"/>
                  </a:lnTo>
                  <a:lnTo>
                    <a:pt x="5231864" y="3223"/>
                  </a:lnTo>
                  <a:lnTo>
                    <a:pt x="5232573" y="3223"/>
                  </a:lnTo>
                  <a:lnTo>
                    <a:pt x="5233282" y="3223"/>
                  </a:lnTo>
                  <a:lnTo>
                    <a:pt x="5233991" y="3223"/>
                  </a:lnTo>
                  <a:lnTo>
                    <a:pt x="5234700" y="3223"/>
                  </a:lnTo>
                  <a:lnTo>
                    <a:pt x="5235408" y="3223"/>
                  </a:lnTo>
                  <a:lnTo>
                    <a:pt x="5236117" y="3223"/>
                  </a:lnTo>
                  <a:lnTo>
                    <a:pt x="5236826" y="3223"/>
                  </a:lnTo>
                  <a:lnTo>
                    <a:pt x="5237535" y="3223"/>
                  </a:lnTo>
                  <a:lnTo>
                    <a:pt x="5238244" y="3223"/>
                  </a:lnTo>
                  <a:lnTo>
                    <a:pt x="5238953" y="3223"/>
                  </a:lnTo>
                  <a:lnTo>
                    <a:pt x="5239661" y="3223"/>
                  </a:lnTo>
                  <a:lnTo>
                    <a:pt x="5240370" y="3223"/>
                  </a:lnTo>
                  <a:lnTo>
                    <a:pt x="5241079" y="3223"/>
                  </a:lnTo>
                  <a:lnTo>
                    <a:pt x="5241788" y="3223"/>
                  </a:lnTo>
                  <a:lnTo>
                    <a:pt x="5242497" y="3223"/>
                  </a:lnTo>
                  <a:lnTo>
                    <a:pt x="5243205" y="3223"/>
                  </a:lnTo>
                  <a:lnTo>
                    <a:pt x="5243914" y="3223"/>
                  </a:lnTo>
                  <a:lnTo>
                    <a:pt x="5244623" y="3223"/>
                  </a:lnTo>
                  <a:lnTo>
                    <a:pt x="5245332" y="3223"/>
                  </a:lnTo>
                  <a:lnTo>
                    <a:pt x="5245332" y="2975"/>
                  </a:lnTo>
                  <a:lnTo>
                    <a:pt x="5246041" y="2975"/>
                  </a:lnTo>
                  <a:lnTo>
                    <a:pt x="5246750" y="2975"/>
                  </a:lnTo>
                  <a:lnTo>
                    <a:pt x="5247458" y="2975"/>
                  </a:lnTo>
                  <a:lnTo>
                    <a:pt x="5248167" y="2975"/>
                  </a:lnTo>
                  <a:lnTo>
                    <a:pt x="5248876" y="2975"/>
                  </a:lnTo>
                  <a:lnTo>
                    <a:pt x="5249585" y="2975"/>
                  </a:lnTo>
                  <a:lnTo>
                    <a:pt x="5250294" y="2975"/>
                  </a:lnTo>
                  <a:lnTo>
                    <a:pt x="5251003" y="2975"/>
                  </a:lnTo>
                  <a:lnTo>
                    <a:pt x="5251711" y="2975"/>
                  </a:lnTo>
                  <a:lnTo>
                    <a:pt x="5252420" y="2975"/>
                  </a:lnTo>
                  <a:lnTo>
                    <a:pt x="5253129" y="2975"/>
                  </a:lnTo>
                  <a:lnTo>
                    <a:pt x="5253838" y="2975"/>
                  </a:lnTo>
                  <a:lnTo>
                    <a:pt x="5254547" y="2975"/>
                  </a:lnTo>
                  <a:lnTo>
                    <a:pt x="5255256" y="2975"/>
                  </a:lnTo>
                  <a:lnTo>
                    <a:pt x="5255964" y="2975"/>
                  </a:lnTo>
                  <a:lnTo>
                    <a:pt x="5256673" y="2975"/>
                  </a:lnTo>
                  <a:lnTo>
                    <a:pt x="5257382" y="2975"/>
                  </a:lnTo>
                  <a:lnTo>
                    <a:pt x="5258091" y="2975"/>
                  </a:lnTo>
                  <a:lnTo>
                    <a:pt x="5258800" y="2975"/>
                  </a:lnTo>
                  <a:lnTo>
                    <a:pt x="5259509" y="2975"/>
                  </a:lnTo>
                  <a:lnTo>
                    <a:pt x="5260217" y="2975"/>
                  </a:lnTo>
                  <a:lnTo>
                    <a:pt x="5260926" y="2975"/>
                  </a:lnTo>
                  <a:lnTo>
                    <a:pt x="5261635" y="2975"/>
                  </a:lnTo>
                  <a:lnTo>
                    <a:pt x="5262344" y="2975"/>
                  </a:lnTo>
                  <a:lnTo>
                    <a:pt x="5263053" y="2975"/>
                  </a:lnTo>
                  <a:lnTo>
                    <a:pt x="5263762" y="2975"/>
                  </a:lnTo>
                  <a:lnTo>
                    <a:pt x="5264470" y="2975"/>
                  </a:lnTo>
                  <a:lnTo>
                    <a:pt x="5265179" y="2975"/>
                  </a:lnTo>
                  <a:lnTo>
                    <a:pt x="5265888" y="2975"/>
                  </a:lnTo>
                  <a:lnTo>
                    <a:pt x="5266597" y="2975"/>
                  </a:lnTo>
                  <a:lnTo>
                    <a:pt x="5267306" y="2975"/>
                  </a:lnTo>
                  <a:lnTo>
                    <a:pt x="5268014" y="2975"/>
                  </a:lnTo>
                  <a:lnTo>
                    <a:pt x="5268723" y="2975"/>
                  </a:lnTo>
                  <a:lnTo>
                    <a:pt x="5269432" y="2975"/>
                  </a:lnTo>
                  <a:lnTo>
                    <a:pt x="5270141" y="2975"/>
                  </a:lnTo>
                  <a:lnTo>
                    <a:pt x="5270850" y="2975"/>
                  </a:lnTo>
                  <a:lnTo>
                    <a:pt x="5271559" y="2975"/>
                  </a:lnTo>
                  <a:lnTo>
                    <a:pt x="5272267" y="2975"/>
                  </a:lnTo>
                  <a:lnTo>
                    <a:pt x="5272976" y="2975"/>
                  </a:lnTo>
                  <a:lnTo>
                    <a:pt x="5273685" y="2975"/>
                  </a:lnTo>
                  <a:lnTo>
                    <a:pt x="5274394" y="2975"/>
                  </a:lnTo>
                  <a:lnTo>
                    <a:pt x="5275103" y="2975"/>
                  </a:lnTo>
                  <a:lnTo>
                    <a:pt x="5275812" y="2975"/>
                  </a:lnTo>
                  <a:lnTo>
                    <a:pt x="5276520" y="2975"/>
                  </a:lnTo>
                  <a:lnTo>
                    <a:pt x="5277229" y="2975"/>
                  </a:lnTo>
                  <a:lnTo>
                    <a:pt x="5277938" y="2975"/>
                  </a:lnTo>
                  <a:lnTo>
                    <a:pt x="5278647" y="2975"/>
                  </a:lnTo>
                  <a:lnTo>
                    <a:pt x="5279356" y="2975"/>
                  </a:lnTo>
                  <a:lnTo>
                    <a:pt x="5280065" y="2975"/>
                  </a:lnTo>
                  <a:lnTo>
                    <a:pt x="5280773" y="2975"/>
                  </a:lnTo>
                  <a:lnTo>
                    <a:pt x="5281482" y="2975"/>
                  </a:lnTo>
                  <a:lnTo>
                    <a:pt x="5282191" y="2975"/>
                  </a:lnTo>
                  <a:lnTo>
                    <a:pt x="5282900" y="2975"/>
                  </a:lnTo>
                  <a:lnTo>
                    <a:pt x="5283609" y="2975"/>
                  </a:lnTo>
                  <a:lnTo>
                    <a:pt x="5284318" y="2975"/>
                  </a:lnTo>
                  <a:lnTo>
                    <a:pt x="5285026" y="2975"/>
                  </a:lnTo>
                  <a:lnTo>
                    <a:pt x="5285735" y="2975"/>
                  </a:lnTo>
                  <a:lnTo>
                    <a:pt x="5286444" y="2975"/>
                  </a:lnTo>
                  <a:lnTo>
                    <a:pt x="5287153" y="2975"/>
                  </a:lnTo>
                  <a:lnTo>
                    <a:pt x="5287862" y="2975"/>
                  </a:lnTo>
                  <a:lnTo>
                    <a:pt x="5288571" y="2975"/>
                  </a:lnTo>
                  <a:lnTo>
                    <a:pt x="5289279" y="2975"/>
                  </a:lnTo>
                  <a:lnTo>
                    <a:pt x="5289988" y="2975"/>
                  </a:lnTo>
                  <a:lnTo>
                    <a:pt x="5290697" y="2975"/>
                  </a:lnTo>
                  <a:lnTo>
                    <a:pt x="5291406" y="2975"/>
                  </a:lnTo>
                  <a:lnTo>
                    <a:pt x="5292115" y="2975"/>
                  </a:lnTo>
                  <a:lnTo>
                    <a:pt x="5292823" y="2975"/>
                  </a:lnTo>
                  <a:lnTo>
                    <a:pt x="5293532" y="2975"/>
                  </a:lnTo>
                  <a:lnTo>
                    <a:pt x="5294241" y="2975"/>
                  </a:lnTo>
                  <a:lnTo>
                    <a:pt x="5294950" y="2975"/>
                  </a:lnTo>
                  <a:lnTo>
                    <a:pt x="5295659" y="2975"/>
                  </a:lnTo>
                  <a:lnTo>
                    <a:pt x="5296368" y="2975"/>
                  </a:lnTo>
                  <a:lnTo>
                    <a:pt x="5297076" y="2975"/>
                  </a:lnTo>
                  <a:lnTo>
                    <a:pt x="5297785" y="2975"/>
                  </a:lnTo>
                  <a:lnTo>
                    <a:pt x="5298494" y="2975"/>
                  </a:lnTo>
                  <a:lnTo>
                    <a:pt x="5299203" y="2975"/>
                  </a:lnTo>
                  <a:lnTo>
                    <a:pt x="5299912" y="2975"/>
                  </a:lnTo>
                  <a:lnTo>
                    <a:pt x="5300621" y="2975"/>
                  </a:lnTo>
                  <a:lnTo>
                    <a:pt x="5301329" y="2975"/>
                  </a:lnTo>
                  <a:lnTo>
                    <a:pt x="5302038" y="2975"/>
                  </a:lnTo>
                  <a:lnTo>
                    <a:pt x="5302747" y="2975"/>
                  </a:lnTo>
                  <a:lnTo>
                    <a:pt x="5303456" y="2975"/>
                  </a:lnTo>
                  <a:lnTo>
                    <a:pt x="5304165" y="2975"/>
                  </a:lnTo>
                  <a:lnTo>
                    <a:pt x="5304874" y="2975"/>
                  </a:lnTo>
                  <a:lnTo>
                    <a:pt x="5305582" y="2975"/>
                  </a:lnTo>
                  <a:lnTo>
                    <a:pt x="5306291" y="2975"/>
                  </a:lnTo>
                  <a:lnTo>
                    <a:pt x="5307000" y="2975"/>
                  </a:lnTo>
                  <a:lnTo>
                    <a:pt x="5307709" y="2975"/>
                  </a:lnTo>
                  <a:lnTo>
                    <a:pt x="5308418" y="2975"/>
                  </a:lnTo>
                  <a:lnTo>
                    <a:pt x="5309127" y="2975"/>
                  </a:lnTo>
                  <a:lnTo>
                    <a:pt x="5309835" y="2975"/>
                  </a:lnTo>
                  <a:lnTo>
                    <a:pt x="5310544" y="2975"/>
                  </a:lnTo>
                  <a:lnTo>
                    <a:pt x="5311253" y="2975"/>
                  </a:lnTo>
                  <a:lnTo>
                    <a:pt x="5311962" y="2975"/>
                  </a:lnTo>
                  <a:lnTo>
                    <a:pt x="5312671" y="2975"/>
                  </a:lnTo>
                  <a:lnTo>
                    <a:pt x="5313380" y="2975"/>
                  </a:lnTo>
                  <a:lnTo>
                    <a:pt x="5314088" y="2975"/>
                  </a:lnTo>
                  <a:lnTo>
                    <a:pt x="5314797" y="2975"/>
                  </a:lnTo>
                  <a:lnTo>
                    <a:pt x="5315506" y="2975"/>
                  </a:lnTo>
                  <a:lnTo>
                    <a:pt x="5316215" y="2975"/>
                  </a:lnTo>
                  <a:lnTo>
                    <a:pt x="5316924" y="2975"/>
                  </a:lnTo>
                  <a:lnTo>
                    <a:pt x="5317632" y="2975"/>
                  </a:lnTo>
                  <a:lnTo>
                    <a:pt x="5318341" y="2975"/>
                  </a:lnTo>
                  <a:lnTo>
                    <a:pt x="5319050" y="2975"/>
                  </a:lnTo>
                  <a:lnTo>
                    <a:pt x="5319759" y="2975"/>
                  </a:lnTo>
                  <a:lnTo>
                    <a:pt x="5320468" y="2975"/>
                  </a:lnTo>
                  <a:lnTo>
                    <a:pt x="5321177" y="2975"/>
                  </a:lnTo>
                  <a:lnTo>
                    <a:pt x="5321885" y="2975"/>
                  </a:lnTo>
                  <a:lnTo>
                    <a:pt x="5322594" y="2975"/>
                  </a:lnTo>
                  <a:lnTo>
                    <a:pt x="5323303" y="2975"/>
                  </a:lnTo>
                  <a:lnTo>
                    <a:pt x="5324012" y="2975"/>
                  </a:lnTo>
                  <a:lnTo>
                    <a:pt x="5324721" y="2975"/>
                  </a:lnTo>
                  <a:lnTo>
                    <a:pt x="5325430" y="2975"/>
                  </a:lnTo>
                  <a:lnTo>
                    <a:pt x="5326138" y="2975"/>
                  </a:lnTo>
                  <a:lnTo>
                    <a:pt x="5326847" y="2975"/>
                  </a:lnTo>
                  <a:lnTo>
                    <a:pt x="5327556" y="2975"/>
                  </a:lnTo>
                  <a:lnTo>
                    <a:pt x="5328265" y="2975"/>
                  </a:lnTo>
                  <a:lnTo>
                    <a:pt x="5328974" y="2975"/>
                  </a:lnTo>
                  <a:lnTo>
                    <a:pt x="5329683" y="2975"/>
                  </a:lnTo>
                  <a:lnTo>
                    <a:pt x="5330391" y="2975"/>
                  </a:lnTo>
                  <a:lnTo>
                    <a:pt x="5331100" y="2975"/>
                  </a:lnTo>
                  <a:lnTo>
                    <a:pt x="5331809" y="2975"/>
                  </a:lnTo>
                  <a:lnTo>
                    <a:pt x="5332518" y="2975"/>
                  </a:lnTo>
                  <a:lnTo>
                    <a:pt x="5333227" y="2975"/>
                  </a:lnTo>
                  <a:lnTo>
                    <a:pt x="5333936" y="2975"/>
                  </a:lnTo>
                  <a:lnTo>
                    <a:pt x="5334644" y="2975"/>
                  </a:lnTo>
                  <a:lnTo>
                    <a:pt x="5335353" y="2975"/>
                  </a:lnTo>
                  <a:lnTo>
                    <a:pt x="5336062" y="2975"/>
                  </a:lnTo>
                  <a:lnTo>
                    <a:pt x="5336771" y="2975"/>
                  </a:lnTo>
                  <a:lnTo>
                    <a:pt x="5337480" y="2975"/>
                  </a:lnTo>
                  <a:lnTo>
                    <a:pt x="5338189" y="2975"/>
                  </a:lnTo>
                  <a:lnTo>
                    <a:pt x="5338897" y="2975"/>
                  </a:lnTo>
                  <a:lnTo>
                    <a:pt x="5339606" y="2975"/>
                  </a:lnTo>
                  <a:lnTo>
                    <a:pt x="5340315" y="2975"/>
                  </a:lnTo>
                  <a:lnTo>
                    <a:pt x="5341024" y="2975"/>
                  </a:lnTo>
                  <a:lnTo>
                    <a:pt x="5341733" y="2975"/>
                  </a:lnTo>
                  <a:lnTo>
                    <a:pt x="5342442" y="2975"/>
                  </a:lnTo>
                  <a:lnTo>
                    <a:pt x="5343150" y="2975"/>
                  </a:lnTo>
                  <a:lnTo>
                    <a:pt x="5343859" y="2975"/>
                  </a:lnTo>
                  <a:lnTo>
                    <a:pt x="5344568" y="2975"/>
                  </a:lnTo>
                  <a:lnTo>
                    <a:pt x="5345277" y="2975"/>
                  </a:lnTo>
                  <a:lnTo>
                    <a:pt x="5345986" y="2975"/>
                  </a:lnTo>
                  <a:lnTo>
                    <a:pt x="5346694" y="2975"/>
                  </a:lnTo>
                  <a:lnTo>
                    <a:pt x="5347403" y="2975"/>
                  </a:lnTo>
                  <a:lnTo>
                    <a:pt x="5348112" y="2975"/>
                  </a:lnTo>
                  <a:lnTo>
                    <a:pt x="5348821" y="2975"/>
                  </a:lnTo>
                  <a:lnTo>
                    <a:pt x="5349530" y="2975"/>
                  </a:lnTo>
                  <a:lnTo>
                    <a:pt x="5350239" y="2975"/>
                  </a:lnTo>
                  <a:lnTo>
                    <a:pt x="5350947" y="2975"/>
                  </a:lnTo>
                  <a:lnTo>
                    <a:pt x="5351656" y="2975"/>
                  </a:lnTo>
                  <a:lnTo>
                    <a:pt x="5352365" y="2975"/>
                  </a:lnTo>
                  <a:lnTo>
                    <a:pt x="5353074" y="2975"/>
                  </a:lnTo>
                  <a:lnTo>
                    <a:pt x="5353783" y="2975"/>
                  </a:lnTo>
                  <a:lnTo>
                    <a:pt x="5354492" y="2975"/>
                  </a:lnTo>
                  <a:lnTo>
                    <a:pt x="5355200" y="2975"/>
                  </a:lnTo>
                  <a:lnTo>
                    <a:pt x="5355909" y="2975"/>
                  </a:lnTo>
                  <a:lnTo>
                    <a:pt x="5356618" y="2975"/>
                  </a:lnTo>
                  <a:lnTo>
                    <a:pt x="5357327" y="2975"/>
                  </a:lnTo>
                  <a:lnTo>
                    <a:pt x="5358036" y="2975"/>
                  </a:lnTo>
                  <a:lnTo>
                    <a:pt x="5358745" y="2975"/>
                  </a:lnTo>
                  <a:lnTo>
                    <a:pt x="5359453" y="2975"/>
                  </a:lnTo>
                  <a:lnTo>
                    <a:pt x="5360162" y="2975"/>
                  </a:lnTo>
                  <a:lnTo>
                    <a:pt x="5360871" y="2975"/>
                  </a:lnTo>
                  <a:lnTo>
                    <a:pt x="5361580" y="2975"/>
                  </a:lnTo>
                  <a:lnTo>
                    <a:pt x="5362289" y="2975"/>
                  </a:lnTo>
                  <a:lnTo>
                    <a:pt x="5362998" y="2975"/>
                  </a:lnTo>
                  <a:lnTo>
                    <a:pt x="5363706" y="2975"/>
                  </a:lnTo>
                  <a:lnTo>
                    <a:pt x="5364415" y="2975"/>
                  </a:lnTo>
                  <a:lnTo>
                    <a:pt x="5365124" y="2975"/>
                  </a:lnTo>
                  <a:lnTo>
                    <a:pt x="5365833" y="2975"/>
                  </a:lnTo>
                  <a:lnTo>
                    <a:pt x="5366542" y="2975"/>
                  </a:lnTo>
                  <a:lnTo>
                    <a:pt x="5367251" y="2975"/>
                  </a:lnTo>
                  <a:lnTo>
                    <a:pt x="5367959" y="2975"/>
                  </a:lnTo>
                  <a:lnTo>
                    <a:pt x="5368668" y="2975"/>
                  </a:lnTo>
                  <a:lnTo>
                    <a:pt x="5369377" y="2975"/>
                  </a:lnTo>
                  <a:lnTo>
                    <a:pt x="5370086" y="2975"/>
                  </a:lnTo>
                  <a:lnTo>
                    <a:pt x="5370795" y="2975"/>
                  </a:lnTo>
                  <a:lnTo>
                    <a:pt x="5371503" y="2975"/>
                  </a:lnTo>
                  <a:lnTo>
                    <a:pt x="5372212" y="2975"/>
                  </a:lnTo>
                  <a:lnTo>
                    <a:pt x="5372921" y="2975"/>
                  </a:lnTo>
                  <a:lnTo>
                    <a:pt x="5373630" y="2975"/>
                  </a:lnTo>
                  <a:lnTo>
                    <a:pt x="5374339" y="2975"/>
                  </a:lnTo>
                  <a:lnTo>
                    <a:pt x="5375048" y="2975"/>
                  </a:lnTo>
                  <a:lnTo>
                    <a:pt x="5375048" y="2727"/>
                  </a:lnTo>
                  <a:lnTo>
                    <a:pt x="5375756" y="2727"/>
                  </a:lnTo>
                  <a:lnTo>
                    <a:pt x="5376465" y="2727"/>
                  </a:lnTo>
                  <a:lnTo>
                    <a:pt x="5377174" y="2727"/>
                  </a:lnTo>
                  <a:lnTo>
                    <a:pt x="5377883" y="2727"/>
                  </a:lnTo>
                  <a:lnTo>
                    <a:pt x="5378592" y="2727"/>
                  </a:lnTo>
                  <a:lnTo>
                    <a:pt x="5379301" y="2727"/>
                  </a:lnTo>
                  <a:lnTo>
                    <a:pt x="5380009" y="2727"/>
                  </a:lnTo>
                  <a:lnTo>
                    <a:pt x="5380718" y="2727"/>
                  </a:lnTo>
                  <a:lnTo>
                    <a:pt x="5381427" y="2727"/>
                  </a:lnTo>
                  <a:lnTo>
                    <a:pt x="5382136" y="2727"/>
                  </a:lnTo>
                  <a:lnTo>
                    <a:pt x="5382845" y="2727"/>
                  </a:lnTo>
                  <a:lnTo>
                    <a:pt x="5383554" y="2727"/>
                  </a:lnTo>
                  <a:lnTo>
                    <a:pt x="5384262" y="2727"/>
                  </a:lnTo>
                  <a:lnTo>
                    <a:pt x="5384971" y="2727"/>
                  </a:lnTo>
                  <a:lnTo>
                    <a:pt x="5385680" y="2727"/>
                  </a:lnTo>
                  <a:lnTo>
                    <a:pt x="5386389" y="2727"/>
                  </a:lnTo>
                  <a:lnTo>
                    <a:pt x="5387098" y="2727"/>
                  </a:lnTo>
                  <a:lnTo>
                    <a:pt x="5387807" y="2727"/>
                  </a:lnTo>
                  <a:lnTo>
                    <a:pt x="5388515" y="2727"/>
                  </a:lnTo>
                  <a:lnTo>
                    <a:pt x="5389224" y="2727"/>
                  </a:lnTo>
                  <a:lnTo>
                    <a:pt x="5389933" y="2727"/>
                  </a:lnTo>
                  <a:lnTo>
                    <a:pt x="5390642" y="2727"/>
                  </a:lnTo>
                  <a:lnTo>
                    <a:pt x="5391351" y="2727"/>
                  </a:lnTo>
                  <a:lnTo>
                    <a:pt x="5392060" y="2727"/>
                  </a:lnTo>
                  <a:lnTo>
                    <a:pt x="5392768" y="2727"/>
                  </a:lnTo>
                  <a:lnTo>
                    <a:pt x="5393477" y="2727"/>
                  </a:lnTo>
                  <a:lnTo>
                    <a:pt x="5394186" y="2727"/>
                  </a:lnTo>
                  <a:lnTo>
                    <a:pt x="5394895" y="2727"/>
                  </a:lnTo>
                  <a:lnTo>
                    <a:pt x="5395604" y="2727"/>
                  </a:lnTo>
                  <a:lnTo>
                    <a:pt x="5396312" y="2727"/>
                  </a:lnTo>
                  <a:lnTo>
                    <a:pt x="5397021" y="2727"/>
                  </a:lnTo>
                  <a:lnTo>
                    <a:pt x="5397730" y="2727"/>
                  </a:lnTo>
                  <a:lnTo>
                    <a:pt x="5398439" y="2727"/>
                  </a:lnTo>
                  <a:lnTo>
                    <a:pt x="5399148" y="2727"/>
                  </a:lnTo>
                  <a:lnTo>
                    <a:pt x="5399857" y="2727"/>
                  </a:lnTo>
                  <a:lnTo>
                    <a:pt x="5400565" y="2727"/>
                  </a:lnTo>
                  <a:lnTo>
                    <a:pt x="5401274" y="2727"/>
                  </a:lnTo>
                  <a:lnTo>
                    <a:pt x="5401983" y="2727"/>
                  </a:lnTo>
                  <a:lnTo>
                    <a:pt x="5402692" y="2727"/>
                  </a:lnTo>
                  <a:lnTo>
                    <a:pt x="5403401" y="2727"/>
                  </a:lnTo>
                  <a:lnTo>
                    <a:pt x="5404110" y="2727"/>
                  </a:lnTo>
                  <a:lnTo>
                    <a:pt x="5404818" y="2727"/>
                  </a:lnTo>
                  <a:lnTo>
                    <a:pt x="5405527" y="2727"/>
                  </a:lnTo>
                  <a:lnTo>
                    <a:pt x="5406236" y="2727"/>
                  </a:lnTo>
                  <a:lnTo>
                    <a:pt x="5406945" y="2727"/>
                  </a:lnTo>
                  <a:lnTo>
                    <a:pt x="5407654" y="2727"/>
                  </a:lnTo>
                  <a:lnTo>
                    <a:pt x="5408363" y="2727"/>
                  </a:lnTo>
                  <a:lnTo>
                    <a:pt x="5409071" y="2727"/>
                  </a:lnTo>
                  <a:lnTo>
                    <a:pt x="5409780" y="2727"/>
                  </a:lnTo>
                  <a:lnTo>
                    <a:pt x="5410489" y="2727"/>
                  </a:lnTo>
                  <a:lnTo>
                    <a:pt x="5411198" y="2727"/>
                  </a:lnTo>
                  <a:lnTo>
                    <a:pt x="5411907" y="2727"/>
                  </a:lnTo>
                  <a:lnTo>
                    <a:pt x="5412616" y="2727"/>
                  </a:lnTo>
                  <a:lnTo>
                    <a:pt x="5413324" y="2727"/>
                  </a:lnTo>
                  <a:lnTo>
                    <a:pt x="5414033" y="2727"/>
                  </a:lnTo>
                  <a:lnTo>
                    <a:pt x="5414742" y="2727"/>
                  </a:lnTo>
                  <a:lnTo>
                    <a:pt x="5415451" y="2727"/>
                  </a:lnTo>
                  <a:lnTo>
                    <a:pt x="5416160" y="2727"/>
                  </a:lnTo>
                  <a:lnTo>
                    <a:pt x="5416869" y="2727"/>
                  </a:lnTo>
                  <a:lnTo>
                    <a:pt x="5416869" y="2479"/>
                  </a:lnTo>
                  <a:lnTo>
                    <a:pt x="5417577" y="2479"/>
                  </a:lnTo>
                  <a:lnTo>
                    <a:pt x="5418286" y="2479"/>
                  </a:lnTo>
                  <a:lnTo>
                    <a:pt x="5418995" y="2479"/>
                  </a:lnTo>
                  <a:lnTo>
                    <a:pt x="5419704" y="2479"/>
                  </a:lnTo>
                  <a:lnTo>
                    <a:pt x="5420413" y="2479"/>
                  </a:lnTo>
                  <a:lnTo>
                    <a:pt x="5421121" y="2479"/>
                  </a:lnTo>
                  <a:lnTo>
                    <a:pt x="5421830" y="2479"/>
                  </a:lnTo>
                  <a:lnTo>
                    <a:pt x="5422539" y="2479"/>
                  </a:lnTo>
                  <a:lnTo>
                    <a:pt x="5423248" y="2479"/>
                  </a:lnTo>
                  <a:lnTo>
                    <a:pt x="5423957" y="2479"/>
                  </a:lnTo>
                  <a:lnTo>
                    <a:pt x="5424666" y="2479"/>
                  </a:lnTo>
                  <a:lnTo>
                    <a:pt x="5425374" y="2479"/>
                  </a:lnTo>
                  <a:lnTo>
                    <a:pt x="5426083" y="2479"/>
                  </a:lnTo>
                  <a:lnTo>
                    <a:pt x="5426792" y="2479"/>
                  </a:lnTo>
                  <a:lnTo>
                    <a:pt x="5427501" y="2479"/>
                  </a:lnTo>
                  <a:lnTo>
                    <a:pt x="5428210" y="2479"/>
                  </a:lnTo>
                  <a:lnTo>
                    <a:pt x="5428919" y="2479"/>
                  </a:lnTo>
                  <a:lnTo>
                    <a:pt x="5429627" y="2479"/>
                  </a:lnTo>
                  <a:lnTo>
                    <a:pt x="5430336" y="2479"/>
                  </a:lnTo>
                  <a:lnTo>
                    <a:pt x="5431045" y="2479"/>
                  </a:lnTo>
                  <a:lnTo>
                    <a:pt x="5431754" y="2479"/>
                  </a:lnTo>
                  <a:lnTo>
                    <a:pt x="5432463" y="2479"/>
                  </a:lnTo>
                  <a:lnTo>
                    <a:pt x="5433172" y="2479"/>
                  </a:lnTo>
                  <a:lnTo>
                    <a:pt x="5433880" y="2479"/>
                  </a:lnTo>
                  <a:lnTo>
                    <a:pt x="5434589" y="2479"/>
                  </a:lnTo>
                  <a:lnTo>
                    <a:pt x="5435298" y="2479"/>
                  </a:lnTo>
                  <a:lnTo>
                    <a:pt x="5436007" y="2479"/>
                  </a:lnTo>
                  <a:lnTo>
                    <a:pt x="5436716" y="2479"/>
                  </a:lnTo>
                  <a:lnTo>
                    <a:pt x="5437425" y="2479"/>
                  </a:lnTo>
                  <a:lnTo>
                    <a:pt x="5438133" y="2479"/>
                  </a:lnTo>
                  <a:lnTo>
                    <a:pt x="5438842" y="2479"/>
                  </a:lnTo>
                  <a:lnTo>
                    <a:pt x="5439551" y="2479"/>
                  </a:lnTo>
                  <a:lnTo>
                    <a:pt x="5440260" y="2479"/>
                  </a:lnTo>
                  <a:lnTo>
                    <a:pt x="5440969" y="2479"/>
                  </a:lnTo>
                  <a:lnTo>
                    <a:pt x="5441678" y="2479"/>
                  </a:lnTo>
                  <a:lnTo>
                    <a:pt x="5442386" y="2479"/>
                  </a:lnTo>
                  <a:lnTo>
                    <a:pt x="5443095" y="2479"/>
                  </a:lnTo>
                  <a:lnTo>
                    <a:pt x="5443804" y="2479"/>
                  </a:lnTo>
                  <a:lnTo>
                    <a:pt x="5444513" y="2479"/>
                  </a:lnTo>
                  <a:lnTo>
                    <a:pt x="5445222" y="2479"/>
                  </a:lnTo>
                  <a:lnTo>
                    <a:pt x="5445930" y="2479"/>
                  </a:lnTo>
                  <a:lnTo>
                    <a:pt x="5446639" y="2479"/>
                  </a:lnTo>
                  <a:lnTo>
                    <a:pt x="5447348" y="2479"/>
                  </a:lnTo>
                  <a:lnTo>
                    <a:pt x="5448057" y="2479"/>
                  </a:lnTo>
                  <a:lnTo>
                    <a:pt x="5448766" y="2479"/>
                  </a:lnTo>
                  <a:lnTo>
                    <a:pt x="5449475" y="2479"/>
                  </a:lnTo>
                  <a:lnTo>
                    <a:pt x="5450183" y="2479"/>
                  </a:lnTo>
                  <a:lnTo>
                    <a:pt x="5450892" y="2479"/>
                  </a:lnTo>
                  <a:lnTo>
                    <a:pt x="5451601" y="2479"/>
                  </a:lnTo>
                  <a:lnTo>
                    <a:pt x="5452310" y="2479"/>
                  </a:lnTo>
                  <a:lnTo>
                    <a:pt x="5453019" y="2479"/>
                  </a:lnTo>
                  <a:lnTo>
                    <a:pt x="5453728" y="2479"/>
                  </a:lnTo>
                  <a:lnTo>
                    <a:pt x="5454436" y="2479"/>
                  </a:lnTo>
                  <a:lnTo>
                    <a:pt x="5455145" y="2479"/>
                  </a:lnTo>
                  <a:lnTo>
                    <a:pt x="5455854" y="2479"/>
                  </a:lnTo>
                  <a:lnTo>
                    <a:pt x="5456563" y="2479"/>
                  </a:lnTo>
                  <a:lnTo>
                    <a:pt x="5457272" y="2479"/>
                  </a:lnTo>
                  <a:lnTo>
                    <a:pt x="5457981" y="2479"/>
                  </a:lnTo>
                  <a:lnTo>
                    <a:pt x="5458689" y="2479"/>
                  </a:lnTo>
                  <a:lnTo>
                    <a:pt x="5459398" y="2479"/>
                  </a:lnTo>
                  <a:lnTo>
                    <a:pt x="5460107" y="2479"/>
                  </a:lnTo>
                  <a:lnTo>
                    <a:pt x="5460816" y="2479"/>
                  </a:lnTo>
                  <a:lnTo>
                    <a:pt x="5461525" y="2479"/>
                  </a:lnTo>
                  <a:lnTo>
                    <a:pt x="5462234" y="2479"/>
                  </a:lnTo>
                  <a:lnTo>
                    <a:pt x="5462942" y="2479"/>
                  </a:lnTo>
                  <a:lnTo>
                    <a:pt x="5463651" y="2479"/>
                  </a:lnTo>
                  <a:lnTo>
                    <a:pt x="5464360" y="2479"/>
                  </a:lnTo>
                  <a:lnTo>
                    <a:pt x="5465069" y="2479"/>
                  </a:lnTo>
                  <a:lnTo>
                    <a:pt x="5465778" y="2479"/>
                  </a:lnTo>
                  <a:lnTo>
                    <a:pt x="5466487" y="2479"/>
                  </a:lnTo>
                  <a:lnTo>
                    <a:pt x="5467195" y="2479"/>
                  </a:lnTo>
                  <a:lnTo>
                    <a:pt x="5467904" y="2479"/>
                  </a:lnTo>
                  <a:lnTo>
                    <a:pt x="5468613" y="2479"/>
                  </a:lnTo>
                  <a:lnTo>
                    <a:pt x="5469322" y="2479"/>
                  </a:lnTo>
                  <a:lnTo>
                    <a:pt x="5470031" y="2479"/>
                  </a:lnTo>
                  <a:lnTo>
                    <a:pt x="5470740" y="2479"/>
                  </a:lnTo>
                  <a:lnTo>
                    <a:pt x="5471448" y="2479"/>
                  </a:lnTo>
                  <a:lnTo>
                    <a:pt x="5472157" y="2479"/>
                  </a:lnTo>
                  <a:lnTo>
                    <a:pt x="5472157" y="2231"/>
                  </a:lnTo>
                  <a:lnTo>
                    <a:pt x="5472866" y="2231"/>
                  </a:lnTo>
                  <a:lnTo>
                    <a:pt x="5473575" y="2231"/>
                  </a:lnTo>
                  <a:lnTo>
                    <a:pt x="5474284" y="2231"/>
                  </a:lnTo>
                  <a:lnTo>
                    <a:pt x="5474992" y="2231"/>
                  </a:lnTo>
                  <a:lnTo>
                    <a:pt x="5475701" y="2231"/>
                  </a:lnTo>
                  <a:lnTo>
                    <a:pt x="5476410" y="2231"/>
                  </a:lnTo>
                  <a:lnTo>
                    <a:pt x="5477119" y="2231"/>
                  </a:lnTo>
                  <a:lnTo>
                    <a:pt x="5477828" y="2231"/>
                  </a:lnTo>
                  <a:lnTo>
                    <a:pt x="5478537" y="2231"/>
                  </a:lnTo>
                  <a:lnTo>
                    <a:pt x="5479245" y="2231"/>
                  </a:lnTo>
                  <a:lnTo>
                    <a:pt x="5479954" y="2231"/>
                  </a:lnTo>
                  <a:lnTo>
                    <a:pt x="5480663" y="2231"/>
                  </a:lnTo>
                  <a:lnTo>
                    <a:pt x="5481372" y="2231"/>
                  </a:lnTo>
                  <a:lnTo>
                    <a:pt x="5482081" y="2231"/>
                  </a:lnTo>
                  <a:lnTo>
                    <a:pt x="5482790" y="2231"/>
                  </a:lnTo>
                  <a:lnTo>
                    <a:pt x="5483498" y="2231"/>
                  </a:lnTo>
                  <a:lnTo>
                    <a:pt x="5484207" y="2231"/>
                  </a:lnTo>
                  <a:lnTo>
                    <a:pt x="5484916" y="2231"/>
                  </a:lnTo>
                  <a:lnTo>
                    <a:pt x="5485625" y="2231"/>
                  </a:lnTo>
                  <a:lnTo>
                    <a:pt x="5486334" y="2231"/>
                  </a:lnTo>
                  <a:lnTo>
                    <a:pt x="5487043" y="2231"/>
                  </a:lnTo>
                  <a:lnTo>
                    <a:pt x="5487751" y="2231"/>
                  </a:lnTo>
                  <a:lnTo>
                    <a:pt x="5488460" y="2231"/>
                  </a:lnTo>
                  <a:lnTo>
                    <a:pt x="5489169" y="2231"/>
                  </a:lnTo>
                  <a:lnTo>
                    <a:pt x="5489878" y="2231"/>
                  </a:lnTo>
                  <a:lnTo>
                    <a:pt x="5490587" y="2231"/>
                  </a:lnTo>
                  <a:lnTo>
                    <a:pt x="5491296" y="2231"/>
                  </a:lnTo>
                  <a:lnTo>
                    <a:pt x="5492004" y="2231"/>
                  </a:lnTo>
                  <a:lnTo>
                    <a:pt x="5492713" y="2231"/>
                  </a:lnTo>
                  <a:lnTo>
                    <a:pt x="5493422" y="2231"/>
                  </a:lnTo>
                  <a:lnTo>
                    <a:pt x="5494131" y="2231"/>
                  </a:lnTo>
                  <a:lnTo>
                    <a:pt x="5494840" y="2231"/>
                  </a:lnTo>
                  <a:lnTo>
                    <a:pt x="5495549" y="2231"/>
                  </a:lnTo>
                  <a:lnTo>
                    <a:pt x="5496257" y="2231"/>
                  </a:lnTo>
                  <a:lnTo>
                    <a:pt x="5496966" y="2231"/>
                  </a:lnTo>
                  <a:lnTo>
                    <a:pt x="5497675" y="2231"/>
                  </a:lnTo>
                  <a:lnTo>
                    <a:pt x="5498384" y="2231"/>
                  </a:lnTo>
                  <a:lnTo>
                    <a:pt x="5499093" y="2231"/>
                  </a:lnTo>
                  <a:lnTo>
                    <a:pt x="5499801" y="2231"/>
                  </a:lnTo>
                  <a:lnTo>
                    <a:pt x="5500510" y="2231"/>
                  </a:lnTo>
                  <a:lnTo>
                    <a:pt x="5501219" y="2231"/>
                  </a:lnTo>
                  <a:lnTo>
                    <a:pt x="5501928" y="2231"/>
                  </a:lnTo>
                  <a:lnTo>
                    <a:pt x="5502637" y="2231"/>
                  </a:lnTo>
                  <a:lnTo>
                    <a:pt x="5503346" y="2231"/>
                  </a:lnTo>
                  <a:lnTo>
                    <a:pt x="5504054" y="2231"/>
                  </a:lnTo>
                  <a:lnTo>
                    <a:pt x="5504763" y="2231"/>
                  </a:lnTo>
                  <a:lnTo>
                    <a:pt x="5505472" y="2231"/>
                  </a:lnTo>
                  <a:lnTo>
                    <a:pt x="5506181" y="2231"/>
                  </a:lnTo>
                  <a:lnTo>
                    <a:pt x="5506890" y="2231"/>
                  </a:lnTo>
                  <a:lnTo>
                    <a:pt x="5507599" y="2231"/>
                  </a:lnTo>
                  <a:lnTo>
                    <a:pt x="5508307" y="2231"/>
                  </a:lnTo>
                  <a:lnTo>
                    <a:pt x="5509016" y="2231"/>
                  </a:lnTo>
                  <a:lnTo>
                    <a:pt x="5509725" y="2231"/>
                  </a:lnTo>
                  <a:lnTo>
                    <a:pt x="5510434" y="2231"/>
                  </a:lnTo>
                  <a:lnTo>
                    <a:pt x="5511143" y="2231"/>
                  </a:lnTo>
                  <a:lnTo>
                    <a:pt x="5511852" y="2231"/>
                  </a:lnTo>
                  <a:lnTo>
                    <a:pt x="5512560" y="2231"/>
                  </a:lnTo>
                  <a:lnTo>
                    <a:pt x="5513269" y="2231"/>
                  </a:lnTo>
                  <a:lnTo>
                    <a:pt x="5513978" y="2231"/>
                  </a:lnTo>
                  <a:lnTo>
                    <a:pt x="5514687" y="2231"/>
                  </a:lnTo>
                  <a:lnTo>
                    <a:pt x="5515396" y="2231"/>
                  </a:lnTo>
                  <a:lnTo>
                    <a:pt x="5516105" y="2231"/>
                  </a:lnTo>
                  <a:lnTo>
                    <a:pt x="5516813" y="2231"/>
                  </a:lnTo>
                  <a:lnTo>
                    <a:pt x="5517522" y="2231"/>
                  </a:lnTo>
                  <a:lnTo>
                    <a:pt x="5518231" y="2231"/>
                  </a:lnTo>
                  <a:lnTo>
                    <a:pt x="5518940" y="2231"/>
                  </a:lnTo>
                  <a:lnTo>
                    <a:pt x="5519649" y="2231"/>
                  </a:lnTo>
                  <a:lnTo>
                    <a:pt x="5520358" y="2231"/>
                  </a:lnTo>
                  <a:lnTo>
                    <a:pt x="5521066" y="2231"/>
                  </a:lnTo>
                  <a:lnTo>
                    <a:pt x="5521775" y="2231"/>
                  </a:lnTo>
                  <a:lnTo>
                    <a:pt x="5522484" y="2231"/>
                  </a:lnTo>
                  <a:lnTo>
                    <a:pt x="5523193" y="2231"/>
                  </a:lnTo>
                  <a:lnTo>
                    <a:pt x="5523902" y="2231"/>
                  </a:lnTo>
                  <a:lnTo>
                    <a:pt x="5524610" y="2231"/>
                  </a:lnTo>
                  <a:lnTo>
                    <a:pt x="5525319" y="2231"/>
                  </a:lnTo>
                  <a:lnTo>
                    <a:pt x="5526028" y="2231"/>
                  </a:lnTo>
                  <a:lnTo>
                    <a:pt x="5526737" y="2231"/>
                  </a:lnTo>
                  <a:lnTo>
                    <a:pt x="5527446" y="2231"/>
                  </a:lnTo>
                  <a:lnTo>
                    <a:pt x="5528155" y="2231"/>
                  </a:lnTo>
                  <a:lnTo>
                    <a:pt x="5528863" y="2231"/>
                  </a:lnTo>
                  <a:lnTo>
                    <a:pt x="5529572" y="2231"/>
                  </a:lnTo>
                  <a:lnTo>
                    <a:pt x="5529572" y="1983"/>
                  </a:lnTo>
                  <a:lnTo>
                    <a:pt x="5530281" y="1983"/>
                  </a:lnTo>
                  <a:lnTo>
                    <a:pt x="5530990" y="1983"/>
                  </a:lnTo>
                  <a:lnTo>
                    <a:pt x="5531699" y="1983"/>
                  </a:lnTo>
                  <a:lnTo>
                    <a:pt x="5532408" y="1983"/>
                  </a:lnTo>
                  <a:lnTo>
                    <a:pt x="5533116" y="1983"/>
                  </a:lnTo>
                  <a:lnTo>
                    <a:pt x="5533825" y="1983"/>
                  </a:lnTo>
                  <a:lnTo>
                    <a:pt x="5534534" y="1983"/>
                  </a:lnTo>
                  <a:lnTo>
                    <a:pt x="5535243" y="1983"/>
                  </a:lnTo>
                  <a:lnTo>
                    <a:pt x="5535952" y="1983"/>
                  </a:lnTo>
                  <a:lnTo>
                    <a:pt x="5536661" y="1983"/>
                  </a:lnTo>
                  <a:lnTo>
                    <a:pt x="5537369" y="1983"/>
                  </a:lnTo>
                  <a:lnTo>
                    <a:pt x="5538078" y="1983"/>
                  </a:lnTo>
                  <a:lnTo>
                    <a:pt x="5538787" y="1983"/>
                  </a:lnTo>
                  <a:lnTo>
                    <a:pt x="5539496" y="1983"/>
                  </a:lnTo>
                  <a:lnTo>
                    <a:pt x="5540205" y="1983"/>
                  </a:lnTo>
                  <a:lnTo>
                    <a:pt x="5540914" y="1983"/>
                  </a:lnTo>
                  <a:lnTo>
                    <a:pt x="5541622" y="1983"/>
                  </a:lnTo>
                  <a:lnTo>
                    <a:pt x="5542331" y="1983"/>
                  </a:lnTo>
                  <a:lnTo>
                    <a:pt x="5543040" y="1983"/>
                  </a:lnTo>
                  <a:lnTo>
                    <a:pt x="5543749" y="1983"/>
                  </a:lnTo>
                  <a:lnTo>
                    <a:pt x="5544458" y="1983"/>
                  </a:lnTo>
                  <a:lnTo>
                    <a:pt x="5545167" y="1983"/>
                  </a:lnTo>
                  <a:lnTo>
                    <a:pt x="5545875" y="1983"/>
                  </a:lnTo>
                  <a:lnTo>
                    <a:pt x="5546584" y="1983"/>
                  </a:lnTo>
                  <a:lnTo>
                    <a:pt x="5547293" y="1983"/>
                  </a:lnTo>
                  <a:lnTo>
                    <a:pt x="5548002" y="1983"/>
                  </a:lnTo>
                  <a:lnTo>
                    <a:pt x="5548711" y="1983"/>
                  </a:lnTo>
                  <a:lnTo>
                    <a:pt x="5549419" y="1983"/>
                  </a:lnTo>
                  <a:lnTo>
                    <a:pt x="5550128" y="1983"/>
                  </a:lnTo>
                  <a:lnTo>
                    <a:pt x="5550837" y="1983"/>
                  </a:lnTo>
                  <a:lnTo>
                    <a:pt x="5551546" y="1983"/>
                  </a:lnTo>
                  <a:lnTo>
                    <a:pt x="5551546" y="1735"/>
                  </a:lnTo>
                  <a:lnTo>
                    <a:pt x="5552255" y="1735"/>
                  </a:lnTo>
                  <a:lnTo>
                    <a:pt x="5552964" y="1735"/>
                  </a:lnTo>
                  <a:lnTo>
                    <a:pt x="5553672" y="1735"/>
                  </a:lnTo>
                  <a:lnTo>
                    <a:pt x="5554381" y="1735"/>
                  </a:lnTo>
                  <a:lnTo>
                    <a:pt x="5555090" y="1735"/>
                  </a:lnTo>
                  <a:lnTo>
                    <a:pt x="5555799" y="1735"/>
                  </a:lnTo>
                  <a:lnTo>
                    <a:pt x="5556508" y="1735"/>
                  </a:lnTo>
                  <a:lnTo>
                    <a:pt x="5557217" y="1735"/>
                  </a:lnTo>
                  <a:lnTo>
                    <a:pt x="5557925" y="1735"/>
                  </a:lnTo>
                  <a:lnTo>
                    <a:pt x="5558634" y="1735"/>
                  </a:lnTo>
                  <a:lnTo>
                    <a:pt x="5559343" y="1735"/>
                  </a:lnTo>
                  <a:lnTo>
                    <a:pt x="5560052" y="1735"/>
                  </a:lnTo>
                  <a:lnTo>
                    <a:pt x="5560761" y="1735"/>
                  </a:lnTo>
                  <a:lnTo>
                    <a:pt x="5561470" y="1735"/>
                  </a:lnTo>
                  <a:lnTo>
                    <a:pt x="5562178" y="1735"/>
                  </a:lnTo>
                  <a:lnTo>
                    <a:pt x="5562887" y="1735"/>
                  </a:lnTo>
                  <a:lnTo>
                    <a:pt x="5563596" y="1735"/>
                  </a:lnTo>
                  <a:lnTo>
                    <a:pt x="5564305" y="1735"/>
                  </a:lnTo>
                  <a:lnTo>
                    <a:pt x="5565014" y="1735"/>
                  </a:lnTo>
                  <a:lnTo>
                    <a:pt x="5565723" y="1735"/>
                  </a:lnTo>
                  <a:lnTo>
                    <a:pt x="5566431" y="1735"/>
                  </a:lnTo>
                  <a:lnTo>
                    <a:pt x="5567140" y="1735"/>
                  </a:lnTo>
                  <a:lnTo>
                    <a:pt x="5567849" y="1735"/>
                  </a:lnTo>
                  <a:lnTo>
                    <a:pt x="5568558" y="1735"/>
                  </a:lnTo>
                  <a:lnTo>
                    <a:pt x="5569267" y="1735"/>
                  </a:lnTo>
                  <a:lnTo>
                    <a:pt x="5569976" y="1735"/>
                  </a:lnTo>
                  <a:lnTo>
                    <a:pt x="5570684" y="1735"/>
                  </a:lnTo>
                  <a:lnTo>
                    <a:pt x="5571393" y="1735"/>
                  </a:lnTo>
                  <a:lnTo>
                    <a:pt x="5572102" y="1735"/>
                  </a:lnTo>
                  <a:lnTo>
                    <a:pt x="5572811" y="1735"/>
                  </a:lnTo>
                  <a:lnTo>
                    <a:pt x="5573520" y="1735"/>
                  </a:lnTo>
                  <a:lnTo>
                    <a:pt x="5574228" y="1735"/>
                  </a:lnTo>
                  <a:lnTo>
                    <a:pt x="5574937" y="1735"/>
                  </a:lnTo>
                  <a:lnTo>
                    <a:pt x="5575646" y="1735"/>
                  </a:lnTo>
                  <a:lnTo>
                    <a:pt x="5576355" y="1735"/>
                  </a:lnTo>
                  <a:lnTo>
                    <a:pt x="5577064" y="1735"/>
                  </a:lnTo>
                  <a:lnTo>
                    <a:pt x="5577773" y="1735"/>
                  </a:lnTo>
                  <a:lnTo>
                    <a:pt x="5578481" y="1735"/>
                  </a:lnTo>
                  <a:lnTo>
                    <a:pt x="5579190" y="1735"/>
                  </a:lnTo>
                  <a:lnTo>
                    <a:pt x="5579899" y="1735"/>
                  </a:lnTo>
                  <a:lnTo>
                    <a:pt x="5580608" y="1735"/>
                  </a:lnTo>
                  <a:lnTo>
                    <a:pt x="5581317" y="1735"/>
                  </a:lnTo>
                  <a:lnTo>
                    <a:pt x="5582026" y="1735"/>
                  </a:lnTo>
                  <a:lnTo>
                    <a:pt x="5582734" y="1735"/>
                  </a:lnTo>
                  <a:lnTo>
                    <a:pt x="5583443" y="1735"/>
                  </a:lnTo>
                  <a:lnTo>
                    <a:pt x="5584152" y="1735"/>
                  </a:lnTo>
                  <a:lnTo>
                    <a:pt x="5584861" y="1735"/>
                  </a:lnTo>
                  <a:lnTo>
                    <a:pt x="5585570" y="1735"/>
                  </a:lnTo>
                  <a:lnTo>
                    <a:pt x="5586279" y="1735"/>
                  </a:lnTo>
                  <a:lnTo>
                    <a:pt x="5586987" y="1735"/>
                  </a:lnTo>
                  <a:lnTo>
                    <a:pt x="5587696" y="1735"/>
                  </a:lnTo>
                  <a:lnTo>
                    <a:pt x="5588405" y="1735"/>
                  </a:lnTo>
                  <a:lnTo>
                    <a:pt x="5589114" y="1735"/>
                  </a:lnTo>
                  <a:lnTo>
                    <a:pt x="5589823" y="1735"/>
                  </a:lnTo>
                  <a:lnTo>
                    <a:pt x="5590532" y="1735"/>
                  </a:lnTo>
                  <a:lnTo>
                    <a:pt x="5591240" y="1735"/>
                  </a:lnTo>
                  <a:lnTo>
                    <a:pt x="5591949" y="1735"/>
                  </a:lnTo>
                  <a:lnTo>
                    <a:pt x="5592658" y="1735"/>
                  </a:lnTo>
                  <a:lnTo>
                    <a:pt x="5593367" y="1735"/>
                  </a:lnTo>
                  <a:lnTo>
                    <a:pt x="5594076" y="1735"/>
                  </a:lnTo>
                  <a:lnTo>
                    <a:pt x="5594785" y="1735"/>
                  </a:lnTo>
                  <a:lnTo>
                    <a:pt x="5595493" y="1735"/>
                  </a:lnTo>
                  <a:lnTo>
                    <a:pt x="5596202" y="1735"/>
                  </a:lnTo>
                  <a:lnTo>
                    <a:pt x="5596911" y="1735"/>
                  </a:lnTo>
                  <a:lnTo>
                    <a:pt x="5597620" y="1735"/>
                  </a:lnTo>
                  <a:lnTo>
                    <a:pt x="5598329" y="1735"/>
                  </a:lnTo>
                  <a:lnTo>
                    <a:pt x="5599037" y="1735"/>
                  </a:lnTo>
                  <a:lnTo>
                    <a:pt x="5599746" y="1735"/>
                  </a:lnTo>
                  <a:lnTo>
                    <a:pt x="5600455" y="1735"/>
                  </a:lnTo>
                  <a:lnTo>
                    <a:pt x="5601164" y="1735"/>
                  </a:lnTo>
                  <a:lnTo>
                    <a:pt x="5601873" y="1735"/>
                  </a:lnTo>
                  <a:lnTo>
                    <a:pt x="5602582" y="1735"/>
                  </a:lnTo>
                  <a:lnTo>
                    <a:pt x="5603290" y="1735"/>
                  </a:lnTo>
                  <a:lnTo>
                    <a:pt x="5603999" y="1735"/>
                  </a:lnTo>
                  <a:lnTo>
                    <a:pt x="5604708" y="1735"/>
                  </a:lnTo>
                  <a:lnTo>
                    <a:pt x="5605417" y="1735"/>
                  </a:lnTo>
                  <a:lnTo>
                    <a:pt x="5606126" y="1735"/>
                  </a:lnTo>
                  <a:lnTo>
                    <a:pt x="5606835" y="1735"/>
                  </a:lnTo>
                  <a:lnTo>
                    <a:pt x="5607543" y="1735"/>
                  </a:lnTo>
                  <a:lnTo>
                    <a:pt x="5608252" y="1735"/>
                  </a:lnTo>
                  <a:lnTo>
                    <a:pt x="5608961" y="1735"/>
                  </a:lnTo>
                  <a:lnTo>
                    <a:pt x="5609670" y="1735"/>
                  </a:lnTo>
                  <a:lnTo>
                    <a:pt x="5610379" y="1735"/>
                  </a:lnTo>
                  <a:lnTo>
                    <a:pt x="5611088" y="1735"/>
                  </a:lnTo>
                  <a:lnTo>
                    <a:pt x="5611796" y="1735"/>
                  </a:lnTo>
                  <a:lnTo>
                    <a:pt x="5612505" y="1735"/>
                  </a:lnTo>
                  <a:lnTo>
                    <a:pt x="5613214" y="1735"/>
                  </a:lnTo>
                  <a:lnTo>
                    <a:pt x="5613923" y="1735"/>
                  </a:lnTo>
                  <a:lnTo>
                    <a:pt x="5614632" y="1735"/>
                  </a:lnTo>
                  <a:lnTo>
                    <a:pt x="5615341" y="1735"/>
                  </a:lnTo>
                  <a:lnTo>
                    <a:pt x="5616049" y="1735"/>
                  </a:lnTo>
                  <a:lnTo>
                    <a:pt x="5616758" y="1735"/>
                  </a:lnTo>
                  <a:lnTo>
                    <a:pt x="5617467" y="1735"/>
                  </a:lnTo>
                  <a:lnTo>
                    <a:pt x="5618176" y="1735"/>
                  </a:lnTo>
                  <a:lnTo>
                    <a:pt x="5618885" y="1735"/>
                  </a:lnTo>
                  <a:lnTo>
                    <a:pt x="5619594" y="1735"/>
                  </a:lnTo>
                  <a:lnTo>
                    <a:pt x="5620302" y="1735"/>
                  </a:lnTo>
                  <a:lnTo>
                    <a:pt x="5621011" y="1735"/>
                  </a:lnTo>
                  <a:lnTo>
                    <a:pt x="5621720" y="1735"/>
                  </a:lnTo>
                  <a:lnTo>
                    <a:pt x="5622429" y="1735"/>
                  </a:lnTo>
                  <a:lnTo>
                    <a:pt x="5623138" y="1735"/>
                  </a:lnTo>
                  <a:lnTo>
                    <a:pt x="5623847" y="1735"/>
                  </a:lnTo>
                  <a:lnTo>
                    <a:pt x="5624555" y="1735"/>
                  </a:lnTo>
                  <a:lnTo>
                    <a:pt x="5625264" y="1735"/>
                  </a:lnTo>
                  <a:lnTo>
                    <a:pt x="5625973" y="1735"/>
                  </a:lnTo>
                  <a:lnTo>
                    <a:pt x="5626682" y="1735"/>
                  </a:lnTo>
                  <a:lnTo>
                    <a:pt x="5627391" y="1735"/>
                  </a:lnTo>
                  <a:lnTo>
                    <a:pt x="5628099" y="1735"/>
                  </a:lnTo>
                  <a:lnTo>
                    <a:pt x="5628808" y="1735"/>
                  </a:lnTo>
                  <a:lnTo>
                    <a:pt x="5629517" y="1735"/>
                  </a:lnTo>
                  <a:lnTo>
                    <a:pt x="5630226" y="1735"/>
                  </a:lnTo>
                  <a:lnTo>
                    <a:pt x="5630935" y="1735"/>
                  </a:lnTo>
                  <a:lnTo>
                    <a:pt x="5631644" y="1735"/>
                  </a:lnTo>
                  <a:lnTo>
                    <a:pt x="5632352" y="1735"/>
                  </a:lnTo>
                  <a:lnTo>
                    <a:pt x="5633061" y="1735"/>
                  </a:lnTo>
                  <a:lnTo>
                    <a:pt x="5633770" y="1735"/>
                  </a:lnTo>
                  <a:lnTo>
                    <a:pt x="5634479" y="1735"/>
                  </a:lnTo>
                  <a:lnTo>
                    <a:pt x="5635188" y="1735"/>
                  </a:lnTo>
                  <a:lnTo>
                    <a:pt x="5635897" y="1735"/>
                  </a:lnTo>
                  <a:lnTo>
                    <a:pt x="5636605" y="1735"/>
                  </a:lnTo>
                  <a:lnTo>
                    <a:pt x="5637314" y="1735"/>
                  </a:lnTo>
                  <a:lnTo>
                    <a:pt x="5638023" y="1735"/>
                  </a:lnTo>
                  <a:lnTo>
                    <a:pt x="5638732" y="1735"/>
                  </a:lnTo>
                  <a:lnTo>
                    <a:pt x="5639441" y="1735"/>
                  </a:lnTo>
                  <a:lnTo>
                    <a:pt x="5640150" y="1735"/>
                  </a:lnTo>
                  <a:lnTo>
                    <a:pt x="5640858" y="1735"/>
                  </a:lnTo>
                  <a:lnTo>
                    <a:pt x="5641567" y="1735"/>
                  </a:lnTo>
                  <a:lnTo>
                    <a:pt x="5642276" y="1735"/>
                  </a:lnTo>
                  <a:lnTo>
                    <a:pt x="5642985" y="1735"/>
                  </a:lnTo>
                  <a:lnTo>
                    <a:pt x="5643694" y="1735"/>
                  </a:lnTo>
                  <a:lnTo>
                    <a:pt x="5644403" y="1735"/>
                  </a:lnTo>
                  <a:lnTo>
                    <a:pt x="5645111" y="1735"/>
                  </a:lnTo>
                  <a:lnTo>
                    <a:pt x="5645820" y="1735"/>
                  </a:lnTo>
                  <a:lnTo>
                    <a:pt x="5646529" y="1735"/>
                  </a:lnTo>
                  <a:lnTo>
                    <a:pt x="5647238" y="1735"/>
                  </a:lnTo>
                  <a:lnTo>
                    <a:pt x="5647947" y="1735"/>
                  </a:lnTo>
                  <a:lnTo>
                    <a:pt x="5648656" y="1735"/>
                  </a:lnTo>
                  <a:lnTo>
                    <a:pt x="5649364" y="1735"/>
                  </a:lnTo>
                  <a:lnTo>
                    <a:pt x="5650073" y="1735"/>
                  </a:lnTo>
                  <a:lnTo>
                    <a:pt x="5650782" y="1735"/>
                  </a:lnTo>
                  <a:lnTo>
                    <a:pt x="5651491" y="1735"/>
                  </a:lnTo>
                  <a:lnTo>
                    <a:pt x="5652200" y="1735"/>
                  </a:lnTo>
                  <a:lnTo>
                    <a:pt x="5652908" y="1735"/>
                  </a:lnTo>
                  <a:lnTo>
                    <a:pt x="5653617" y="1735"/>
                  </a:lnTo>
                  <a:lnTo>
                    <a:pt x="5654326" y="1735"/>
                  </a:lnTo>
                  <a:lnTo>
                    <a:pt x="5655035" y="1735"/>
                  </a:lnTo>
                  <a:lnTo>
                    <a:pt x="5655744" y="1735"/>
                  </a:lnTo>
                  <a:lnTo>
                    <a:pt x="5656453" y="1735"/>
                  </a:lnTo>
                  <a:lnTo>
                    <a:pt x="5657161" y="1735"/>
                  </a:lnTo>
                  <a:lnTo>
                    <a:pt x="5657870" y="1735"/>
                  </a:lnTo>
                  <a:lnTo>
                    <a:pt x="5658579" y="1735"/>
                  </a:lnTo>
                  <a:lnTo>
                    <a:pt x="5659288" y="1735"/>
                  </a:lnTo>
                  <a:lnTo>
                    <a:pt x="5659997" y="1735"/>
                  </a:lnTo>
                  <a:lnTo>
                    <a:pt x="5660706" y="1735"/>
                  </a:lnTo>
                  <a:lnTo>
                    <a:pt x="5661414" y="1735"/>
                  </a:lnTo>
                  <a:lnTo>
                    <a:pt x="5662123" y="1735"/>
                  </a:lnTo>
                  <a:lnTo>
                    <a:pt x="5662832" y="1735"/>
                  </a:lnTo>
                  <a:lnTo>
                    <a:pt x="5663541" y="1735"/>
                  </a:lnTo>
                  <a:lnTo>
                    <a:pt x="5664250" y="1735"/>
                  </a:lnTo>
                  <a:lnTo>
                    <a:pt x="5664959" y="1735"/>
                  </a:lnTo>
                  <a:lnTo>
                    <a:pt x="5665667" y="1735"/>
                  </a:lnTo>
                  <a:lnTo>
                    <a:pt x="5666376" y="1735"/>
                  </a:lnTo>
                  <a:lnTo>
                    <a:pt x="5667085" y="1735"/>
                  </a:lnTo>
                  <a:lnTo>
                    <a:pt x="5667794" y="1735"/>
                  </a:lnTo>
                  <a:lnTo>
                    <a:pt x="5668503" y="1735"/>
                  </a:lnTo>
                  <a:lnTo>
                    <a:pt x="5669212" y="1735"/>
                  </a:lnTo>
                  <a:lnTo>
                    <a:pt x="5669920" y="1735"/>
                  </a:lnTo>
                  <a:lnTo>
                    <a:pt x="5670629" y="1735"/>
                  </a:lnTo>
                  <a:lnTo>
                    <a:pt x="5671338" y="1735"/>
                  </a:lnTo>
                  <a:lnTo>
                    <a:pt x="5672047" y="1735"/>
                  </a:lnTo>
                  <a:lnTo>
                    <a:pt x="5672756" y="1735"/>
                  </a:lnTo>
                  <a:lnTo>
                    <a:pt x="5673465" y="1735"/>
                  </a:lnTo>
                  <a:lnTo>
                    <a:pt x="5674173" y="1735"/>
                  </a:lnTo>
                  <a:lnTo>
                    <a:pt x="5674882" y="1735"/>
                  </a:lnTo>
                  <a:lnTo>
                    <a:pt x="5675591" y="1735"/>
                  </a:lnTo>
                  <a:lnTo>
                    <a:pt x="5676300" y="1735"/>
                  </a:lnTo>
                  <a:lnTo>
                    <a:pt x="5677009" y="1735"/>
                  </a:lnTo>
                  <a:lnTo>
                    <a:pt x="5677717" y="1735"/>
                  </a:lnTo>
                  <a:lnTo>
                    <a:pt x="5678426" y="1735"/>
                  </a:lnTo>
                  <a:lnTo>
                    <a:pt x="5679135" y="1735"/>
                  </a:lnTo>
                  <a:lnTo>
                    <a:pt x="5679844" y="1735"/>
                  </a:lnTo>
                  <a:lnTo>
                    <a:pt x="5680553" y="1735"/>
                  </a:lnTo>
                  <a:lnTo>
                    <a:pt x="5681262" y="1735"/>
                  </a:lnTo>
                  <a:lnTo>
                    <a:pt x="5681970" y="1735"/>
                  </a:lnTo>
                  <a:lnTo>
                    <a:pt x="5682679" y="1735"/>
                  </a:lnTo>
                  <a:lnTo>
                    <a:pt x="5683388" y="1735"/>
                  </a:lnTo>
                  <a:lnTo>
                    <a:pt x="5684097" y="1735"/>
                  </a:lnTo>
                  <a:lnTo>
                    <a:pt x="5684806" y="1735"/>
                  </a:lnTo>
                  <a:lnTo>
                    <a:pt x="5685515" y="1735"/>
                  </a:lnTo>
                  <a:lnTo>
                    <a:pt x="5686223" y="1735"/>
                  </a:lnTo>
                  <a:lnTo>
                    <a:pt x="5686932" y="1735"/>
                  </a:lnTo>
                  <a:lnTo>
                    <a:pt x="5687641" y="1735"/>
                  </a:lnTo>
                  <a:lnTo>
                    <a:pt x="5688350" y="1735"/>
                  </a:lnTo>
                  <a:lnTo>
                    <a:pt x="5689059" y="1735"/>
                  </a:lnTo>
                  <a:lnTo>
                    <a:pt x="5689059" y="1487"/>
                  </a:lnTo>
                  <a:lnTo>
                    <a:pt x="5689768" y="1487"/>
                  </a:lnTo>
                  <a:lnTo>
                    <a:pt x="5690476" y="1487"/>
                  </a:lnTo>
                  <a:lnTo>
                    <a:pt x="5691185" y="1487"/>
                  </a:lnTo>
                  <a:lnTo>
                    <a:pt x="5691894" y="1487"/>
                  </a:lnTo>
                  <a:lnTo>
                    <a:pt x="5692603" y="1487"/>
                  </a:lnTo>
                  <a:lnTo>
                    <a:pt x="5693312" y="1487"/>
                  </a:lnTo>
                  <a:lnTo>
                    <a:pt x="5694021" y="1487"/>
                  </a:lnTo>
                  <a:lnTo>
                    <a:pt x="5694729" y="1487"/>
                  </a:lnTo>
                  <a:lnTo>
                    <a:pt x="5695438" y="1487"/>
                  </a:lnTo>
                  <a:lnTo>
                    <a:pt x="5696147" y="1487"/>
                  </a:lnTo>
                  <a:lnTo>
                    <a:pt x="5696147" y="1239"/>
                  </a:lnTo>
                  <a:lnTo>
                    <a:pt x="5696856" y="1239"/>
                  </a:lnTo>
                  <a:lnTo>
                    <a:pt x="5697565" y="1239"/>
                  </a:lnTo>
                  <a:lnTo>
                    <a:pt x="5698274" y="1239"/>
                  </a:lnTo>
                  <a:lnTo>
                    <a:pt x="5698982" y="1239"/>
                  </a:lnTo>
                  <a:lnTo>
                    <a:pt x="5699691" y="1239"/>
                  </a:lnTo>
                  <a:lnTo>
                    <a:pt x="5700400" y="1239"/>
                  </a:lnTo>
                  <a:lnTo>
                    <a:pt x="5701109" y="1239"/>
                  </a:lnTo>
                  <a:lnTo>
                    <a:pt x="5701818" y="1239"/>
                  </a:lnTo>
                  <a:lnTo>
                    <a:pt x="5702526" y="1239"/>
                  </a:lnTo>
                  <a:lnTo>
                    <a:pt x="5703235" y="1239"/>
                  </a:lnTo>
                  <a:lnTo>
                    <a:pt x="5703944" y="1239"/>
                  </a:lnTo>
                  <a:lnTo>
                    <a:pt x="5704653" y="1239"/>
                  </a:lnTo>
                  <a:lnTo>
                    <a:pt x="5705362" y="1239"/>
                  </a:lnTo>
                  <a:lnTo>
                    <a:pt x="5706071" y="1239"/>
                  </a:lnTo>
                  <a:lnTo>
                    <a:pt x="5706779" y="1239"/>
                  </a:lnTo>
                  <a:lnTo>
                    <a:pt x="5707488" y="1239"/>
                  </a:lnTo>
                  <a:lnTo>
                    <a:pt x="5708197" y="1239"/>
                  </a:lnTo>
                  <a:lnTo>
                    <a:pt x="5708906" y="1239"/>
                  </a:lnTo>
                  <a:lnTo>
                    <a:pt x="5709615" y="1239"/>
                  </a:lnTo>
                  <a:lnTo>
                    <a:pt x="5710324" y="1239"/>
                  </a:lnTo>
                  <a:lnTo>
                    <a:pt x="5711032" y="1239"/>
                  </a:lnTo>
                  <a:lnTo>
                    <a:pt x="5711741" y="1239"/>
                  </a:lnTo>
                  <a:lnTo>
                    <a:pt x="5712450" y="1239"/>
                  </a:lnTo>
                  <a:lnTo>
                    <a:pt x="5713159" y="1239"/>
                  </a:lnTo>
                  <a:lnTo>
                    <a:pt x="5713868" y="1239"/>
                  </a:lnTo>
                  <a:lnTo>
                    <a:pt x="5714577" y="1239"/>
                  </a:lnTo>
                  <a:lnTo>
                    <a:pt x="5715285" y="1239"/>
                  </a:lnTo>
                  <a:lnTo>
                    <a:pt x="5715994" y="1239"/>
                  </a:lnTo>
                  <a:lnTo>
                    <a:pt x="5716703" y="1239"/>
                  </a:lnTo>
                  <a:lnTo>
                    <a:pt x="5717412" y="1239"/>
                  </a:lnTo>
                  <a:lnTo>
                    <a:pt x="5718121" y="1239"/>
                  </a:lnTo>
                  <a:lnTo>
                    <a:pt x="5718830" y="1239"/>
                  </a:lnTo>
                  <a:lnTo>
                    <a:pt x="5719538" y="1239"/>
                  </a:lnTo>
                  <a:lnTo>
                    <a:pt x="5720247" y="1239"/>
                  </a:lnTo>
                  <a:lnTo>
                    <a:pt x="5720956" y="1239"/>
                  </a:lnTo>
                  <a:lnTo>
                    <a:pt x="5721665" y="1239"/>
                  </a:lnTo>
                  <a:lnTo>
                    <a:pt x="5722374" y="1239"/>
                  </a:lnTo>
                  <a:lnTo>
                    <a:pt x="5723083" y="1239"/>
                  </a:lnTo>
                  <a:lnTo>
                    <a:pt x="5723791" y="1239"/>
                  </a:lnTo>
                  <a:lnTo>
                    <a:pt x="5724500" y="1239"/>
                  </a:lnTo>
                  <a:lnTo>
                    <a:pt x="5725209" y="1239"/>
                  </a:lnTo>
                  <a:lnTo>
                    <a:pt x="5725918" y="1239"/>
                  </a:lnTo>
                  <a:lnTo>
                    <a:pt x="5726627" y="1239"/>
                  </a:lnTo>
                  <a:lnTo>
                    <a:pt x="5727335" y="1239"/>
                  </a:lnTo>
                  <a:lnTo>
                    <a:pt x="5728044" y="1239"/>
                  </a:lnTo>
                  <a:lnTo>
                    <a:pt x="5728753" y="1239"/>
                  </a:lnTo>
                  <a:lnTo>
                    <a:pt x="5729462" y="1239"/>
                  </a:lnTo>
                  <a:lnTo>
                    <a:pt x="5730171" y="1239"/>
                  </a:lnTo>
                  <a:lnTo>
                    <a:pt x="5730880" y="1239"/>
                  </a:lnTo>
                  <a:lnTo>
                    <a:pt x="5731588" y="1239"/>
                  </a:lnTo>
                  <a:lnTo>
                    <a:pt x="5731588" y="991"/>
                  </a:lnTo>
                  <a:lnTo>
                    <a:pt x="5732297" y="991"/>
                  </a:lnTo>
                  <a:lnTo>
                    <a:pt x="5733006" y="991"/>
                  </a:lnTo>
                  <a:lnTo>
                    <a:pt x="5733715" y="991"/>
                  </a:lnTo>
                  <a:lnTo>
                    <a:pt x="5734424" y="991"/>
                  </a:lnTo>
                  <a:lnTo>
                    <a:pt x="5735133" y="991"/>
                  </a:lnTo>
                  <a:lnTo>
                    <a:pt x="5735841" y="991"/>
                  </a:lnTo>
                  <a:lnTo>
                    <a:pt x="5736550" y="991"/>
                  </a:lnTo>
                  <a:lnTo>
                    <a:pt x="5737259" y="991"/>
                  </a:lnTo>
                  <a:lnTo>
                    <a:pt x="5737968" y="991"/>
                  </a:lnTo>
                  <a:lnTo>
                    <a:pt x="5738677" y="991"/>
                  </a:lnTo>
                  <a:lnTo>
                    <a:pt x="5739386" y="991"/>
                  </a:lnTo>
                  <a:lnTo>
                    <a:pt x="5740094" y="991"/>
                  </a:lnTo>
                  <a:lnTo>
                    <a:pt x="5740803" y="991"/>
                  </a:lnTo>
                  <a:lnTo>
                    <a:pt x="5741512" y="991"/>
                  </a:lnTo>
                  <a:lnTo>
                    <a:pt x="5742221" y="991"/>
                  </a:lnTo>
                  <a:lnTo>
                    <a:pt x="5742930" y="991"/>
                  </a:lnTo>
                  <a:lnTo>
                    <a:pt x="5743639" y="991"/>
                  </a:lnTo>
                  <a:lnTo>
                    <a:pt x="5744347" y="991"/>
                  </a:lnTo>
                  <a:lnTo>
                    <a:pt x="5745056" y="991"/>
                  </a:lnTo>
                  <a:lnTo>
                    <a:pt x="5745765" y="991"/>
                  </a:lnTo>
                  <a:lnTo>
                    <a:pt x="5746474" y="991"/>
                  </a:lnTo>
                  <a:lnTo>
                    <a:pt x="5747183" y="991"/>
                  </a:lnTo>
                  <a:lnTo>
                    <a:pt x="5747892" y="991"/>
                  </a:lnTo>
                  <a:lnTo>
                    <a:pt x="5748600" y="991"/>
                  </a:lnTo>
                  <a:lnTo>
                    <a:pt x="5749309" y="991"/>
                  </a:lnTo>
                  <a:lnTo>
                    <a:pt x="5750018" y="991"/>
                  </a:lnTo>
                  <a:lnTo>
                    <a:pt x="5750727" y="991"/>
                  </a:lnTo>
                  <a:lnTo>
                    <a:pt x="5751436" y="991"/>
                  </a:lnTo>
                  <a:lnTo>
                    <a:pt x="5752144" y="991"/>
                  </a:lnTo>
                  <a:lnTo>
                    <a:pt x="5752853" y="991"/>
                  </a:lnTo>
                  <a:lnTo>
                    <a:pt x="5753562" y="991"/>
                  </a:lnTo>
                  <a:lnTo>
                    <a:pt x="5754271" y="991"/>
                  </a:lnTo>
                  <a:lnTo>
                    <a:pt x="5754980" y="991"/>
                  </a:lnTo>
                  <a:lnTo>
                    <a:pt x="5755689" y="991"/>
                  </a:lnTo>
                  <a:lnTo>
                    <a:pt x="5756397" y="991"/>
                  </a:lnTo>
                  <a:lnTo>
                    <a:pt x="5757106" y="991"/>
                  </a:lnTo>
                  <a:lnTo>
                    <a:pt x="5757815" y="991"/>
                  </a:lnTo>
                  <a:lnTo>
                    <a:pt x="5758524" y="991"/>
                  </a:lnTo>
                  <a:lnTo>
                    <a:pt x="5759233" y="991"/>
                  </a:lnTo>
                  <a:lnTo>
                    <a:pt x="5759942" y="991"/>
                  </a:lnTo>
                  <a:lnTo>
                    <a:pt x="5760650" y="991"/>
                  </a:lnTo>
                  <a:lnTo>
                    <a:pt x="5761359" y="991"/>
                  </a:lnTo>
                  <a:lnTo>
                    <a:pt x="5762068" y="991"/>
                  </a:lnTo>
                  <a:lnTo>
                    <a:pt x="5762777" y="991"/>
                  </a:lnTo>
                  <a:lnTo>
                    <a:pt x="5763486" y="991"/>
                  </a:lnTo>
                  <a:lnTo>
                    <a:pt x="5764195" y="991"/>
                  </a:lnTo>
                  <a:lnTo>
                    <a:pt x="5764903" y="991"/>
                  </a:lnTo>
                  <a:lnTo>
                    <a:pt x="5765612" y="991"/>
                  </a:lnTo>
                  <a:lnTo>
                    <a:pt x="5766321" y="991"/>
                  </a:lnTo>
                  <a:lnTo>
                    <a:pt x="5767030" y="991"/>
                  </a:lnTo>
                  <a:lnTo>
                    <a:pt x="5767739" y="991"/>
                  </a:lnTo>
                  <a:lnTo>
                    <a:pt x="5768448" y="991"/>
                  </a:lnTo>
                  <a:lnTo>
                    <a:pt x="5769156" y="991"/>
                  </a:lnTo>
                  <a:lnTo>
                    <a:pt x="5769865" y="991"/>
                  </a:lnTo>
                  <a:lnTo>
                    <a:pt x="5770574" y="991"/>
                  </a:lnTo>
                  <a:lnTo>
                    <a:pt x="5771283" y="991"/>
                  </a:lnTo>
                  <a:lnTo>
                    <a:pt x="5771992" y="991"/>
                  </a:lnTo>
                  <a:lnTo>
                    <a:pt x="5772701" y="991"/>
                  </a:lnTo>
                  <a:lnTo>
                    <a:pt x="5773409" y="991"/>
                  </a:lnTo>
                  <a:lnTo>
                    <a:pt x="5774118" y="991"/>
                  </a:lnTo>
                  <a:lnTo>
                    <a:pt x="5774827" y="991"/>
                  </a:lnTo>
                  <a:lnTo>
                    <a:pt x="5775536" y="991"/>
                  </a:lnTo>
                  <a:lnTo>
                    <a:pt x="5776245" y="991"/>
                  </a:lnTo>
                  <a:lnTo>
                    <a:pt x="5776954" y="991"/>
                  </a:lnTo>
                  <a:lnTo>
                    <a:pt x="5777662" y="991"/>
                  </a:lnTo>
                  <a:lnTo>
                    <a:pt x="5778371" y="991"/>
                  </a:lnTo>
                  <a:lnTo>
                    <a:pt x="5779080" y="991"/>
                  </a:lnTo>
                  <a:lnTo>
                    <a:pt x="5779789" y="991"/>
                  </a:lnTo>
                  <a:lnTo>
                    <a:pt x="5780498" y="991"/>
                  </a:lnTo>
                  <a:lnTo>
                    <a:pt x="5781206" y="991"/>
                  </a:lnTo>
                  <a:lnTo>
                    <a:pt x="5781915" y="991"/>
                  </a:lnTo>
                  <a:lnTo>
                    <a:pt x="5782624" y="991"/>
                  </a:lnTo>
                  <a:lnTo>
                    <a:pt x="5783333" y="991"/>
                  </a:lnTo>
                  <a:lnTo>
                    <a:pt x="5784042" y="991"/>
                  </a:lnTo>
                  <a:lnTo>
                    <a:pt x="5784751" y="991"/>
                  </a:lnTo>
                  <a:lnTo>
                    <a:pt x="5785459" y="991"/>
                  </a:lnTo>
                  <a:lnTo>
                    <a:pt x="5786168" y="991"/>
                  </a:lnTo>
                  <a:lnTo>
                    <a:pt x="5786877" y="991"/>
                  </a:lnTo>
                  <a:lnTo>
                    <a:pt x="5787586" y="991"/>
                  </a:lnTo>
                  <a:lnTo>
                    <a:pt x="5788295" y="991"/>
                  </a:lnTo>
                  <a:lnTo>
                    <a:pt x="5789004" y="991"/>
                  </a:lnTo>
                  <a:lnTo>
                    <a:pt x="5789004" y="743"/>
                  </a:lnTo>
                  <a:lnTo>
                    <a:pt x="5789712" y="743"/>
                  </a:lnTo>
                  <a:lnTo>
                    <a:pt x="5790421" y="743"/>
                  </a:lnTo>
                  <a:lnTo>
                    <a:pt x="5791130" y="743"/>
                  </a:lnTo>
                  <a:lnTo>
                    <a:pt x="5791839" y="743"/>
                  </a:lnTo>
                  <a:lnTo>
                    <a:pt x="5792548" y="743"/>
                  </a:lnTo>
                  <a:lnTo>
                    <a:pt x="5793257" y="743"/>
                  </a:lnTo>
                  <a:lnTo>
                    <a:pt x="5793965" y="743"/>
                  </a:lnTo>
                  <a:lnTo>
                    <a:pt x="5794674" y="743"/>
                  </a:lnTo>
                  <a:lnTo>
                    <a:pt x="5795383" y="743"/>
                  </a:lnTo>
                  <a:lnTo>
                    <a:pt x="5796092" y="743"/>
                  </a:lnTo>
                  <a:lnTo>
                    <a:pt x="5796801" y="743"/>
                  </a:lnTo>
                  <a:lnTo>
                    <a:pt x="5797510" y="743"/>
                  </a:lnTo>
                  <a:lnTo>
                    <a:pt x="5798218" y="743"/>
                  </a:lnTo>
                  <a:lnTo>
                    <a:pt x="5798927" y="743"/>
                  </a:lnTo>
                  <a:lnTo>
                    <a:pt x="5799636" y="743"/>
                  </a:lnTo>
                  <a:lnTo>
                    <a:pt x="5800345" y="743"/>
                  </a:lnTo>
                  <a:lnTo>
                    <a:pt x="5801054" y="743"/>
                  </a:lnTo>
                  <a:lnTo>
                    <a:pt x="5801763" y="743"/>
                  </a:lnTo>
                  <a:lnTo>
                    <a:pt x="5802471" y="743"/>
                  </a:lnTo>
                  <a:lnTo>
                    <a:pt x="5803180" y="743"/>
                  </a:lnTo>
                  <a:lnTo>
                    <a:pt x="5803889" y="743"/>
                  </a:lnTo>
                  <a:lnTo>
                    <a:pt x="5804598" y="743"/>
                  </a:lnTo>
                  <a:lnTo>
                    <a:pt x="5805307" y="743"/>
                  </a:lnTo>
                  <a:lnTo>
                    <a:pt x="5806015" y="743"/>
                  </a:lnTo>
                  <a:lnTo>
                    <a:pt x="5806724" y="743"/>
                  </a:lnTo>
                  <a:lnTo>
                    <a:pt x="5807433" y="743"/>
                  </a:lnTo>
                  <a:lnTo>
                    <a:pt x="5808142" y="743"/>
                  </a:lnTo>
                  <a:lnTo>
                    <a:pt x="5808851" y="743"/>
                  </a:lnTo>
                  <a:lnTo>
                    <a:pt x="5809560" y="743"/>
                  </a:lnTo>
                  <a:lnTo>
                    <a:pt x="5810268" y="743"/>
                  </a:lnTo>
                  <a:lnTo>
                    <a:pt x="5810977" y="743"/>
                  </a:lnTo>
                  <a:lnTo>
                    <a:pt x="5811686" y="743"/>
                  </a:lnTo>
                  <a:lnTo>
                    <a:pt x="5812395" y="743"/>
                  </a:lnTo>
                  <a:lnTo>
                    <a:pt x="5813104" y="743"/>
                  </a:lnTo>
                  <a:lnTo>
                    <a:pt x="5813813" y="743"/>
                  </a:lnTo>
                  <a:lnTo>
                    <a:pt x="5814521" y="743"/>
                  </a:lnTo>
                  <a:lnTo>
                    <a:pt x="5815230" y="743"/>
                  </a:lnTo>
                  <a:lnTo>
                    <a:pt x="5815939" y="743"/>
                  </a:lnTo>
                  <a:lnTo>
                    <a:pt x="5816648" y="743"/>
                  </a:lnTo>
                  <a:lnTo>
                    <a:pt x="5817357" y="743"/>
                  </a:lnTo>
                  <a:lnTo>
                    <a:pt x="5818066" y="743"/>
                  </a:lnTo>
                  <a:lnTo>
                    <a:pt x="5818774" y="743"/>
                  </a:lnTo>
                  <a:lnTo>
                    <a:pt x="5819483" y="743"/>
                  </a:lnTo>
                  <a:lnTo>
                    <a:pt x="5820192" y="743"/>
                  </a:lnTo>
                  <a:lnTo>
                    <a:pt x="5820901" y="743"/>
                  </a:lnTo>
                  <a:lnTo>
                    <a:pt x="5821610" y="743"/>
                  </a:lnTo>
                  <a:lnTo>
                    <a:pt x="5822319" y="743"/>
                  </a:lnTo>
                  <a:lnTo>
                    <a:pt x="5823027" y="743"/>
                  </a:lnTo>
                  <a:lnTo>
                    <a:pt x="5823736" y="743"/>
                  </a:lnTo>
                  <a:lnTo>
                    <a:pt x="5824445" y="743"/>
                  </a:lnTo>
                  <a:lnTo>
                    <a:pt x="5825154" y="743"/>
                  </a:lnTo>
                  <a:lnTo>
                    <a:pt x="5825863" y="743"/>
                  </a:lnTo>
                  <a:lnTo>
                    <a:pt x="5826572" y="743"/>
                  </a:lnTo>
                  <a:lnTo>
                    <a:pt x="5827280" y="743"/>
                  </a:lnTo>
                  <a:lnTo>
                    <a:pt x="5827989" y="743"/>
                  </a:lnTo>
                  <a:lnTo>
                    <a:pt x="5828698" y="743"/>
                  </a:lnTo>
                  <a:lnTo>
                    <a:pt x="5829407" y="743"/>
                  </a:lnTo>
                  <a:lnTo>
                    <a:pt x="5830116" y="743"/>
                  </a:lnTo>
                  <a:lnTo>
                    <a:pt x="5830824" y="743"/>
                  </a:lnTo>
                  <a:lnTo>
                    <a:pt x="5831533" y="743"/>
                  </a:lnTo>
                  <a:lnTo>
                    <a:pt x="5832242" y="743"/>
                  </a:lnTo>
                  <a:lnTo>
                    <a:pt x="5832951" y="743"/>
                  </a:lnTo>
                  <a:lnTo>
                    <a:pt x="5833660" y="743"/>
                  </a:lnTo>
                  <a:lnTo>
                    <a:pt x="5834369" y="743"/>
                  </a:lnTo>
                  <a:lnTo>
                    <a:pt x="5835077" y="743"/>
                  </a:lnTo>
                  <a:lnTo>
                    <a:pt x="5835786" y="743"/>
                  </a:lnTo>
                  <a:lnTo>
                    <a:pt x="5836495" y="743"/>
                  </a:lnTo>
                  <a:lnTo>
                    <a:pt x="5837204" y="743"/>
                  </a:lnTo>
                  <a:lnTo>
                    <a:pt x="5837913" y="743"/>
                  </a:lnTo>
                  <a:lnTo>
                    <a:pt x="5838622" y="743"/>
                  </a:lnTo>
                  <a:lnTo>
                    <a:pt x="5839330" y="743"/>
                  </a:lnTo>
                  <a:lnTo>
                    <a:pt x="5840039" y="743"/>
                  </a:lnTo>
                  <a:lnTo>
                    <a:pt x="5840748" y="743"/>
                  </a:lnTo>
                  <a:lnTo>
                    <a:pt x="5841457" y="743"/>
                  </a:lnTo>
                  <a:lnTo>
                    <a:pt x="5842166" y="743"/>
                  </a:lnTo>
                  <a:lnTo>
                    <a:pt x="5842875" y="743"/>
                  </a:lnTo>
                  <a:lnTo>
                    <a:pt x="5843583" y="743"/>
                  </a:lnTo>
                  <a:lnTo>
                    <a:pt x="5844292" y="743"/>
                  </a:lnTo>
                  <a:lnTo>
                    <a:pt x="5845001" y="743"/>
                  </a:lnTo>
                  <a:lnTo>
                    <a:pt x="5845710" y="743"/>
                  </a:lnTo>
                  <a:lnTo>
                    <a:pt x="5846419" y="743"/>
                  </a:lnTo>
                  <a:lnTo>
                    <a:pt x="5847128" y="743"/>
                  </a:lnTo>
                  <a:lnTo>
                    <a:pt x="5847836" y="743"/>
                  </a:lnTo>
                  <a:lnTo>
                    <a:pt x="5848545" y="743"/>
                  </a:lnTo>
                  <a:lnTo>
                    <a:pt x="5849254" y="743"/>
                  </a:lnTo>
                  <a:lnTo>
                    <a:pt x="5849963" y="743"/>
                  </a:lnTo>
                  <a:lnTo>
                    <a:pt x="5850672" y="743"/>
                  </a:lnTo>
                  <a:lnTo>
                    <a:pt x="5851381" y="743"/>
                  </a:lnTo>
                  <a:lnTo>
                    <a:pt x="5852089" y="743"/>
                  </a:lnTo>
                  <a:lnTo>
                    <a:pt x="5852798" y="743"/>
                  </a:lnTo>
                  <a:lnTo>
                    <a:pt x="5853507" y="743"/>
                  </a:lnTo>
                  <a:lnTo>
                    <a:pt x="5854216" y="743"/>
                  </a:lnTo>
                  <a:lnTo>
                    <a:pt x="5854925" y="743"/>
                  </a:lnTo>
                  <a:lnTo>
                    <a:pt x="5855633" y="743"/>
                  </a:lnTo>
                  <a:lnTo>
                    <a:pt x="5856342" y="743"/>
                  </a:lnTo>
                  <a:lnTo>
                    <a:pt x="5857051" y="743"/>
                  </a:lnTo>
                  <a:lnTo>
                    <a:pt x="5857760" y="743"/>
                  </a:lnTo>
                  <a:lnTo>
                    <a:pt x="5858469" y="743"/>
                  </a:lnTo>
                  <a:lnTo>
                    <a:pt x="5859178" y="743"/>
                  </a:lnTo>
                  <a:lnTo>
                    <a:pt x="5859886" y="743"/>
                  </a:lnTo>
                  <a:lnTo>
                    <a:pt x="5860595" y="743"/>
                  </a:lnTo>
                  <a:lnTo>
                    <a:pt x="5861304" y="743"/>
                  </a:lnTo>
                  <a:lnTo>
                    <a:pt x="5862013" y="743"/>
                  </a:lnTo>
                  <a:lnTo>
                    <a:pt x="5862722" y="743"/>
                  </a:lnTo>
                  <a:lnTo>
                    <a:pt x="5863431" y="743"/>
                  </a:lnTo>
                  <a:lnTo>
                    <a:pt x="5864139" y="743"/>
                  </a:lnTo>
                  <a:lnTo>
                    <a:pt x="5864848" y="743"/>
                  </a:lnTo>
                  <a:lnTo>
                    <a:pt x="5865557" y="743"/>
                  </a:lnTo>
                  <a:lnTo>
                    <a:pt x="5866266" y="743"/>
                  </a:lnTo>
                  <a:lnTo>
                    <a:pt x="5866975" y="743"/>
                  </a:lnTo>
                  <a:lnTo>
                    <a:pt x="5867684" y="743"/>
                  </a:lnTo>
                  <a:lnTo>
                    <a:pt x="5868392" y="743"/>
                  </a:lnTo>
                  <a:lnTo>
                    <a:pt x="5869101" y="743"/>
                  </a:lnTo>
                  <a:lnTo>
                    <a:pt x="5869810" y="743"/>
                  </a:lnTo>
                  <a:lnTo>
                    <a:pt x="5870519" y="743"/>
                  </a:lnTo>
                  <a:lnTo>
                    <a:pt x="5871228" y="743"/>
                  </a:lnTo>
                  <a:lnTo>
                    <a:pt x="5871937" y="743"/>
                  </a:lnTo>
                  <a:lnTo>
                    <a:pt x="5872645" y="743"/>
                  </a:lnTo>
                  <a:lnTo>
                    <a:pt x="5873354" y="743"/>
                  </a:lnTo>
                  <a:lnTo>
                    <a:pt x="5874063" y="743"/>
                  </a:lnTo>
                  <a:lnTo>
                    <a:pt x="5874772" y="743"/>
                  </a:lnTo>
                  <a:lnTo>
                    <a:pt x="5875481" y="743"/>
                  </a:lnTo>
                  <a:lnTo>
                    <a:pt x="5876190" y="743"/>
                  </a:lnTo>
                  <a:lnTo>
                    <a:pt x="5876898" y="743"/>
                  </a:lnTo>
                  <a:lnTo>
                    <a:pt x="5877607" y="743"/>
                  </a:lnTo>
                  <a:lnTo>
                    <a:pt x="5878316" y="743"/>
                  </a:lnTo>
                  <a:lnTo>
                    <a:pt x="5879025" y="743"/>
                  </a:lnTo>
                  <a:lnTo>
                    <a:pt x="5879734" y="743"/>
                  </a:lnTo>
                  <a:lnTo>
                    <a:pt x="5880442" y="743"/>
                  </a:lnTo>
                  <a:lnTo>
                    <a:pt x="5881151" y="743"/>
                  </a:lnTo>
                  <a:lnTo>
                    <a:pt x="5881860" y="743"/>
                  </a:lnTo>
                  <a:lnTo>
                    <a:pt x="5882569" y="743"/>
                  </a:lnTo>
                  <a:lnTo>
                    <a:pt x="5883278" y="743"/>
                  </a:lnTo>
                  <a:lnTo>
                    <a:pt x="5883987" y="743"/>
                  </a:lnTo>
                  <a:lnTo>
                    <a:pt x="5884695" y="743"/>
                  </a:lnTo>
                  <a:lnTo>
                    <a:pt x="5885404" y="743"/>
                  </a:lnTo>
                  <a:lnTo>
                    <a:pt x="5886113" y="743"/>
                  </a:lnTo>
                  <a:lnTo>
                    <a:pt x="5886822" y="743"/>
                  </a:lnTo>
                  <a:lnTo>
                    <a:pt x="5887531" y="743"/>
                  </a:lnTo>
                  <a:lnTo>
                    <a:pt x="5888240" y="743"/>
                  </a:lnTo>
                  <a:lnTo>
                    <a:pt x="5888948" y="743"/>
                  </a:lnTo>
                  <a:lnTo>
                    <a:pt x="5889657" y="743"/>
                  </a:lnTo>
                  <a:lnTo>
                    <a:pt x="5890366" y="743"/>
                  </a:lnTo>
                  <a:lnTo>
                    <a:pt x="5891075" y="743"/>
                  </a:lnTo>
                  <a:lnTo>
                    <a:pt x="5891784" y="743"/>
                  </a:lnTo>
                  <a:lnTo>
                    <a:pt x="5891784" y="495"/>
                  </a:lnTo>
                  <a:lnTo>
                    <a:pt x="5892493" y="495"/>
                  </a:lnTo>
                  <a:lnTo>
                    <a:pt x="5893201" y="495"/>
                  </a:lnTo>
                  <a:lnTo>
                    <a:pt x="5893910" y="495"/>
                  </a:lnTo>
                  <a:lnTo>
                    <a:pt x="5894619" y="495"/>
                  </a:lnTo>
                  <a:lnTo>
                    <a:pt x="5895328" y="495"/>
                  </a:lnTo>
                  <a:lnTo>
                    <a:pt x="5896037" y="495"/>
                  </a:lnTo>
                  <a:lnTo>
                    <a:pt x="5896746" y="495"/>
                  </a:lnTo>
                  <a:lnTo>
                    <a:pt x="5897454" y="495"/>
                  </a:lnTo>
                  <a:lnTo>
                    <a:pt x="5898163" y="495"/>
                  </a:lnTo>
                  <a:lnTo>
                    <a:pt x="5898872" y="495"/>
                  </a:lnTo>
                  <a:lnTo>
                    <a:pt x="5899581" y="495"/>
                  </a:lnTo>
                  <a:lnTo>
                    <a:pt x="5900290" y="495"/>
                  </a:lnTo>
                  <a:lnTo>
                    <a:pt x="5900999" y="495"/>
                  </a:lnTo>
                  <a:lnTo>
                    <a:pt x="5901707" y="495"/>
                  </a:lnTo>
                  <a:lnTo>
                    <a:pt x="5902416" y="495"/>
                  </a:lnTo>
                  <a:lnTo>
                    <a:pt x="5903125" y="495"/>
                  </a:lnTo>
                  <a:lnTo>
                    <a:pt x="5903834" y="495"/>
                  </a:lnTo>
                  <a:lnTo>
                    <a:pt x="5904543" y="495"/>
                  </a:lnTo>
                  <a:lnTo>
                    <a:pt x="5905252" y="495"/>
                  </a:lnTo>
                  <a:lnTo>
                    <a:pt x="5905960" y="495"/>
                  </a:lnTo>
                  <a:lnTo>
                    <a:pt x="5906669" y="495"/>
                  </a:lnTo>
                  <a:lnTo>
                    <a:pt x="5907378" y="495"/>
                  </a:lnTo>
                  <a:lnTo>
                    <a:pt x="5908087" y="495"/>
                  </a:lnTo>
                  <a:lnTo>
                    <a:pt x="5908796" y="495"/>
                  </a:lnTo>
                  <a:lnTo>
                    <a:pt x="5909504" y="495"/>
                  </a:lnTo>
                  <a:lnTo>
                    <a:pt x="5910213" y="495"/>
                  </a:lnTo>
                  <a:lnTo>
                    <a:pt x="5910922" y="495"/>
                  </a:lnTo>
                  <a:lnTo>
                    <a:pt x="5911631" y="495"/>
                  </a:lnTo>
                  <a:lnTo>
                    <a:pt x="5912340" y="495"/>
                  </a:lnTo>
                  <a:lnTo>
                    <a:pt x="5913049" y="495"/>
                  </a:lnTo>
                  <a:lnTo>
                    <a:pt x="5913757" y="495"/>
                  </a:lnTo>
                  <a:lnTo>
                    <a:pt x="5914466" y="495"/>
                  </a:lnTo>
                  <a:lnTo>
                    <a:pt x="5915175" y="495"/>
                  </a:lnTo>
                  <a:lnTo>
                    <a:pt x="5915884" y="495"/>
                  </a:lnTo>
                  <a:lnTo>
                    <a:pt x="5916593" y="495"/>
                  </a:lnTo>
                  <a:lnTo>
                    <a:pt x="5917302" y="495"/>
                  </a:lnTo>
                  <a:lnTo>
                    <a:pt x="5918010" y="495"/>
                  </a:lnTo>
                  <a:lnTo>
                    <a:pt x="5918719" y="495"/>
                  </a:lnTo>
                  <a:lnTo>
                    <a:pt x="5919428" y="495"/>
                  </a:lnTo>
                  <a:lnTo>
                    <a:pt x="5920137" y="495"/>
                  </a:lnTo>
                  <a:lnTo>
                    <a:pt x="5920846" y="495"/>
                  </a:lnTo>
                  <a:lnTo>
                    <a:pt x="5921555" y="495"/>
                  </a:lnTo>
                  <a:lnTo>
                    <a:pt x="5922263" y="495"/>
                  </a:lnTo>
                  <a:lnTo>
                    <a:pt x="5922972" y="495"/>
                  </a:lnTo>
                  <a:lnTo>
                    <a:pt x="5923681" y="495"/>
                  </a:lnTo>
                  <a:lnTo>
                    <a:pt x="5924390" y="495"/>
                  </a:lnTo>
                  <a:lnTo>
                    <a:pt x="5925099" y="495"/>
                  </a:lnTo>
                  <a:lnTo>
                    <a:pt x="5925808" y="495"/>
                  </a:lnTo>
                  <a:lnTo>
                    <a:pt x="5926516" y="495"/>
                  </a:lnTo>
                  <a:lnTo>
                    <a:pt x="5927225" y="495"/>
                  </a:lnTo>
                  <a:lnTo>
                    <a:pt x="5927934" y="495"/>
                  </a:lnTo>
                  <a:lnTo>
                    <a:pt x="5928643" y="495"/>
                  </a:lnTo>
                  <a:lnTo>
                    <a:pt x="5929352" y="495"/>
                  </a:lnTo>
                  <a:lnTo>
                    <a:pt x="5930061" y="495"/>
                  </a:lnTo>
                  <a:lnTo>
                    <a:pt x="5930769" y="495"/>
                  </a:lnTo>
                  <a:lnTo>
                    <a:pt x="5931478" y="495"/>
                  </a:lnTo>
                  <a:lnTo>
                    <a:pt x="5932187" y="495"/>
                  </a:lnTo>
                  <a:lnTo>
                    <a:pt x="5932896" y="495"/>
                  </a:lnTo>
                  <a:lnTo>
                    <a:pt x="5933605" y="495"/>
                  </a:lnTo>
                  <a:lnTo>
                    <a:pt x="5934313" y="495"/>
                  </a:lnTo>
                  <a:lnTo>
                    <a:pt x="5935022" y="495"/>
                  </a:lnTo>
                  <a:lnTo>
                    <a:pt x="5935731" y="495"/>
                  </a:lnTo>
                  <a:lnTo>
                    <a:pt x="5936440" y="495"/>
                  </a:lnTo>
                  <a:lnTo>
                    <a:pt x="5937149" y="495"/>
                  </a:lnTo>
                  <a:lnTo>
                    <a:pt x="5937858" y="495"/>
                  </a:lnTo>
                  <a:lnTo>
                    <a:pt x="5938566" y="495"/>
                  </a:lnTo>
                  <a:lnTo>
                    <a:pt x="5939275" y="495"/>
                  </a:lnTo>
                  <a:lnTo>
                    <a:pt x="5939984" y="495"/>
                  </a:lnTo>
                  <a:lnTo>
                    <a:pt x="5940693" y="495"/>
                  </a:lnTo>
                  <a:lnTo>
                    <a:pt x="5941402" y="495"/>
                  </a:lnTo>
                  <a:lnTo>
                    <a:pt x="5942111" y="495"/>
                  </a:lnTo>
                  <a:lnTo>
                    <a:pt x="5942819" y="495"/>
                  </a:lnTo>
                  <a:lnTo>
                    <a:pt x="5943528" y="495"/>
                  </a:lnTo>
                  <a:lnTo>
                    <a:pt x="5944237" y="495"/>
                  </a:lnTo>
                  <a:lnTo>
                    <a:pt x="5944946" y="495"/>
                  </a:lnTo>
                  <a:lnTo>
                    <a:pt x="5945655" y="495"/>
                  </a:lnTo>
                  <a:lnTo>
                    <a:pt x="5946364" y="495"/>
                  </a:lnTo>
                  <a:lnTo>
                    <a:pt x="5947072" y="495"/>
                  </a:lnTo>
                  <a:lnTo>
                    <a:pt x="5947781" y="495"/>
                  </a:lnTo>
                  <a:lnTo>
                    <a:pt x="5948490" y="495"/>
                  </a:lnTo>
                  <a:lnTo>
                    <a:pt x="5949199" y="495"/>
                  </a:lnTo>
                  <a:lnTo>
                    <a:pt x="5949908" y="495"/>
                  </a:lnTo>
                  <a:lnTo>
                    <a:pt x="5950617" y="495"/>
                  </a:lnTo>
                  <a:lnTo>
                    <a:pt x="5951325" y="495"/>
                  </a:lnTo>
                  <a:lnTo>
                    <a:pt x="5952034" y="495"/>
                  </a:lnTo>
                  <a:lnTo>
                    <a:pt x="5952743" y="495"/>
                  </a:lnTo>
                  <a:lnTo>
                    <a:pt x="5953452" y="495"/>
                  </a:lnTo>
                  <a:lnTo>
                    <a:pt x="5954161" y="495"/>
                  </a:lnTo>
                  <a:lnTo>
                    <a:pt x="5954870" y="495"/>
                  </a:lnTo>
                  <a:lnTo>
                    <a:pt x="5955578" y="495"/>
                  </a:lnTo>
                  <a:lnTo>
                    <a:pt x="5956287" y="495"/>
                  </a:lnTo>
                  <a:lnTo>
                    <a:pt x="5956996" y="495"/>
                  </a:lnTo>
                  <a:lnTo>
                    <a:pt x="5957705" y="495"/>
                  </a:lnTo>
                  <a:lnTo>
                    <a:pt x="5958414" y="495"/>
                  </a:lnTo>
                  <a:lnTo>
                    <a:pt x="5959122" y="495"/>
                  </a:lnTo>
                  <a:lnTo>
                    <a:pt x="5959831" y="495"/>
                  </a:lnTo>
                  <a:lnTo>
                    <a:pt x="5960540" y="495"/>
                  </a:lnTo>
                  <a:lnTo>
                    <a:pt x="5961249" y="495"/>
                  </a:lnTo>
                  <a:lnTo>
                    <a:pt x="5961958" y="495"/>
                  </a:lnTo>
                  <a:lnTo>
                    <a:pt x="5962667" y="495"/>
                  </a:lnTo>
                  <a:lnTo>
                    <a:pt x="5963375" y="495"/>
                  </a:lnTo>
                  <a:lnTo>
                    <a:pt x="5964084" y="495"/>
                  </a:lnTo>
                  <a:lnTo>
                    <a:pt x="5964793" y="495"/>
                  </a:lnTo>
                  <a:lnTo>
                    <a:pt x="5965502" y="495"/>
                  </a:lnTo>
                  <a:lnTo>
                    <a:pt x="5966211" y="495"/>
                  </a:lnTo>
                  <a:lnTo>
                    <a:pt x="5966920" y="495"/>
                  </a:lnTo>
                  <a:lnTo>
                    <a:pt x="5967628" y="495"/>
                  </a:lnTo>
                  <a:lnTo>
                    <a:pt x="5968337" y="495"/>
                  </a:lnTo>
                  <a:lnTo>
                    <a:pt x="5969046" y="495"/>
                  </a:lnTo>
                  <a:lnTo>
                    <a:pt x="5969755" y="495"/>
                  </a:lnTo>
                  <a:lnTo>
                    <a:pt x="5970464" y="495"/>
                  </a:lnTo>
                  <a:lnTo>
                    <a:pt x="5971173" y="495"/>
                  </a:lnTo>
                  <a:lnTo>
                    <a:pt x="5971881" y="495"/>
                  </a:lnTo>
                  <a:lnTo>
                    <a:pt x="5972590" y="495"/>
                  </a:lnTo>
                  <a:lnTo>
                    <a:pt x="5972590" y="247"/>
                  </a:lnTo>
                  <a:lnTo>
                    <a:pt x="5973299" y="247"/>
                  </a:lnTo>
                  <a:lnTo>
                    <a:pt x="5974008" y="247"/>
                  </a:lnTo>
                  <a:lnTo>
                    <a:pt x="5974717" y="247"/>
                  </a:lnTo>
                  <a:lnTo>
                    <a:pt x="5975426" y="247"/>
                  </a:lnTo>
                  <a:lnTo>
                    <a:pt x="5976134" y="247"/>
                  </a:lnTo>
                  <a:lnTo>
                    <a:pt x="5976843" y="247"/>
                  </a:lnTo>
                  <a:lnTo>
                    <a:pt x="5977552" y="247"/>
                  </a:lnTo>
                  <a:lnTo>
                    <a:pt x="5978261" y="247"/>
                  </a:lnTo>
                  <a:lnTo>
                    <a:pt x="5978970" y="247"/>
                  </a:lnTo>
                  <a:lnTo>
                    <a:pt x="5979679" y="247"/>
                  </a:lnTo>
                  <a:lnTo>
                    <a:pt x="5980387" y="247"/>
                  </a:lnTo>
                  <a:lnTo>
                    <a:pt x="5981096" y="247"/>
                  </a:lnTo>
                  <a:lnTo>
                    <a:pt x="5981805" y="247"/>
                  </a:lnTo>
                  <a:lnTo>
                    <a:pt x="5982514" y="247"/>
                  </a:lnTo>
                  <a:lnTo>
                    <a:pt x="5983223" y="247"/>
                  </a:lnTo>
                  <a:lnTo>
                    <a:pt x="5983931" y="247"/>
                  </a:lnTo>
                  <a:lnTo>
                    <a:pt x="5984640" y="247"/>
                  </a:lnTo>
                  <a:lnTo>
                    <a:pt x="5985349" y="247"/>
                  </a:lnTo>
                  <a:lnTo>
                    <a:pt x="5986058" y="247"/>
                  </a:lnTo>
                  <a:lnTo>
                    <a:pt x="5986767" y="247"/>
                  </a:lnTo>
                  <a:lnTo>
                    <a:pt x="5987476" y="247"/>
                  </a:lnTo>
                  <a:lnTo>
                    <a:pt x="5988184" y="247"/>
                  </a:lnTo>
                  <a:lnTo>
                    <a:pt x="5988893" y="247"/>
                  </a:lnTo>
                  <a:lnTo>
                    <a:pt x="5989602" y="247"/>
                  </a:lnTo>
                  <a:lnTo>
                    <a:pt x="5990311" y="247"/>
                  </a:lnTo>
                  <a:lnTo>
                    <a:pt x="5991020" y="247"/>
                  </a:lnTo>
                  <a:lnTo>
                    <a:pt x="5991729" y="247"/>
                  </a:lnTo>
                  <a:lnTo>
                    <a:pt x="5992437" y="247"/>
                  </a:lnTo>
                  <a:lnTo>
                    <a:pt x="5993146" y="247"/>
                  </a:lnTo>
                  <a:lnTo>
                    <a:pt x="5993855" y="247"/>
                  </a:lnTo>
                  <a:lnTo>
                    <a:pt x="5994564" y="247"/>
                  </a:lnTo>
                  <a:lnTo>
                    <a:pt x="5995273" y="247"/>
                  </a:lnTo>
                  <a:lnTo>
                    <a:pt x="5995982" y="247"/>
                  </a:lnTo>
                  <a:lnTo>
                    <a:pt x="5996690" y="247"/>
                  </a:lnTo>
                  <a:lnTo>
                    <a:pt x="5997399" y="247"/>
                  </a:lnTo>
                  <a:lnTo>
                    <a:pt x="5998108" y="247"/>
                  </a:lnTo>
                  <a:lnTo>
                    <a:pt x="5998817" y="247"/>
                  </a:lnTo>
                  <a:lnTo>
                    <a:pt x="5999526" y="247"/>
                  </a:lnTo>
                  <a:lnTo>
                    <a:pt x="6000235" y="247"/>
                  </a:lnTo>
                  <a:lnTo>
                    <a:pt x="6000943" y="247"/>
                  </a:lnTo>
                  <a:lnTo>
                    <a:pt x="6001652" y="247"/>
                  </a:lnTo>
                  <a:lnTo>
                    <a:pt x="6002361" y="247"/>
                  </a:lnTo>
                  <a:lnTo>
                    <a:pt x="6003070" y="247"/>
                  </a:lnTo>
                  <a:lnTo>
                    <a:pt x="6003779" y="247"/>
                  </a:lnTo>
                  <a:lnTo>
                    <a:pt x="6004488" y="247"/>
                  </a:lnTo>
                  <a:lnTo>
                    <a:pt x="6005196" y="247"/>
                  </a:lnTo>
                  <a:lnTo>
                    <a:pt x="6005905" y="247"/>
                  </a:lnTo>
                  <a:lnTo>
                    <a:pt x="6006614" y="247"/>
                  </a:lnTo>
                  <a:lnTo>
                    <a:pt x="6007323" y="247"/>
                  </a:lnTo>
                  <a:lnTo>
                    <a:pt x="6008032" y="247"/>
                  </a:lnTo>
                  <a:lnTo>
                    <a:pt x="6008740" y="247"/>
                  </a:lnTo>
                  <a:lnTo>
                    <a:pt x="6009449" y="247"/>
                  </a:lnTo>
                  <a:lnTo>
                    <a:pt x="6010158" y="247"/>
                  </a:lnTo>
                  <a:lnTo>
                    <a:pt x="6010867" y="247"/>
                  </a:lnTo>
                  <a:lnTo>
                    <a:pt x="6011576" y="247"/>
                  </a:lnTo>
                  <a:lnTo>
                    <a:pt x="6012285" y="247"/>
                  </a:lnTo>
                  <a:lnTo>
                    <a:pt x="6012993" y="247"/>
                  </a:lnTo>
                  <a:lnTo>
                    <a:pt x="6013702" y="247"/>
                  </a:lnTo>
                  <a:lnTo>
                    <a:pt x="6014411" y="247"/>
                  </a:lnTo>
                  <a:lnTo>
                    <a:pt x="6015120" y="247"/>
                  </a:lnTo>
                  <a:lnTo>
                    <a:pt x="6015829" y="247"/>
                  </a:lnTo>
                  <a:lnTo>
                    <a:pt x="6016538" y="247"/>
                  </a:lnTo>
                  <a:lnTo>
                    <a:pt x="6017246" y="247"/>
                  </a:lnTo>
                  <a:lnTo>
                    <a:pt x="6017955" y="247"/>
                  </a:lnTo>
                  <a:lnTo>
                    <a:pt x="6018664" y="247"/>
                  </a:lnTo>
                  <a:lnTo>
                    <a:pt x="6019373" y="247"/>
                  </a:lnTo>
                  <a:lnTo>
                    <a:pt x="6020082" y="247"/>
                  </a:lnTo>
                  <a:lnTo>
                    <a:pt x="6020791" y="247"/>
                  </a:lnTo>
                  <a:lnTo>
                    <a:pt x="6021499" y="247"/>
                  </a:lnTo>
                  <a:lnTo>
                    <a:pt x="6022208" y="247"/>
                  </a:lnTo>
                  <a:lnTo>
                    <a:pt x="6022917" y="247"/>
                  </a:lnTo>
                  <a:lnTo>
                    <a:pt x="6023626" y="247"/>
                  </a:lnTo>
                  <a:lnTo>
                    <a:pt x="6024335" y="247"/>
                  </a:lnTo>
                  <a:lnTo>
                    <a:pt x="6025044" y="247"/>
                  </a:lnTo>
                  <a:lnTo>
                    <a:pt x="6025752" y="247"/>
                  </a:lnTo>
                  <a:lnTo>
                    <a:pt x="6026461" y="247"/>
                  </a:lnTo>
                  <a:lnTo>
                    <a:pt x="6027170" y="247"/>
                  </a:lnTo>
                  <a:lnTo>
                    <a:pt x="6027879" y="247"/>
                  </a:lnTo>
                  <a:lnTo>
                    <a:pt x="6028588" y="247"/>
                  </a:lnTo>
                  <a:lnTo>
                    <a:pt x="6029297" y="247"/>
                  </a:lnTo>
                  <a:lnTo>
                    <a:pt x="6030005" y="247"/>
                  </a:lnTo>
                  <a:lnTo>
                    <a:pt x="6030714" y="247"/>
                  </a:lnTo>
                  <a:lnTo>
                    <a:pt x="6031423" y="247"/>
                  </a:lnTo>
                  <a:lnTo>
                    <a:pt x="6032132" y="247"/>
                  </a:lnTo>
                  <a:lnTo>
                    <a:pt x="6032841" y="247"/>
                  </a:lnTo>
                  <a:lnTo>
                    <a:pt x="6033549" y="247"/>
                  </a:lnTo>
                  <a:lnTo>
                    <a:pt x="6033549" y="0"/>
                  </a:lnTo>
                  <a:lnTo>
                    <a:pt x="6034258" y="0"/>
                  </a:lnTo>
                  <a:lnTo>
                    <a:pt x="6034967" y="0"/>
                  </a:lnTo>
                  <a:lnTo>
                    <a:pt x="6035676" y="0"/>
                  </a:lnTo>
                  <a:lnTo>
                    <a:pt x="6036385" y="0"/>
                  </a:lnTo>
                  <a:lnTo>
                    <a:pt x="6037094" y="0"/>
                  </a:lnTo>
                  <a:lnTo>
                    <a:pt x="6037802" y="0"/>
                  </a:lnTo>
                  <a:lnTo>
                    <a:pt x="6038511" y="0"/>
                  </a:lnTo>
                  <a:lnTo>
                    <a:pt x="6039220" y="0"/>
                  </a:lnTo>
                  <a:lnTo>
                    <a:pt x="6039929" y="0"/>
                  </a:lnTo>
                  <a:lnTo>
                    <a:pt x="6040638" y="0"/>
                  </a:lnTo>
                  <a:lnTo>
                    <a:pt x="6041347" y="0"/>
                  </a:lnTo>
                  <a:lnTo>
                    <a:pt x="6042055" y="0"/>
                  </a:lnTo>
                  <a:lnTo>
                    <a:pt x="6042764" y="0"/>
                  </a:lnTo>
                  <a:lnTo>
                    <a:pt x="6043473" y="0"/>
                  </a:lnTo>
                  <a:lnTo>
                    <a:pt x="6044182" y="0"/>
                  </a:lnTo>
                  <a:lnTo>
                    <a:pt x="6044891" y="0"/>
                  </a:lnTo>
                  <a:lnTo>
                    <a:pt x="6045600" y="0"/>
                  </a:lnTo>
                  <a:lnTo>
                    <a:pt x="6046308" y="0"/>
                  </a:lnTo>
                  <a:lnTo>
                    <a:pt x="6047017" y="0"/>
                  </a:lnTo>
                  <a:lnTo>
                    <a:pt x="6047726" y="0"/>
                  </a:lnTo>
                  <a:lnTo>
                    <a:pt x="6048435" y="0"/>
                  </a:lnTo>
                  <a:lnTo>
                    <a:pt x="6049144" y="0"/>
                  </a:lnTo>
                  <a:lnTo>
                    <a:pt x="6049853" y="0"/>
                  </a:lnTo>
                  <a:lnTo>
                    <a:pt x="6050561" y="0"/>
                  </a:lnTo>
                  <a:lnTo>
                    <a:pt x="6051270" y="0"/>
                  </a:lnTo>
                  <a:lnTo>
                    <a:pt x="6051979" y="0"/>
                  </a:lnTo>
                  <a:lnTo>
                    <a:pt x="6052688" y="0"/>
                  </a:lnTo>
                  <a:lnTo>
                    <a:pt x="6053397" y="0"/>
                  </a:lnTo>
                  <a:lnTo>
                    <a:pt x="6054106" y="0"/>
                  </a:lnTo>
                  <a:lnTo>
                    <a:pt x="6054814" y="0"/>
                  </a:lnTo>
                  <a:lnTo>
                    <a:pt x="6055523" y="0"/>
                  </a:lnTo>
                  <a:lnTo>
                    <a:pt x="6056232" y="0"/>
                  </a:lnTo>
                  <a:lnTo>
                    <a:pt x="6056941" y="0"/>
                  </a:lnTo>
                  <a:lnTo>
                    <a:pt x="6057650" y="0"/>
                  </a:lnTo>
                  <a:lnTo>
                    <a:pt x="6058359" y="0"/>
                  </a:lnTo>
                  <a:lnTo>
                    <a:pt x="6059067" y="0"/>
                  </a:lnTo>
                  <a:lnTo>
                    <a:pt x="6059776" y="0"/>
                  </a:lnTo>
                  <a:lnTo>
                    <a:pt x="6060485" y="0"/>
                  </a:lnTo>
                  <a:lnTo>
                    <a:pt x="6061194" y="0"/>
                  </a:lnTo>
                  <a:lnTo>
                    <a:pt x="6061903" y="0"/>
                  </a:lnTo>
                  <a:lnTo>
                    <a:pt x="6062611" y="0"/>
                  </a:lnTo>
                  <a:lnTo>
                    <a:pt x="6063320" y="0"/>
                  </a:lnTo>
                  <a:lnTo>
                    <a:pt x="6064029" y="0"/>
                  </a:lnTo>
                  <a:lnTo>
                    <a:pt x="6064738" y="0"/>
                  </a:lnTo>
                  <a:lnTo>
                    <a:pt x="6065447" y="0"/>
                  </a:lnTo>
                  <a:lnTo>
                    <a:pt x="6066156" y="0"/>
                  </a:lnTo>
                  <a:lnTo>
                    <a:pt x="6066864" y="0"/>
                  </a:lnTo>
                  <a:lnTo>
                    <a:pt x="6067573" y="0"/>
                  </a:lnTo>
                  <a:lnTo>
                    <a:pt x="6068282" y="0"/>
                  </a:lnTo>
                  <a:lnTo>
                    <a:pt x="6068991" y="0"/>
                  </a:lnTo>
                  <a:lnTo>
                    <a:pt x="6069700" y="0"/>
                  </a:lnTo>
                  <a:lnTo>
                    <a:pt x="6070409" y="0"/>
                  </a:lnTo>
                  <a:lnTo>
                    <a:pt x="6071117" y="0"/>
                  </a:lnTo>
                  <a:lnTo>
                    <a:pt x="6071826" y="0"/>
                  </a:lnTo>
                  <a:lnTo>
                    <a:pt x="6072535" y="0"/>
                  </a:lnTo>
                  <a:lnTo>
                    <a:pt x="6073244" y="0"/>
                  </a:lnTo>
                  <a:lnTo>
                    <a:pt x="6073953" y="0"/>
                  </a:lnTo>
                  <a:lnTo>
                    <a:pt x="6074662" y="0"/>
                  </a:lnTo>
                  <a:lnTo>
                    <a:pt x="6075370" y="0"/>
                  </a:lnTo>
                  <a:lnTo>
                    <a:pt x="6076079" y="0"/>
                  </a:lnTo>
                  <a:lnTo>
                    <a:pt x="6076788" y="0"/>
                  </a:lnTo>
                  <a:lnTo>
                    <a:pt x="6077497" y="0"/>
                  </a:lnTo>
                  <a:lnTo>
                    <a:pt x="6078206" y="0"/>
                  </a:lnTo>
                  <a:lnTo>
                    <a:pt x="6078915" y="0"/>
                  </a:lnTo>
                  <a:lnTo>
                    <a:pt x="6079623" y="0"/>
                  </a:lnTo>
                  <a:lnTo>
                    <a:pt x="6080332" y="0"/>
                  </a:lnTo>
                  <a:lnTo>
                    <a:pt x="6081041" y="0"/>
                  </a:lnTo>
                  <a:lnTo>
                    <a:pt x="6081750" y="0"/>
                  </a:lnTo>
                  <a:lnTo>
                    <a:pt x="6082459" y="0"/>
                  </a:lnTo>
                  <a:lnTo>
                    <a:pt x="6083168" y="0"/>
                  </a:lnTo>
                  <a:lnTo>
                    <a:pt x="6083876" y="0"/>
                  </a:lnTo>
                  <a:lnTo>
                    <a:pt x="6084585" y="0"/>
                  </a:lnTo>
                  <a:lnTo>
                    <a:pt x="6085294" y="0"/>
                  </a:lnTo>
                  <a:lnTo>
                    <a:pt x="6086003" y="0"/>
                  </a:lnTo>
                  <a:lnTo>
                    <a:pt x="6086712" y="0"/>
                  </a:lnTo>
                  <a:lnTo>
                    <a:pt x="6087420" y="0"/>
                  </a:lnTo>
                  <a:lnTo>
                    <a:pt x="6088129" y="0"/>
                  </a:lnTo>
                  <a:lnTo>
                    <a:pt x="6088838" y="0"/>
                  </a:lnTo>
                  <a:lnTo>
                    <a:pt x="6089547" y="0"/>
                  </a:lnTo>
                  <a:lnTo>
                    <a:pt x="6090256" y="0"/>
                  </a:lnTo>
                  <a:lnTo>
                    <a:pt x="6090965" y="0"/>
                  </a:lnTo>
                  <a:lnTo>
                    <a:pt x="6091673" y="0"/>
                  </a:lnTo>
                  <a:lnTo>
                    <a:pt x="6092382" y="0"/>
                  </a:lnTo>
                  <a:lnTo>
                    <a:pt x="6093091" y="0"/>
                  </a:lnTo>
                  <a:lnTo>
                    <a:pt x="6093800" y="0"/>
                  </a:lnTo>
                  <a:lnTo>
                    <a:pt x="6094509" y="0"/>
                  </a:lnTo>
                  <a:lnTo>
                    <a:pt x="6095218" y="0"/>
                  </a:lnTo>
                  <a:lnTo>
                    <a:pt x="6095926" y="0"/>
                  </a:lnTo>
                  <a:lnTo>
                    <a:pt x="6096635" y="0"/>
                  </a:lnTo>
                  <a:lnTo>
                    <a:pt x="6097344" y="0"/>
                  </a:lnTo>
                  <a:lnTo>
                    <a:pt x="6098053" y="0"/>
                  </a:lnTo>
                  <a:lnTo>
                    <a:pt x="6098762" y="0"/>
                  </a:lnTo>
                  <a:lnTo>
                    <a:pt x="6099471" y="0"/>
                  </a:lnTo>
                  <a:lnTo>
                    <a:pt x="6100179" y="0"/>
                  </a:lnTo>
                  <a:lnTo>
                    <a:pt x="6100888" y="0"/>
                  </a:lnTo>
                  <a:lnTo>
                    <a:pt x="6101597" y="0"/>
                  </a:lnTo>
                  <a:lnTo>
                    <a:pt x="6102306" y="0"/>
                  </a:lnTo>
                  <a:lnTo>
                    <a:pt x="6103015" y="0"/>
                  </a:lnTo>
                  <a:lnTo>
                    <a:pt x="6103724" y="0"/>
                  </a:lnTo>
                  <a:lnTo>
                    <a:pt x="6104432" y="0"/>
                  </a:lnTo>
                  <a:lnTo>
                    <a:pt x="6105141" y="0"/>
                  </a:lnTo>
                  <a:lnTo>
                    <a:pt x="6105850" y="0"/>
                  </a:lnTo>
                  <a:lnTo>
                    <a:pt x="6106559" y="0"/>
                  </a:lnTo>
                  <a:lnTo>
                    <a:pt x="6107268" y="0"/>
                  </a:lnTo>
                  <a:lnTo>
                    <a:pt x="6107977" y="0"/>
                  </a:lnTo>
                  <a:lnTo>
                    <a:pt x="6108685" y="0"/>
                  </a:lnTo>
                  <a:lnTo>
                    <a:pt x="6109394" y="0"/>
                  </a:lnTo>
                  <a:lnTo>
                    <a:pt x="6110103" y="0"/>
                  </a:lnTo>
                  <a:lnTo>
                    <a:pt x="6110812" y="0"/>
                  </a:lnTo>
                  <a:lnTo>
                    <a:pt x="6111521" y="0"/>
                  </a:lnTo>
                  <a:lnTo>
                    <a:pt x="6112229" y="0"/>
                  </a:lnTo>
                  <a:lnTo>
                    <a:pt x="6112938" y="0"/>
                  </a:lnTo>
                  <a:lnTo>
                    <a:pt x="6113647" y="0"/>
                  </a:lnTo>
                  <a:lnTo>
                    <a:pt x="6114356" y="0"/>
                  </a:lnTo>
                  <a:lnTo>
                    <a:pt x="6115065" y="0"/>
                  </a:lnTo>
                  <a:lnTo>
                    <a:pt x="6115774" y="0"/>
                  </a:lnTo>
                  <a:lnTo>
                    <a:pt x="6116482" y="0"/>
                  </a:lnTo>
                  <a:lnTo>
                    <a:pt x="6117191" y="0"/>
                  </a:lnTo>
                  <a:lnTo>
                    <a:pt x="6117900" y="0"/>
                  </a:lnTo>
                  <a:lnTo>
                    <a:pt x="6118609" y="0"/>
                  </a:lnTo>
                  <a:lnTo>
                    <a:pt x="6119318" y="0"/>
                  </a:lnTo>
                  <a:lnTo>
                    <a:pt x="6120027" y="0"/>
                  </a:lnTo>
                  <a:lnTo>
                    <a:pt x="6120735" y="0"/>
                  </a:lnTo>
                  <a:lnTo>
                    <a:pt x="6121444" y="0"/>
                  </a:lnTo>
                  <a:lnTo>
                    <a:pt x="6122153" y="0"/>
                  </a:lnTo>
                  <a:lnTo>
                    <a:pt x="6122862" y="0"/>
                  </a:lnTo>
                  <a:lnTo>
                    <a:pt x="6123571" y="0"/>
                  </a:lnTo>
                  <a:lnTo>
                    <a:pt x="6124280" y="0"/>
                  </a:lnTo>
                  <a:lnTo>
                    <a:pt x="6124988" y="0"/>
                  </a:lnTo>
                  <a:lnTo>
                    <a:pt x="6125697" y="0"/>
                  </a:lnTo>
                  <a:lnTo>
                    <a:pt x="6126406" y="0"/>
                  </a:lnTo>
                  <a:lnTo>
                    <a:pt x="6127115" y="0"/>
                  </a:lnTo>
                  <a:lnTo>
                    <a:pt x="6127824" y="0"/>
                  </a:lnTo>
                  <a:lnTo>
                    <a:pt x="6128533" y="0"/>
                  </a:lnTo>
                  <a:lnTo>
                    <a:pt x="6129241" y="0"/>
                  </a:lnTo>
                  <a:lnTo>
                    <a:pt x="6129950" y="0"/>
                  </a:lnTo>
                  <a:lnTo>
                    <a:pt x="6130659" y="0"/>
                  </a:lnTo>
                  <a:lnTo>
                    <a:pt x="6131368" y="0"/>
                  </a:lnTo>
                  <a:lnTo>
                    <a:pt x="6132077" y="0"/>
                  </a:lnTo>
                  <a:lnTo>
                    <a:pt x="6132786" y="0"/>
                  </a:lnTo>
                  <a:lnTo>
                    <a:pt x="6133494" y="0"/>
                  </a:lnTo>
                  <a:lnTo>
                    <a:pt x="6134203" y="0"/>
                  </a:lnTo>
                  <a:lnTo>
                    <a:pt x="6134912" y="0"/>
                  </a:lnTo>
                  <a:lnTo>
                    <a:pt x="6135621" y="0"/>
                  </a:lnTo>
                  <a:lnTo>
                    <a:pt x="6136330" y="0"/>
                  </a:lnTo>
                  <a:lnTo>
                    <a:pt x="6137038" y="0"/>
                  </a:lnTo>
                  <a:lnTo>
                    <a:pt x="6137747" y="0"/>
                  </a:lnTo>
                  <a:lnTo>
                    <a:pt x="6138456" y="0"/>
                  </a:lnTo>
                  <a:lnTo>
                    <a:pt x="6139165" y="0"/>
                  </a:lnTo>
                  <a:lnTo>
                    <a:pt x="6139874" y="0"/>
                  </a:lnTo>
                  <a:lnTo>
                    <a:pt x="6140583" y="0"/>
                  </a:lnTo>
                  <a:lnTo>
                    <a:pt x="6141291" y="0"/>
                  </a:lnTo>
                  <a:lnTo>
                    <a:pt x="6142000" y="0"/>
                  </a:lnTo>
                  <a:lnTo>
                    <a:pt x="6142709" y="0"/>
                  </a:lnTo>
                  <a:lnTo>
                    <a:pt x="6143418" y="0"/>
                  </a:lnTo>
                  <a:lnTo>
                    <a:pt x="6144127" y="0"/>
                  </a:lnTo>
                  <a:lnTo>
                    <a:pt x="6144836" y="0"/>
                  </a:lnTo>
                  <a:lnTo>
                    <a:pt x="6145544" y="0"/>
                  </a:lnTo>
                  <a:lnTo>
                    <a:pt x="6146253" y="0"/>
                  </a:lnTo>
                  <a:lnTo>
                    <a:pt x="6146962" y="0"/>
                  </a:lnTo>
                  <a:lnTo>
                    <a:pt x="6147671" y="0"/>
                  </a:lnTo>
                  <a:lnTo>
                    <a:pt x="6148380" y="0"/>
                  </a:lnTo>
                  <a:lnTo>
                    <a:pt x="6149089" y="0"/>
                  </a:lnTo>
                  <a:lnTo>
                    <a:pt x="6149797" y="0"/>
                  </a:lnTo>
                  <a:lnTo>
                    <a:pt x="6150506" y="0"/>
                  </a:lnTo>
                  <a:lnTo>
                    <a:pt x="6151215" y="0"/>
                  </a:lnTo>
                  <a:lnTo>
                    <a:pt x="6151924" y="0"/>
                  </a:lnTo>
                  <a:lnTo>
                    <a:pt x="6152633" y="0"/>
                  </a:lnTo>
                  <a:lnTo>
                    <a:pt x="6153342" y="0"/>
                  </a:lnTo>
                  <a:lnTo>
                    <a:pt x="6154050" y="0"/>
                  </a:lnTo>
                  <a:lnTo>
                    <a:pt x="6154759" y="0"/>
                  </a:lnTo>
                  <a:lnTo>
                    <a:pt x="6155468" y="0"/>
                  </a:lnTo>
                  <a:lnTo>
                    <a:pt x="6156177" y="0"/>
                  </a:lnTo>
                  <a:lnTo>
                    <a:pt x="6156886" y="0"/>
                  </a:lnTo>
                  <a:lnTo>
                    <a:pt x="6157595" y="0"/>
                  </a:lnTo>
                  <a:lnTo>
                    <a:pt x="6158303" y="0"/>
                  </a:lnTo>
                  <a:lnTo>
                    <a:pt x="6159012" y="0"/>
                  </a:lnTo>
                  <a:lnTo>
                    <a:pt x="6159721" y="0"/>
                  </a:lnTo>
                  <a:lnTo>
                    <a:pt x="6160430" y="0"/>
                  </a:lnTo>
                  <a:lnTo>
                    <a:pt x="6161139" y="0"/>
                  </a:lnTo>
                  <a:lnTo>
                    <a:pt x="6161847" y="0"/>
                  </a:lnTo>
                  <a:lnTo>
                    <a:pt x="6162556" y="0"/>
                  </a:lnTo>
                  <a:lnTo>
                    <a:pt x="6163265" y="0"/>
                  </a:lnTo>
                  <a:lnTo>
                    <a:pt x="6163974" y="0"/>
                  </a:lnTo>
                  <a:lnTo>
                    <a:pt x="6164683" y="0"/>
                  </a:lnTo>
                  <a:lnTo>
                    <a:pt x="6165392" y="0"/>
                  </a:lnTo>
                  <a:lnTo>
                    <a:pt x="6166100" y="0"/>
                  </a:lnTo>
                  <a:lnTo>
                    <a:pt x="6166809" y="0"/>
                  </a:lnTo>
                  <a:lnTo>
                    <a:pt x="6167518" y="0"/>
                  </a:lnTo>
                  <a:lnTo>
                    <a:pt x="6168227" y="0"/>
                  </a:lnTo>
                  <a:lnTo>
                    <a:pt x="6168936" y="0"/>
                  </a:lnTo>
                  <a:lnTo>
                    <a:pt x="6169645" y="0"/>
                  </a:lnTo>
                  <a:lnTo>
                    <a:pt x="6170353" y="0"/>
                  </a:lnTo>
                  <a:lnTo>
                    <a:pt x="6171062" y="0"/>
                  </a:lnTo>
                  <a:lnTo>
                    <a:pt x="6171771" y="0"/>
                  </a:lnTo>
                  <a:lnTo>
                    <a:pt x="6172480" y="0"/>
                  </a:lnTo>
                  <a:lnTo>
                    <a:pt x="6173189" y="0"/>
                  </a:lnTo>
                  <a:lnTo>
                    <a:pt x="6173898" y="0"/>
                  </a:lnTo>
                  <a:lnTo>
                    <a:pt x="6174606" y="0"/>
                  </a:lnTo>
                  <a:lnTo>
                    <a:pt x="6175315" y="0"/>
                  </a:lnTo>
                  <a:lnTo>
                    <a:pt x="6176024" y="0"/>
                  </a:lnTo>
                  <a:lnTo>
                    <a:pt x="6176733" y="0"/>
                  </a:lnTo>
                  <a:lnTo>
                    <a:pt x="6177442" y="0"/>
                  </a:lnTo>
                  <a:lnTo>
                    <a:pt x="6178151" y="0"/>
                  </a:lnTo>
                  <a:lnTo>
                    <a:pt x="6178859" y="0"/>
                  </a:lnTo>
                  <a:lnTo>
                    <a:pt x="6179568" y="0"/>
                  </a:lnTo>
                  <a:lnTo>
                    <a:pt x="6180277" y="0"/>
                  </a:lnTo>
                  <a:lnTo>
                    <a:pt x="6180986" y="0"/>
                  </a:lnTo>
                  <a:lnTo>
                    <a:pt x="6181695" y="0"/>
                  </a:lnTo>
                  <a:lnTo>
                    <a:pt x="6182404" y="0"/>
                  </a:lnTo>
                  <a:lnTo>
                    <a:pt x="6183112" y="0"/>
                  </a:lnTo>
                  <a:lnTo>
                    <a:pt x="6183821" y="0"/>
                  </a:lnTo>
                  <a:lnTo>
                    <a:pt x="6184530" y="0"/>
                  </a:lnTo>
                  <a:lnTo>
                    <a:pt x="6185239" y="0"/>
                  </a:lnTo>
                  <a:lnTo>
                    <a:pt x="6185948" y="0"/>
                  </a:lnTo>
                  <a:lnTo>
                    <a:pt x="6186657" y="0"/>
                  </a:lnTo>
                  <a:lnTo>
                    <a:pt x="6187365" y="0"/>
                  </a:lnTo>
                  <a:lnTo>
                    <a:pt x="6188074" y="0"/>
                  </a:lnTo>
                  <a:lnTo>
                    <a:pt x="6188783" y="0"/>
                  </a:lnTo>
                  <a:lnTo>
                    <a:pt x="6189492" y="0"/>
                  </a:lnTo>
                  <a:lnTo>
                    <a:pt x="6190201" y="0"/>
                  </a:lnTo>
                  <a:lnTo>
                    <a:pt x="6190909" y="0"/>
                  </a:lnTo>
                  <a:lnTo>
                    <a:pt x="6191618" y="0"/>
                  </a:lnTo>
                  <a:lnTo>
                    <a:pt x="6192327" y="0"/>
                  </a:lnTo>
                  <a:lnTo>
                    <a:pt x="6193036" y="0"/>
                  </a:lnTo>
                  <a:lnTo>
                    <a:pt x="6193745" y="0"/>
                  </a:lnTo>
                  <a:lnTo>
                    <a:pt x="6194454" y="0"/>
                  </a:lnTo>
                  <a:lnTo>
                    <a:pt x="6195162" y="0"/>
                  </a:lnTo>
                  <a:lnTo>
                    <a:pt x="6195871" y="0"/>
                  </a:lnTo>
                  <a:lnTo>
                    <a:pt x="6196580" y="0"/>
                  </a:lnTo>
                  <a:lnTo>
                    <a:pt x="6197289" y="0"/>
                  </a:lnTo>
                  <a:lnTo>
                    <a:pt x="6197998" y="0"/>
                  </a:lnTo>
                  <a:lnTo>
                    <a:pt x="6198707" y="0"/>
                  </a:lnTo>
                  <a:lnTo>
                    <a:pt x="6199415" y="0"/>
                  </a:lnTo>
                  <a:lnTo>
                    <a:pt x="6200124" y="0"/>
                  </a:lnTo>
                  <a:lnTo>
                    <a:pt x="6200833" y="0"/>
                  </a:lnTo>
                  <a:lnTo>
                    <a:pt x="6201542" y="0"/>
                  </a:lnTo>
                  <a:lnTo>
                    <a:pt x="6202251" y="0"/>
                  </a:lnTo>
                  <a:lnTo>
                    <a:pt x="6202960" y="0"/>
                  </a:lnTo>
                  <a:lnTo>
                    <a:pt x="6203668" y="0"/>
                  </a:lnTo>
                  <a:lnTo>
                    <a:pt x="6204377" y="0"/>
                  </a:lnTo>
                  <a:lnTo>
                    <a:pt x="6205086" y="0"/>
                  </a:lnTo>
                  <a:lnTo>
                    <a:pt x="6205795" y="0"/>
                  </a:lnTo>
                  <a:lnTo>
                    <a:pt x="6206504" y="0"/>
                  </a:lnTo>
                  <a:lnTo>
                    <a:pt x="6207213" y="0"/>
                  </a:lnTo>
                  <a:lnTo>
                    <a:pt x="6207921" y="0"/>
                  </a:lnTo>
                  <a:lnTo>
                    <a:pt x="6208630" y="0"/>
                  </a:lnTo>
                  <a:lnTo>
                    <a:pt x="6209339" y="0"/>
                  </a:lnTo>
                  <a:lnTo>
                    <a:pt x="6210048" y="0"/>
                  </a:lnTo>
                  <a:lnTo>
                    <a:pt x="6210757" y="0"/>
                  </a:lnTo>
                  <a:lnTo>
                    <a:pt x="6211466" y="0"/>
                  </a:lnTo>
                  <a:lnTo>
                    <a:pt x="6212174" y="0"/>
                  </a:lnTo>
                  <a:lnTo>
                    <a:pt x="6212883" y="0"/>
                  </a:lnTo>
                  <a:lnTo>
                    <a:pt x="6213592" y="0"/>
                  </a:lnTo>
                  <a:lnTo>
                    <a:pt x="6214301" y="0"/>
                  </a:lnTo>
                  <a:lnTo>
                    <a:pt x="6215010" y="0"/>
                  </a:lnTo>
                  <a:lnTo>
                    <a:pt x="6215718" y="0"/>
                  </a:lnTo>
                  <a:lnTo>
                    <a:pt x="6216427" y="0"/>
                  </a:lnTo>
                  <a:lnTo>
                    <a:pt x="6217136" y="0"/>
                  </a:lnTo>
                  <a:lnTo>
                    <a:pt x="6217845" y="0"/>
                  </a:lnTo>
                  <a:lnTo>
                    <a:pt x="6218554" y="0"/>
                  </a:lnTo>
                  <a:lnTo>
                    <a:pt x="6219263" y="0"/>
                  </a:lnTo>
                  <a:lnTo>
                    <a:pt x="6219971" y="0"/>
                  </a:lnTo>
                  <a:lnTo>
                    <a:pt x="6220680" y="0"/>
                  </a:lnTo>
                  <a:lnTo>
                    <a:pt x="6221389" y="0"/>
                  </a:lnTo>
                  <a:lnTo>
                    <a:pt x="6222098" y="0"/>
                  </a:lnTo>
                  <a:lnTo>
                    <a:pt x="6222807" y="0"/>
                  </a:lnTo>
                  <a:lnTo>
                    <a:pt x="6223516" y="0"/>
                  </a:lnTo>
                  <a:lnTo>
                    <a:pt x="6224224" y="0"/>
                  </a:lnTo>
                  <a:lnTo>
                    <a:pt x="6224933" y="0"/>
                  </a:lnTo>
                  <a:lnTo>
                    <a:pt x="6225642" y="0"/>
                  </a:lnTo>
                  <a:lnTo>
                    <a:pt x="6226351" y="0"/>
                  </a:lnTo>
                  <a:lnTo>
                    <a:pt x="6227060" y="0"/>
                  </a:lnTo>
                  <a:lnTo>
                    <a:pt x="6227769" y="0"/>
                  </a:lnTo>
                  <a:lnTo>
                    <a:pt x="6228477" y="0"/>
                  </a:lnTo>
                  <a:lnTo>
                    <a:pt x="6229186" y="0"/>
                  </a:lnTo>
                  <a:lnTo>
                    <a:pt x="6229895" y="0"/>
                  </a:lnTo>
                  <a:lnTo>
                    <a:pt x="6230604" y="0"/>
                  </a:lnTo>
                  <a:lnTo>
                    <a:pt x="6231313" y="0"/>
                  </a:lnTo>
                  <a:lnTo>
                    <a:pt x="6232022" y="0"/>
                  </a:lnTo>
                  <a:lnTo>
                    <a:pt x="6232730" y="0"/>
                  </a:lnTo>
                  <a:lnTo>
                    <a:pt x="6233439" y="0"/>
                  </a:lnTo>
                  <a:lnTo>
                    <a:pt x="6234148" y="0"/>
                  </a:lnTo>
                  <a:lnTo>
                    <a:pt x="6234857" y="0"/>
                  </a:lnTo>
                  <a:lnTo>
                    <a:pt x="6235566" y="0"/>
                  </a:lnTo>
                  <a:lnTo>
                    <a:pt x="6236275" y="0"/>
                  </a:lnTo>
                  <a:lnTo>
                    <a:pt x="6236983" y="0"/>
                  </a:lnTo>
                  <a:lnTo>
                    <a:pt x="6237692" y="0"/>
                  </a:lnTo>
                  <a:lnTo>
                    <a:pt x="6238401" y="0"/>
                  </a:lnTo>
                  <a:lnTo>
                    <a:pt x="6239110" y="0"/>
                  </a:lnTo>
                  <a:lnTo>
                    <a:pt x="6239819" y="0"/>
                  </a:lnTo>
                  <a:lnTo>
                    <a:pt x="6240527" y="0"/>
                  </a:lnTo>
                  <a:lnTo>
                    <a:pt x="6241236" y="0"/>
                  </a:lnTo>
                  <a:lnTo>
                    <a:pt x="6241945" y="0"/>
                  </a:lnTo>
                  <a:lnTo>
                    <a:pt x="6242654" y="0"/>
                  </a:lnTo>
                  <a:lnTo>
                    <a:pt x="6243363" y="0"/>
                  </a:lnTo>
                  <a:lnTo>
                    <a:pt x="6244072" y="0"/>
                  </a:lnTo>
                  <a:lnTo>
                    <a:pt x="6244780" y="0"/>
                  </a:lnTo>
                  <a:lnTo>
                    <a:pt x="6245489" y="0"/>
                  </a:lnTo>
                  <a:lnTo>
                    <a:pt x="6246198" y="0"/>
                  </a:lnTo>
                  <a:lnTo>
                    <a:pt x="6246907" y="0"/>
                  </a:lnTo>
                  <a:lnTo>
                    <a:pt x="6247616" y="0"/>
                  </a:lnTo>
                  <a:lnTo>
                    <a:pt x="6248325" y="0"/>
                  </a:lnTo>
                  <a:lnTo>
                    <a:pt x="6249033" y="0"/>
                  </a:lnTo>
                  <a:lnTo>
                    <a:pt x="6249742" y="0"/>
                  </a:lnTo>
                  <a:lnTo>
                    <a:pt x="6250451" y="0"/>
                  </a:lnTo>
                  <a:lnTo>
                    <a:pt x="6251160" y="0"/>
                  </a:lnTo>
                  <a:lnTo>
                    <a:pt x="6251869" y="0"/>
                  </a:lnTo>
                  <a:lnTo>
                    <a:pt x="6252578" y="0"/>
                  </a:lnTo>
                  <a:lnTo>
                    <a:pt x="6253286" y="0"/>
                  </a:lnTo>
                  <a:lnTo>
                    <a:pt x="6253995" y="0"/>
                  </a:lnTo>
                  <a:lnTo>
                    <a:pt x="6254704" y="0"/>
                  </a:lnTo>
                  <a:lnTo>
                    <a:pt x="6255413" y="0"/>
                  </a:lnTo>
                  <a:lnTo>
                    <a:pt x="6256122" y="0"/>
                  </a:lnTo>
                  <a:lnTo>
                    <a:pt x="6256831" y="0"/>
                  </a:lnTo>
                  <a:lnTo>
                    <a:pt x="6257539" y="0"/>
                  </a:lnTo>
                  <a:lnTo>
                    <a:pt x="6258248" y="0"/>
                  </a:lnTo>
                  <a:lnTo>
                    <a:pt x="6258957" y="0"/>
                  </a:lnTo>
                  <a:lnTo>
                    <a:pt x="6259666" y="0"/>
                  </a:lnTo>
                  <a:lnTo>
                    <a:pt x="6260375" y="0"/>
                  </a:lnTo>
                  <a:lnTo>
                    <a:pt x="6261084" y="0"/>
                  </a:lnTo>
                  <a:lnTo>
                    <a:pt x="6261792" y="0"/>
                  </a:lnTo>
                  <a:lnTo>
                    <a:pt x="6262501" y="0"/>
                  </a:lnTo>
                  <a:lnTo>
                    <a:pt x="6263210" y="0"/>
                  </a:lnTo>
                  <a:lnTo>
                    <a:pt x="6263919" y="0"/>
                  </a:lnTo>
                  <a:lnTo>
                    <a:pt x="6264628" y="0"/>
                  </a:lnTo>
                  <a:lnTo>
                    <a:pt x="6265336" y="0"/>
                  </a:lnTo>
                  <a:lnTo>
                    <a:pt x="6266045" y="0"/>
                  </a:lnTo>
                  <a:lnTo>
                    <a:pt x="6266754" y="0"/>
                  </a:lnTo>
                  <a:lnTo>
                    <a:pt x="6267463" y="0"/>
                  </a:lnTo>
                  <a:lnTo>
                    <a:pt x="6268172" y="0"/>
                  </a:lnTo>
                  <a:lnTo>
                    <a:pt x="6268881" y="0"/>
                  </a:lnTo>
                  <a:lnTo>
                    <a:pt x="6269589" y="0"/>
                  </a:lnTo>
                  <a:lnTo>
                    <a:pt x="6270298" y="0"/>
                  </a:lnTo>
                  <a:lnTo>
                    <a:pt x="6271007" y="0"/>
                  </a:lnTo>
                  <a:lnTo>
                    <a:pt x="6271716" y="0"/>
                  </a:lnTo>
                  <a:lnTo>
                    <a:pt x="6272425" y="0"/>
                  </a:lnTo>
                  <a:lnTo>
                    <a:pt x="6273134" y="0"/>
                  </a:lnTo>
                  <a:lnTo>
                    <a:pt x="6273842" y="0"/>
                  </a:lnTo>
                  <a:lnTo>
                    <a:pt x="6274551" y="0"/>
                  </a:lnTo>
                  <a:lnTo>
                    <a:pt x="6275260" y="0"/>
                  </a:lnTo>
                  <a:lnTo>
                    <a:pt x="6275969" y="0"/>
                  </a:lnTo>
                  <a:lnTo>
                    <a:pt x="6276678" y="0"/>
                  </a:lnTo>
                  <a:lnTo>
                    <a:pt x="6277387" y="0"/>
                  </a:lnTo>
                  <a:lnTo>
                    <a:pt x="6278095" y="0"/>
                  </a:lnTo>
                  <a:lnTo>
                    <a:pt x="6278804" y="0"/>
                  </a:lnTo>
                  <a:lnTo>
                    <a:pt x="6279513" y="0"/>
                  </a:lnTo>
                  <a:lnTo>
                    <a:pt x="6280222" y="0"/>
                  </a:lnTo>
                  <a:lnTo>
                    <a:pt x="6280931" y="0"/>
                  </a:lnTo>
                  <a:lnTo>
                    <a:pt x="6281640" y="0"/>
                  </a:lnTo>
                  <a:lnTo>
                    <a:pt x="6282348" y="0"/>
                  </a:lnTo>
                  <a:lnTo>
                    <a:pt x="6283057" y="0"/>
                  </a:lnTo>
                  <a:lnTo>
                    <a:pt x="6283766" y="0"/>
                  </a:lnTo>
                  <a:lnTo>
                    <a:pt x="6284475" y="0"/>
                  </a:lnTo>
                  <a:lnTo>
                    <a:pt x="6285184" y="0"/>
                  </a:lnTo>
                  <a:lnTo>
                    <a:pt x="6285893" y="0"/>
                  </a:lnTo>
                  <a:lnTo>
                    <a:pt x="6286601" y="0"/>
                  </a:lnTo>
                  <a:lnTo>
                    <a:pt x="6287310" y="0"/>
                  </a:lnTo>
                  <a:lnTo>
                    <a:pt x="6288019" y="0"/>
                  </a:lnTo>
                  <a:lnTo>
                    <a:pt x="6288728" y="0"/>
                  </a:lnTo>
                  <a:lnTo>
                    <a:pt x="6289437" y="0"/>
                  </a:lnTo>
                  <a:lnTo>
                    <a:pt x="6290145" y="0"/>
                  </a:lnTo>
                  <a:lnTo>
                    <a:pt x="6290854" y="0"/>
                  </a:lnTo>
                  <a:lnTo>
                    <a:pt x="6291563" y="0"/>
                  </a:lnTo>
                  <a:lnTo>
                    <a:pt x="6292272" y="0"/>
                  </a:lnTo>
                  <a:lnTo>
                    <a:pt x="6292981" y="0"/>
                  </a:lnTo>
                  <a:lnTo>
                    <a:pt x="6293690" y="0"/>
                  </a:lnTo>
                  <a:lnTo>
                    <a:pt x="6294398" y="0"/>
                  </a:lnTo>
                  <a:lnTo>
                    <a:pt x="6295107" y="0"/>
                  </a:lnTo>
                  <a:lnTo>
                    <a:pt x="6295816" y="0"/>
                  </a:lnTo>
                  <a:lnTo>
                    <a:pt x="6296525" y="0"/>
                  </a:lnTo>
                  <a:lnTo>
                    <a:pt x="6297234" y="0"/>
                  </a:lnTo>
                  <a:lnTo>
                    <a:pt x="6297943" y="0"/>
                  </a:lnTo>
                  <a:lnTo>
                    <a:pt x="6298651" y="0"/>
                  </a:lnTo>
                  <a:lnTo>
                    <a:pt x="6299360" y="0"/>
                  </a:lnTo>
                  <a:lnTo>
                    <a:pt x="6300069" y="0"/>
                  </a:lnTo>
                  <a:lnTo>
                    <a:pt x="6300778" y="0"/>
                  </a:lnTo>
                  <a:lnTo>
                    <a:pt x="6301487" y="0"/>
                  </a:lnTo>
                  <a:lnTo>
                    <a:pt x="6302196" y="0"/>
                  </a:lnTo>
                  <a:lnTo>
                    <a:pt x="6302904" y="0"/>
                  </a:lnTo>
                  <a:lnTo>
                    <a:pt x="6303613" y="0"/>
                  </a:lnTo>
                  <a:lnTo>
                    <a:pt x="6304322" y="0"/>
                  </a:lnTo>
                  <a:lnTo>
                    <a:pt x="6305031" y="0"/>
                  </a:lnTo>
                  <a:lnTo>
                    <a:pt x="6305740" y="0"/>
                  </a:lnTo>
                  <a:lnTo>
                    <a:pt x="6306449" y="0"/>
                  </a:lnTo>
                  <a:lnTo>
                    <a:pt x="6307157" y="0"/>
                  </a:lnTo>
                  <a:lnTo>
                    <a:pt x="6307866" y="0"/>
                  </a:lnTo>
                  <a:lnTo>
                    <a:pt x="6308575" y="0"/>
                  </a:lnTo>
                  <a:lnTo>
                    <a:pt x="6309284" y="0"/>
                  </a:lnTo>
                  <a:lnTo>
                    <a:pt x="6309993" y="0"/>
                  </a:lnTo>
                  <a:lnTo>
                    <a:pt x="6310702" y="0"/>
                  </a:lnTo>
                  <a:lnTo>
                    <a:pt x="6311410" y="0"/>
                  </a:lnTo>
                  <a:lnTo>
                    <a:pt x="6312119" y="0"/>
                  </a:lnTo>
                  <a:lnTo>
                    <a:pt x="6312828" y="0"/>
                  </a:lnTo>
                  <a:lnTo>
                    <a:pt x="6313537" y="0"/>
                  </a:lnTo>
                  <a:lnTo>
                    <a:pt x="6314246" y="0"/>
                  </a:lnTo>
                  <a:lnTo>
                    <a:pt x="6314954" y="0"/>
                  </a:lnTo>
                  <a:lnTo>
                    <a:pt x="6315663" y="0"/>
                  </a:lnTo>
                  <a:lnTo>
                    <a:pt x="6316372" y="0"/>
                  </a:lnTo>
                  <a:lnTo>
                    <a:pt x="6317081" y="0"/>
                  </a:lnTo>
                  <a:lnTo>
                    <a:pt x="6317790" y="0"/>
                  </a:lnTo>
                  <a:lnTo>
                    <a:pt x="6318499" y="0"/>
                  </a:lnTo>
                  <a:lnTo>
                    <a:pt x="6319207" y="0"/>
                  </a:lnTo>
                  <a:lnTo>
                    <a:pt x="6319916" y="0"/>
                  </a:lnTo>
                  <a:lnTo>
                    <a:pt x="6320625" y="0"/>
                  </a:lnTo>
                  <a:lnTo>
                    <a:pt x="6321334" y="0"/>
                  </a:lnTo>
                  <a:lnTo>
                    <a:pt x="6322043" y="0"/>
                  </a:lnTo>
                  <a:lnTo>
                    <a:pt x="6322752" y="0"/>
                  </a:lnTo>
                  <a:lnTo>
                    <a:pt x="6323460" y="0"/>
                  </a:lnTo>
                  <a:lnTo>
                    <a:pt x="6324169" y="0"/>
                  </a:lnTo>
                  <a:lnTo>
                    <a:pt x="6324878" y="0"/>
                  </a:lnTo>
                  <a:lnTo>
                    <a:pt x="6325587" y="0"/>
                  </a:lnTo>
                  <a:lnTo>
                    <a:pt x="6326296" y="0"/>
                  </a:lnTo>
                  <a:lnTo>
                    <a:pt x="6327005" y="0"/>
                  </a:lnTo>
                  <a:lnTo>
                    <a:pt x="6327713" y="0"/>
                  </a:lnTo>
                  <a:lnTo>
                    <a:pt x="6328422" y="0"/>
                  </a:lnTo>
                  <a:lnTo>
                    <a:pt x="6329131" y="0"/>
                  </a:lnTo>
                  <a:lnTo>
                    <a:pt x="6329840" y="0"/>
                  </a:lnTo>
                  <a:lnTo>
                    <a:pt x="6330549" y="0"/>
                  </a:lnTo>
                  <a:lnTo>
                    <a:pt x="6331258" y="0"/>
                  </a:lnTo>
                  <a:lnTo>
                    <a:pt x="6331966" y="0"/>
                  </a:lnTo>
                  <a:lnTo>
                    <a:pt x="6332675" y="0"/>
                  </a:lnTo>
                  <a:lnTo>
                    <a:pt x="6333384" y="0"/>
                  </a:lnTo>
                  <a:lnTo>
                    <a:pt x="6334093" y="0"/>
                  </a:lnTo>
                  <a:lnTo>
                    <a:pt x="6334802" y="0"/>
                  </a:lnTo>
                  <a:lnTo>
                    <a:pt x="6335511" y="0"/>
                  </a:lnTo>
                  <a:lnTo>
                    <a:pt x="6336219" y="0"/>
                  </a:lnTo>
                  <a:lnTo>
                    <a:pt x="6336928" y="0"/>
                  </a:lnTo>
                  <a:lnTo>
                    <a:pt x="6337637" y="0"/>
                  </a:lnTo>
                  <a:lnTo>
                    <a:pt x="6338346" y="0"/>
                  </a:lnTo>
                  <a:lnTo>
                    <a:pt x="6339055" y="0"/>
                  </a:lnTo>
                  <a:lnTo>
                    <a:pt x="6339764" y="0"/>
                  </a:lnTo>
                  <a:lnTo>
                    <a:pt x="6340472" y="0"/>
                  </a:lnTo>
                  <a:lnTo>
                    <a:pt x="6341181" y="0"/>
                  </a:lnTo>
                  <a:lnTo>
                    <a:pt x="6341890" y="0"/>
                  </a:lnTo>
                  <a:lnTo>
                    <a:pt x="6342599" y="0"/>
                  </a:lnTo>
                  <a:lnTo>
                    <a:pt x="6343308" y="0"/>
                  </a:lnTo>
                  <a:lnTo>
                    <a:pt x="6344016" y="0"/>
                  </a:lnTo>
                  <a:lnTo>
                    <a:pt x="6344725" y="0"/>
                  </a:lnTo>
                  <a:lnTo>
                    <a:pt x="6345434" y="0"/>
                  </a:lnTo>
                  <a:lnTo>
                    <a:pt x="6346143" y="0"/>
                  </a:lnTo>
                  <a:lnTo>
                    <a:pt x="6346852" y="0"/>
                  </a:lnTo>
                  <a:lnTo>
                    <a:pt x="6347561" y="0"/>
                  </a:lnTo>
                  <a:lnTo>
                    <a:pt x="6348269" y="0"/>
                  </a:lnTo>
                  <a:lnTo>
                    <a:pt x="6348978" y="0"/>
                  </a:lnTo>
                  <a:lnTo>
                    <a:pt x="6349687" y="0"/>
                  </a:lnTo>
                  <a:lnTo>
                    <a:pt x="6350396" y="0"/>
                  </a:lnTo>
                  <a:lnTo>
                    <a:pt x="6351105" y="0"/>
                  </a:lnTo>
                  <a:lnTo>
                    <a:pt x="6351814" y="0"/>
                  </a:lnTo>
                  <a:lnTo>
                    <a:pt x="6352522" y="0"/>
                  </a:lnTo>
                  <a:lnTo>
                    <a:pt x="6353231" y="0"/>
                  </a:lnTo>
                  <a:lnTo>
                    <a:pt x="6353940" y="0"/>
                  </a:lnTo>
                  <a:lnTo>
                    <a:pt x="6354649" y="0"/>
                  </a:lnTo>
                  <a:lnTo>
                    <a:pt x="6355358" y="0"/>
                  </a:lnTo>
                  <a:lnTo>
                    <a:pt x="6356067" y="0"/>
                  </a:lnTo>
                  <a:lnTo>
                    <a:pt x="6356775" y="0"/>
                  </a:lnTo>
                  <a:lnTo>
                    <a:pt x="6357484" y="0"/>
                  </a:lnTo>
                  <a:lnTo>
                    <a:pt x="6358193" y="0"/>
                  </a:lnTo>
                  <a:lnTo>
                    <a:pt x="6358902" y="0"/>
                  </a:lnTo>
                  <a:lnTo>
                    <a:pt x="6359611" y="0"/>
                  </a:lnTo>
                  <a:lnTo>
                    <a:pt x="6360320" y="0"/>
                  </a:lnTo>
                  <a:lnTo>
                    <a:pt x="6361028" y="0"/>
                  </a:lnTo>
                  <a:lnTo>
                    <a:pt x="6361737" y="0"/>
                  </a:lnTo>
                  <a:lnTo>
                    <a:pt x="6362446" y="0"/>
                  </a:lnTo>
                  <a:lnTo>
                    <a:pt x="6363155" y="0"/>
                  </a:lnTo>
                  <a:lnTo>
                    <a:pt x="6363864" y="0"/>
                  </a:lnTo>
                  <a:lnTo>
                    <a:pt x="6364573" y="0"/>
                  </a:lnTo>
                  <a:lnTo>
                    <a:pt x="6365281" y="0"/>
                  </a:lnTo>
                  <a:lnTo>
                    <a:pt x="6365990" y="0"/>
                  </a:lnTo>
                  <a:lnTo>
                    <a:pt x="6366699" y="0"/>
                  </a:lnTo>
                  <a:lnTo>
                    <a:pt x="6367408" y="0"/>
                  </a:lnTo>
                  <a:lnTo>
                    <a:pt x="6368117" y="0"/>
                  </a:lnTo>
                  <a:lnTo>
                    <a:pt x="6368825" y="0"/>
                  </a:lnTo>
                  <a:lnTo>
                    <a:pt x="6369534" y="0"/>
                  </a:lnTo>
                  <a:lnTo>
                    <a:pt x="6370243" y="0"/>
                  </a:lnTo>
                  <a:lnTo>
                    <a:pt x="6370952" y="0"/>
                  </a:lnTo>
                  <a:lnTo>
                    <a:pt x="6371661" y="0"/>
                  </a:lnTo>
                  <a:lnTo>
                    <a:pt x="6372370" y="0"/>
                  </a:lnTo>
                  <a:lnTo>
                    <a:pt x="6373078" y="0"/>
                  </a:lnTo>
                  <a:lnTo>
                    <a:pt x="6373787" y="0"/>
                  </a:lnTo>
                  <a:lnTo>
                    <a:pt x="6374496" y="0"/>
                  </a:lnTo>
                  <a:lnTo>
                    <a:pt x="6375205" y="0"/>
                  </a:lnTo>
                  <a:lnTo>
                    <a:pt x="6375914" y="0"/>
                  </a:lnTo>
                  <a:lnTo>
                    <a:pt x="6376623" y="0"/>
                  </a:lnTo>
                  <a:lnTo>
                    <a:pt x="6377331" y="0"/>
                  </a:lnTo>
                  <a:lnTo>
                    <a:pt x="6378040" y="0"/>
                  </a:lnTo>
                  <a:lnTo>
                    <a:pt x="6378749" y="0"/>
                  </a:lnTo>
                  <a:lnTo>
                    <a:pt x="6379458" y="0"/>
                  </a:lnTo>
                  <a:lnTo>
                    <a:pt x="6380167" y="0"/>
                  </a:lnTo>
                  <a:lnTo>
                    <a:pt x="6380876" y="0"/>
                  </a:lnTo>
                  <a:lnTo>
                    <a:pt x="6381584" y="0"/>
                  </a:lnTo>
                  <a:lnTo>
                    <a:pt x="6382293" y="0"/>
                  </a:lnTo>
                  <a:lnTo>
                    <a:pt x="6383002" y="0"/>
                  </a:lnTo>
                  <a:lnTo>
                    <a:pt x="6383711" y="0"/>
                  </a:lnTo>
                  <a:lnTo>
                    <a:pt x="6384420" y="0"/>
                  </a:lnTo>
                  <a:lnTo>
                    <a:pt x="6385129" y="0"/>
                  </a:lnTo>
                  <a:lnTo>
                    <a:pt x="6385837" y="0"/>
                  </a:lnTo>
                  <a:lnTo>
                    <a:pt x="6386546" y="0"/>
                  </a:lnTo>
                  <a:lnTo>
                    <a:pt x="6387255" y="0"/>
                  </a:lnTo>
                  <a:lnTo>
                    <a:pt x="6387964" y="0"/>
                  </a:lnTo>
                  <a:lnTo>
                    <a:pt x="6388673" y="0"/>
                  </a:lnTo>
                  <a:lnTo>
                    <a:pt x="6389382" y="0"/>
                  </a:lnTo>
                  <a:lnTo>
                    <a:pt x="6390090" y="0"/>
                  </a:lnTo>
                  <a:lnTo>
                    <a:pt x="6390799" y="0"/>
                  </a:lnTo>
                  <a:lnTo>
                    <a:pt x="6391508" y="0"/>
                  </a:lnTo>
                  <a:lnTo>
                    <a:pt x="6392217" y="0"/>
                  </a:lnTo>
                  <a:lnTo>
                    <a:pt x="6392926" y="0"/>
                  </a:lnTo>
                  <a:lnTo>
                    <a:pt x="6393634" y="0"/>
                  </a:lnTo>
                  <a:lnTo>
                    <a:pt x="6394343" y="0"/>
                  </a:lnTo>
                  <a:lnTo>
                    <a:pt x="6395052" y="0"/>
                  </a:lnTo>
                  <a:lnTo>
                    <a:pt x="6395761" y="0"/>
                  </a:lnTo>
                  <a:lnTo>
                    <a:pt x="6396470" y="0"/>
                  </a:lnTo>
                  <a:lnTo>
                    <a:pt x="6397179" y="0"/>
                  </a:lnTo>
                  <a:lnTo>
                    <a:pt x="6397887" y="0"/>
                  </a:lnTo>
                  <a:lnTo>
                    <a:pt x="6398596" y="0"/>
                  </a:lnTo>
                  <a:lnTo>
                    <a:pt x="6399305" y="0"/>
                  </a:lnTo>
                  <a:lnTo>
                    <a:pt x="6400014" y="0"/>
                  </a:lnTo>
                  <a:lnTo>
                    <a:pt x="6400723" y="0"/>
                  </a:lnTo>
                  <a:lnTo>
                    <a:pt x="6401432" y="0"/>
                  </a:lnTo>
                  <a:lnTo>
                    <a:pt x="6402140" y="0"/>
                  </a:lnTo>
                  <a:lnTo>
                    <a:pt x="6402849" y="0"/>
                  </a:lnTo>
                  <a:lnTo>
                    <a:pt x="6403558" y="0"/>
                  </a:lnTo>
                  <a:lnTo>
                    <a:pt x="6404267" y="0"/>
                  </a:lnTo>
                  <a:lnTo>
                    <a:pt x="6404976" y="0"/>
                  </a:lnTo>
                  <a:lnTo>
                    <a:pt x="6405685" y="0"/>
                  </a:lnTo>
                  <a:lnTo>
                    <a:pt x="6406393" y="0"/>
                  </a:lnTo>
                  <a:lnTo>
                    <a:pt x="6407102" y="0"/>
                  </a:lnTo>
                  <a:lnTo>
                    <a:pt x="6407811" y="0"/>
                  </a:lnTo>
                  <a:lnTo>
                    <a:pt x="6408520" y="0"/>
                  </a:lnTo>
                  <a:lnTo>
                    <a:pt x="6409229" y="0"/>
                  </a:lnTo>
                  <a:lnTo>
                    <a:pt x="6409938" y="0"/>
                  </a:lnTo>
                  <a:lnTo>
                    <a:pt x="6410646" y="0"/>
                  </a:lnTo>
                  <a:lnTo>
                    <a:pt x="6411355" y="0"/>
                  </a:lnTo>
                  <a:lnTo>
                    <a:pt x="6412064" y="0"/>
                  </a:lnTo>
                  <a:lnTo>
                    <a:pt x="6412773" y="0"/>
                  </a:lnTo>
                  <a:lnTo>
                    <a:pt x="6413482" y="0"/>
                  </a:lnTo>
                  <a:lnTo>
                    <a:pt x="6414191" y="0"/>
                  </a:lnTo>
                  <a:lnTo>
                    <a:pt x="6414899" y="0"/>
                  </a:lnTo>
                  <a:lnTo>
                    <a:pt x="6415608" y="0"/>
                  </a:lnTo>
                  <a:lnTo>
                    <a:pt x="6416317" y="0"/>
                  </a:lnTo>
                  <a:lnTo>
                    <a:pt x="6417026" y="0"/>
                  </a:lnTo>
                  <a:lnTo>
                    <a:pt x="6417735" y="0"/>
                  </a:lnTo>
                  <a:lnTo>
                    <a:pt x="6418443" y="0"/>
                  </a:lnTo>
                  <a:lnTo>
                    <a:pt x="6419152" y="0"/>
                  </a:lnTo>
                  <a:lnTo>
                    <a:pt x="6419861" y="0"/>
                  </a:lnTo>
                  <a:lnTo>
                    <a:pt x="6420570" y="0"/>
                  </a:lnTo>
                  <a:lnTo>
                    <a:pt x="6421279" y="0"/>
                  </a:lnTo>
                  <a:lnTo>
                    <a:pt x="6421988" y="0"/>
                  </a:lnTo>
                  <a:lnTo>
                    <a:pt x="6422696" y="0"/>
                  </a:lnTo>
                  <a:lnTo>
                    <a:pt x="6423405" y="0"/>
                  </a:lnTo>
                  <a:lnTo>
                    <a:pt x="6424114" y="0"/>
                  </a:lnTo>
                  <a:lnTo>
                    <a:pt x="6424823" y="0"/>
                  </a:lnTo>
                  <a:lnTo>
                    <a:pt x="6425532" y="0"/>
                  </a:lnTo>
                  <a:lnTo>
                    <a:pt x="6426241" y="0"/>
                  </a:lnTo>
                  <a:lnTo>
                    <a:pt x="6426949" y="0"/>
                  </a:lnTo>
                  <a:lnTo>
                    <a:pt x="6427658" y="0"/>
                  </a:lnTo>
                  <a:lnTo>
                    <a:pt x="6428367" y="0"/>
                  </a:lnTo>
                  <a:lnTo>
                    <a:pt x="6429076" y="0"/>
                  </a:lnTo>
                  <a:lnTo>
                    <a:pt x="6429785" y="0"/>
                  </a:lnTo>
                  <a:lnTo>
                    <a:pt x="6430494" y="0"/>
                  </a:lnTo>
                  <a:lnTo>
                    <a:pt x="6431202" y="0"/>
                  </a:lnTo>
                  <a:lnTo>
                    <a:pt x="6431911" y="0"/>
                  </a:lnTo>
                  <a:lnTo>
                    <a:pt x="6432620" y="0"/>
                  </a:lnTo>
                  <a:lnTo>
                    <a:pt x="6433329" y="0"/>
                  </a:lnTo>
                  <a:lnTo>
                    <a:pt x="6434038" y="0"/>
                  </a:lnTo>
                  <a:lnTo>
                    <a:pt x="6434747" y="0"/>
                  </a:lnTo>
                  <a:lnTo>
                    <a:pt x="6435455" y="0"/>
                  </a:lnTo>
                  <a:lnTo>
                    <a:pt x="6436164" y="0"/>
                  </a:lnTo>
                  <a:lnTo>
                    <a:pt x="6436873" y="0"/>
                  </a:lnTo>
                  <a:lnTo>
                    <a:pt x="6437582" y="0"/>
                  </a:lnTo>
                  <a:lnTo>
                    <a:pt x="6438291" y="0"/>
                  </a:lnTo>
                  <a:lnTo>
                    <a:pt x="6439000" y="0"/>
                  </a:lnTo>
                  <a:lnTo>
                    <a:pt x="6439708" y="0"/>
                  </a:lnTo>
                  <a:lnTo>
                    <a:pt x="6440417" y="0"/>
                  </a:lnTo>
                  <a:lnTo>
                    <a:pt x="6441126" y="0"/>
                  </a:lnTo>
                  <a:lnTo>
                    <a:pt x="6441835" y="0"/>
                  </a:lnTo>
                  <a:lnTo>
                    <a:pt x="6442544" y="0"/>
                  </a:lnTo>
                  <a:lnTo>
                    <a:pt x="6443252" y="0"/>
                  </a:lnTo>
                  <a:lnTo>
                    <a:pt x="6443961" y="0"/>
                  </a:lnTo>
                  <a:lnTo>
                    <a:pt x="6444670" y="0"/>
                  </a:lnTo>
                  <a:lnTo>
                    <a:pt x="6445379" y="0"/>
                  </a:lnTo>
                  <a:lnTo>
                    <a:pt x="6446088" y="0"/>
                  </a:lnTo>
                  <a:lnTo>
                    <a:pt x="6446797" y="0"/>
                  </a:lnTo>
                  <a:lnTo>
                    <a:pt x="6447505" y="0"/>
                  </a:lnTo>
                  <a:lnTo>
                    <a:pt x="6448214" y="0"/>
                  </a:lnTo>
                  <a:lnTo>
                    <a:pt x="6448923" y="0"/>
                  </a:lnTo>
                  <a:lnTo>
                    <a:pt x="6449632" y="0"/>
                  </a:lnTo>
                  <a:lnTo>
                    <a:pt x="6450341" y="0"/>
                  </a:lnTo>
                  <a:lnTo>
                    <a:pt x="6451050" y="0"/>
                  </a:lnTo>
                  <a:lnTo>
                    <a:pt x="6451758" y="0"/>
                  </a:lnTo>
                  <a:lnTo>
                    <a:pt x="6452467" y="0"/>
                  </a:lnTo>
                  <a:lnTo>
                    <a:pt x="6453176" y="0"/>
                  </a:lnTo>
                  <a:lnTo>
                    <a:pt x="6453885" y="0"/>
                  </a:lnTo>
                  <a:lnTo>
                    <a:pt x="6454594" y="0"/>
                  </a:lnTo>
                  <a:lnTo>
                    <a:pt x="6455303" y="0"/>
                  </a:lnTo>
                  <a:lnTo>
                    <a:pt x="6456011" y="0"/>
                  </a:lnTo>
                  <a:lnTo>
                    <a:pt x="6456720" y="0"/>
                  </a:lnTo>
                  <a:lnTo>
                    <a:pt x="6457429" y="0"/>
                  </a:lnTo>
                  <a:lnTo>
                    <a:pt x="6458138" y="0"/>
                  </a:lnTo>
                  <a:lnTo>
                    <a:pt x="6458847" y="0"/>
                  </a:lnTo>
                  <a:lnTo>
                    <a:pt x="6459556" y="0"/>
                  </a:lnTo>
                  <a:lnTo>
                    <a:pt x="6460264" y="0"/>
                  </a:lnTo>
                  <a:lnTo>
                    <a:pt x="6460973" y="0"/>
                  </a:lnTo>
                  <a:lnTo>
                    <a:pt x="6461682" y="0"/>
                  </a:lnTo>
                  <a:lnTo>
                    <a:pt x="6462391" y="0"/>
                  </a:lnTo>
                  <a:lnTo>
                    <a:pt x="6463100" y="0"/>
                  </a:lnTo>
                  <a:lnTo>
                    <a:pt x="6463809" y="0"/>
                  </a:lnTo>
                  <a:lnTo>
                    <a:pt x="6464517" y="0"/>
                  </a:lnTo>
                  <a:lnTo>
                    <a:pt x="6465226" y="0"/>
                  </a:lnTo>
                  <a:lnTo>
                    <a:pt x="6465935" y="0"/>
                  </a:lnTo>
                  <a:lnTo>
                    <a:pt x="6466644" y="0"/>
                  </a:lnTo>
                  <a:lnTo>
                    <a:pt x="6467353" y="0"/>
                  </a:lnTo>
                  <a:lnTo>
                    <a:pt x="6468061" y="0"/>
                  </a:lnTo>
                  <a:lnTo>
                    <a:pt x="6468770" y="0"/>
                  </a:lnTo>
                  <a:lnTo>
                    <a:pt x="6469479" y="0"/>
                  </a:lnTo>
                  <a:lnTo>
                    <a:pt x="6470188" y="0"/>
                  </a:lnTo>
                  <a:lnTo>
                    <a:pt x="6470897" y="0"/>
                  </a:lnTo>
                  <a:lnTo>
                    <a:pt x="6471606" y="0"/>
                  </a:lnTo>
                  <a:lnTo>
                    <a:pt x="6472314" y="0"/>
                  </a:lnTo>
                  <a:lnTo>
                    <a:pt x="6473023" y="0"/>
                  </a:lnTo>
                  <a:lnTo>
                    <a:pt x="6473732" y="0"/>
                  </a:lnTo>
                  <a:lnTo>
                    <a:pt x="6474441" y="0"/>
                  </a:lnTo>
                  <a:lnTo>
                    <a:pt x="6475150" y="0"/>
                  </a:lnTo>
                  <a:lnTo>
                    <a:pt x="6475859" y="0"/>
                  </a:lnTo>
                  <a:lnTo>
                    <a:pt x="6476567" y="0"/>
                  </a:lnTo>
                  <a:lnTo>
                    <a:pt x="6477276" y="0"/>
                  </a:lnTo>
                  <a:lnTo>
                    <a:pt x="6477985" y="0"/>
                  </a:lnTo>
                  <a:lnTo>
                    <a:pt x="6478694" y="0"/>
                  </a:lnTo>
                  <a:lnTo>
                    <a:pt x="6479403" y="0"/>
                  </a:lnTo>
                  <a:lnTo>
                    <a:pt x="6480112" y="0"/>
                  </a:lnTo>
                  <a:lnTo>
                    <a:pt x="6480820" y="0"/>
                  </a:lnTo>
                  <a:lnTo>
                    <a:pt x="6481529" y="0"/>
                  </a:lnTo>
                  <a:lnTo>
                    <a:pt x="6482238" y="0"/>
                  </a:lnTo>
                  <a:lnTo>
                    <a:pt x="6482947" y="0"/>
                  </a:lnTo>
                  <a:lnTo>
                    <a:pt x="6483656" y="0"/>
                  </a:lnTo>
                  <a:lnTo>
                    <a:pt x="6484365" y="0"/>
                  </a:lnTo>
                  <a:lnTo>
                    <a:pt x="6485073" y="0"/>
                  </a:lnTo>
                  <a:lnTo>
                    <a:pt x="6485782" y="0"/>
                  </a:lnTo>
                  <a:lnTo>
                    <a:pt x="6486491" y="0"/>
                  </a:lnTo>
                  <a:lnTo>
                    <a:pt x="6487200" y="0"/>
                  </a:lnTo>
                  <a:lnTo>
                    <a:pt x="6487909" y="0"/>
                  </a:lnTo>
                  <a:lnTo>
                    <a:pt x="6488618" y="0"/>
                  </a:lnTo>
                  <a:lnTo>
                    <a:pt x="6489326" y="0"/>
                  </a:lnTo>
                  <a:lnTo>
                    <a:pt x="6490035" y="0"/>
                  </a:lnTo>
                  <a:lnTo>
                    <a:pt x="6490744" y="0"/>
                  </a:lnTo>
                  <a:lnTo>
                    <a:pt x="6491453" y="0"/>
                  </a:lnTo>
                  <a:lnTo>
                    <a:pt x="6492162" y="0"/>
                  </a:lnTo>
                  <a:lnTo>
                    <a:pt x="6492871" y="0"/>
                  </a:lnTo>
                  <a:lnTo>
                    <a:pt x="6493579" y="0"/>
                  </a:lnTo>
                  <a:lnTo>
                    <a:pt x="6494288" y="0"/>
                  </a:lnTo>
                  <a:lnTo>
                    <a:pt x="6494997" y="0"/>
                  </a:lnTo>
                  <a:lnTo>
                    <a:pt x="6495706" y="0"/>
                  </a:lnTo>
                  <a:lnTo>
                    <a:pt x="6496415" y="0"/>
                  </a:lnTo>
                  <a:lnTo>
                    <a:pt x="6497123" y="0"/>
                  </a:lnTo>
                  <a:lnTo>
                    <a:pt x="6497832" y="0"/>
                  </a:lnTo>
                  <a:lnTo>
                    <a:pt x="6498541" y="0"/>
                  </a:lnTo>
                  <a:lnTo>
                    <a:pt x="6499250" y="0"/>
                  </a:lnTo>
                  <a:lnTo>
                    <a:pt x="6499959" y="0"/>
                  </a:lnTo>
                  <a:lnTo>
                    <a:pt x="6500668" y="0"/>
                  </a:lnTo>
                  <a:lnTo>
                    <a:pt x="6501376" y="0"/>
                  </a:lnTo>
                  <a:lnTo>
                    <a:pt x="6502085" y="0"/>
                  </a:lnTo>
                  <a:lnTo>
                    <a:pt x="6502794" y="0"/>
                  </a:lnTo>
                  <a:lnTo>
                    <a:pt x="6503503" y="0"/>
                  </a:lnTo>
                  <a:lnTo>
                    <a:pt x="6504212" y="0"/>
                  </a:lnTo>
                  <a:lnTo>
                    <a:pt x="6504921" y="0"/>
                  </a:lnTo>
                  <a:lnTo>
                    <a:pt x="6505629" y="0"/>
                  </a:lnTo>
                  <a:lnTo>
                    <a:pt x="6506338" y="0"/>
                  </a:lnTo>
                  <a:lnTo>
                    <a:pt x="6507047" y="0"/>
                  </a:lnTo>
                  <a:lnTo>
                    <a:pt x="6507756" y="0"/>
                  </a:lnTo>
                  <a:lnTo>
                    <a:pt x="6508465" y="0"/>
                  </a:lnTo>
                  <a:lnTo>
                    <a:pt x="6509174" y="0"/>
                  </a:lnTo>
                  <a:lnTo>
                    <a:pt x="6509882" y="0"/>
                  </a:lnTo>
                  <a:lnTo>
                    <a:pt x="6510591" y="0"/>
                  </a:lnTo>
                  <a:lnTo>
                    <a:pt x="6511300" y="0"/>
                  </a:lnTo>
                  <a:lnTo>
                    <a:pt x="6512009" y="0"/>
                  </a:lnTo>
                  <a:lnTo>
                    <a:pt x="6512718" y="0"/>
                  </a:lnTo>
                  <a:lnTo>
                    <a:pt x="6513427" y="0"/>
                  </a:lnTo>
                  <a:lnTo>
                    <a:pt x="6514135" y="0"/>
                  </a:lnTo>
                  <a:lnTo>
                    <a:pt x="6514844" y="0"/>
                  </a:lnTo>
                  <a:lnTo>
                    <a:pt x="6515553" y="0"/>
                  </a:lnTo>
                  <a:lnTo>
                    <a:pt x="6516262" y="0"/>
                  </a:lnTo>
                  <a:lnTo>
                    <a:pt x="6516971" y="0"/>
                  </a:lnTo>
                  <a:lnTo>
                    <a:pt x="6517680" y="0"/>
                  </a:lnTo>
                  <a:lnTo>
                    <a:pt x="6518388" y="0"/>
                  </a:lnTo>
                  <a:lnTo>
                    <a:pt x="6519097" y="0"/>
                  </a:lnTo>
                  <a:lnTo>
                    <a:pt x="6519806" y="0"/>
                  </a:lnTo>
                  <a:lnTo>
                    <a:pt x="6520515" y="0"/>
                  </a:lnTo>
                  <a:lnTo>
                    <a:pt x="6521224" y="0"/>
                  </a:lnTo>
                  <a:lnTo>
                    <a:pt x="6521932" y="0"/>
                  </a:lnTo>
                  <a:lnTo>
                    <a:pt x="6522641" y="0"/>
                  </a:lnTo>
                  <a:lnTo>
                    <a:pt x="6523350" y="0"/>
                  </a:lnTo>
                  <a:lnTo>
                    <a:pt x="6524059" y="0"/>
                  </a:lnTo>
                  <a:lnTo>
                    <a:pt x="6524768" y="0"/>
                  </a:lnTo>
                  <a:lnTo>
                    <a:pt x="6525477" y="0"/>
                  </a:lnTo>
                  <a:lnTo>
                    <a:pt x="6526185" y="0"/>
                  </a:lnTo>
                  <a:lnTo>
                    <a:pt x="6526894" y="0"/>
                  </a:lnTo>
                  <a:lnTo>
                    <a:pt x="6527603" y="0"/>
                  </a:lnTo>
                  <a:lnTo>
                    <a:pt x="6528312" y="0"/>
                  </a:lnTo>
                  <a:lnTo>
                    <a:pt x="6529021" y="0"/>
                  </a:lnTo>
                  <a:lnTo>
                    <a:pt x="6529730" y="0"/>
                  </a:lnTo>
                  <a:lnTo>
                    <a:pt x="6530438" y="0"/>
                  </a:lnTo>
                  <a:lnTo>
                    <a:pt x="6531147" y="0"/>
                  </a:lnTo>
                  <a:lnTo>
                    <a:pt x="6531856" y="0"/>
                  </a:lnTo>
                  <a:lnTo>
                    <a:pt x="6532565" y="0"/>
                  </a:lnTo>
                  <a:lnTo>
                    <a:pt x="6533274" y="0"/>
                  </a:lnTo>
                  <a:lnTo>
                    <a:pt x="6533983" y="0"/>
                  </a:lnTo>
                  <a:lnTo>
                    <a:pt x="6534691" y="0"/>
                  </a:lnTo>
                  <a:lnTo>
                    <a:pt x="6535400" y="0"/>
                  </a:lnTo>
                  <a:lnTo>
                    <a:pt x="6536109" y="0"/>
                  </a:lnTo>
                  <a:lnTo>
                    <a:pt x="6536818" y="0"/>
                  </a:lnTo>
                  <a:lnTo>
                    <a:pt x="6537527" y="0"/>
                  </a:lnTo>
                  <a:lnTo>
                    <a:pt x="6538236" y="0"/>
                  </a:lnTo>
                  <a:lnTo>
                    <a:pt x="6538944" y="0"/>
                  </a:lnTo>
                  <a:lnTo>
                    <a:pt x="6539653" y="0"/>
                  </a:lnTo>
                  <a:lnTo>
                    <a:pt x="6540362" y="0"/>
                  </a:lnTo>
                  <a:lnTo>
                    <a:pt x="6541071" y="0"/>
                  </a:lnTo>
                  <a:lnTo>
                    <a:pt x="6541780" y="0"/>
                  </a:lnTo>
                  <a:lnTo>
                    <a:pt x="6542489" y="0"/>
                  </a:lnTo>
                  <a:lnTo>
                    <a:pt x="6543197" y="0"/>
                  </a:lnTo>
                  <a:lnTo>
                    <a:pt x="6543906" y="0"/>
                  </a:lnTo>
                  <a:lnTo>
                    <a:pt x="6544615" y="0"/>
                  </a:lnTo>
                  <a:lnTo>
                    <a:pt x="6545324" y="0"/>
                  </a:lnTo>
                  <a:lnTo>
                    <a:pt x="6546033" y="0"/>
                  </a:lnTo>
                  <a:lnTo>
                    <a:pt x="6546741" y="0"/>
                  </a:lnTo>
                  <a:lnTo>
                    <a:pt x="6547450" y="0"/>
                  </a:lnTo>
                  <a:lnTo>
                    <a:pt x="6548159" y="0"/>
                  </a:lnTo>
                  <a:lnTo>
                    <a:pt x="6548868" y="0"/>
                  </a:lnTo>
                  <a:lnTo>
                    <a:pt x="6549577" y="0"/>
                  </a:lnTo>
                  <a:lnTo>
                    <a:pt x="6550286" y="0"/>
                  </a:lnTo>
                  <a:lnTo>
                    <a:pt x="6550994" y="0"/>
                  </a:lnTo>
                  <a:lnTo>
                    <a:pt x="6551703" y="0"/>
                  </a:lnTo>
                  <a:lnTo>
                    <a:pt x="6552412" y="0"/>
                  </a:lnTo>
                  <a:lnTo>
                    <a:pt x="6553121" y="0"/>
                  </a:lnTo>
                  <a:lnTo>
                    <a:pt x="6553830" y="0"/>
                  </a:lnTo>
                  <a:lnTo>
                    <a:pt x="6554539" y="0"/>
                  </a:lnTo>
                  <a:lnTo>
                    <a:pt x="6555247" y="0"/>
                  </a:lnTo>
                  <a:lnTo>
                    <a:pt x="6555956" y="0"/>
                  </a:lnTo>
                  <a:lnTo>
                    <a:pt x="6556665" y="0"/>
                  </a:lnTo>
                  <a:lnTo>
                    <a:pt x="6557374" y="0"/>
                  </a:lnTo>
                  <a:lnTo>
                    <a:pt x="6558083" y="0"/>
                  </a:lnTo>
                  <a:lnTo>
                    <a:pt x="6558792" y="0"/>
                  </a:lnTo>
                  <a:lnTo>
                    <a:pt x="6559500" y="0"/>
                  </a:lnTo>
                  <a:lnTo>
                    <a:pt x="6560209" y="0"/>
                  </a:lnTo>
                  <a:lnTo>
                    <a:pt x="6560918" y="0"/>
                  </a:lnTo>
                  <a:lnTo>
                    <a:pt x="6561627" y="0"/>
                  </a:lnTo>
                  <a:lnTo>
                    <a:pt x="6562336" y="0"/>
                  </a:lnTo>
                  <a:lnTo>
                    <a:pt x="6563045" y="0"/>
                  </a:lnTo>
                  <a:lnTo>
                    <a:pt x="6563753" y="0"/>
                  </a:lnTo>
                  <a:lnTo>
                    <a:pt x="6564462" y="0"/>
                  </a:lnTo>
                  <a:lnTo>
                    <a:pt x="6565171" y="0"/>
                  </a:lnTo>
                  <a:lnTo>
                    <a:pt x="6565880" y="0"/>
                  </a:lnTo>
                  <a:lnTo>
                    <a:pt x="6566589" y="0"/>
                  </a:lnTo>
                  <a:lnTo>
                    <a:pt x="6567298" y="0"/>
                  </a:lnTo>
                  <a:lnTo>
                    <a:pt x="6568006" y="0"/>
                  </a:lnTo>
                  <a:lnTo>
                    <a:pt x="6568715" y="0"/>
                  </a:lnTo>
                  <a:lnTo>
                    <a:pt x="6569424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838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0978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4118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259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66265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7668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29071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0473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187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455321"/>
              <a:ext cx="0" cy="2633087"/>
            </a:xfrm>
            <a:custGeom>
              <a:avLst/>
              <a:pathLst>
                <a:path w="0" h="2633087">
                  <a:moveTo>
                    <a:pt x="0" y="263308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08840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56179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403517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50855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298193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 rot="-5400000">
              <a:off x="808735" y="503077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08735" y="4504158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3977540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3450923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08735" y="292430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08735" y="23976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2144375" y="1864777"/>
              <a:ext cx="5221009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auc 0.979,0.977, train np = 9269, na = 361, nn = 10620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679759" y="5772630"/>
              <a:ext cx="150241" cy="1157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fn</a:t>
              </a:r>
            </a:p>
          </p:txBody>
        </p:sp>
        <p:sp>
          <p:nvSpPr>
            <p:cNvPr id="35" name="tx34"/>
            <p:cNvSpPr/>
            <p:nvPr/>
          </p:nvSpPr>
          <p:spPr>
            <a:xfrm rot="-5400000">
              <a:off x="474191" y="3702387"/>
              <a:ext cx="156492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tp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469813" y="2455321"/>
              <a:ext cx="6570133" cy="2631666"/>
            </a:xfrm>
            <a:custGeom>
              <a:avLst/>
              <a:pathLst>
                <a:path w="6570133" h="2631666">
                  <a:moveTo>
                    <a:pt x="0" y="2631666"/>
                  </a:moveTo>
                  <a:lnTo>
                    <a:pt x="0" y="2630245"/>
                  </a:lnTo>
                  <a:lnTo>
                    <a:pt x="0" y="2628824"/>
                  </a:lnTo>
                  <a:lnTo>
                    <a:pt x="0" y="2627403"/>
                  </a:lnTo>
                  <a:lnTo>
                    <a:pt x="0" y="2625982"/>
                  </a:lnTo>
                  <a:lnTo>
                    <a:pt x="0" y="2624561"/>
                  </a:lnTo>
                  <a:lnTo>
                    <a:pt x="0" y="2623140"/>
                  </a:lnTo>
                  <a:lnTo>
                    <a:pt x="0" y="2621719"/>
                  </a:lnTo>
                  <a:lnTo>
                    <a:pt x="0" y="2620298"/>
                  </a:lnTo>
                  <a:lnTo>
                    <a:pt x="0" y="2618877"/>
                  </a:lnTo>
                  <a:lnTo>
                    <a:pt x="0" y="2617456"/>
                  </a:lnTo>
                  <a:lnTo>
                    <a:pt x="0" y="2616035"/>
                  </a:lnTo>
                  <a:lnTo>
                    <a:pt x="0" y="2614614"/>
                  </a:lnTo>
                  <a:lnTo>
                    <a:pt x="0" y="2613193"/>
                  </a:lnTo>
                  <a:lnTo>
                    <a:pt x="0" y="2611772"/>
                  </a:lnTo>
                  <a:lnTo>
                    <a:pt x="0" y="2610351"/>
                  </a:lnTo>
                  <a:lnTo>
                    <a:pt x="0" y="2608930"/>
                  </a:lnTo>
                  <a:lnTo>
                    <a:pt x="0" y="2607509"/>
                  </a:lnTo>
                  <a:lnTo>
                    <a:pt x="0" y="2606089"/>
                  </a:lnTo>
                  <a:lnTo>
                    <a:pt x="0" y="2604668"/>
                  </a:lnTo>
                  <a:lnTo>
                    <a:pt x="0" y="2603247"/>
                  </a:lnTo>
                  <a:lnTo>
                    <a:pt x="0" y="2601826"/>
                  </a:lnTo>
                  <a:lnTo>
                    <a:pt x="0" y="2600405"/>
                  </a:lnTo>
                  <a:lnTo>
                    <a:pt x="0" y="2598984"/>
                  </a:lnTo>
                  <a:lnTo>
                    <a:pt x="0" y="2597563"/>
                  </a:lnTo>
                  <a:lnTo>
                    <a:pt x="0" y="2596142"/>
                  </a:lnTo>
                  <a:lnTo>
                    <a:pt x="0" y="2594721"/>
                  </a:lnTo>
                  <a:lnTo>
                    <a:pt x="0" y="2593300"/>
                  </a:lnTo>
                  <a:lnTo>
                    <a:pt x="0" y="2591879"/>
                  </a:lnTo>
                  <a:lnTo>
                    <a:pt x="0" y="2590458"/>
                  </a:lnTo>
                  <a:lnTo>
                    <a:pt x="0" y="2589037"/>
                  </a:lnTo>
                  <a:lnTo>
                    <a:pt x="0" y="2587616"/>
                  </a:lnTo>
                  <a:lnTo>
                    <a:pt x="0" y="2586195"/>
                  </a:lnTo>
                  <a:lnTo>
                    <a:pt x="0" y="2584774"/>
                  </a:lnTo>
                  <a:lnTo>
                    <a:pt x="0" y="2583353"/>
                  </a:lnTo>
                  <a:lnTo>
                    <a:pt x="0" y="2581932"/>
                  </a:lnTo>
                  <a:lnTo>
                    <a:pt x="0" y="2580511"/>
                  </a:lnTo>
                  <a:lnTo>
                    <a:pt x="0" y="2579090"/>
                  </a:lnTo>
                  <a:lnTo>
                    <a:pt x="0" y="2577669"/>
                  </a:lnTo>
                  <a:lnTo>
                    <a:pt x="0" y="2576248"/>
                  </a:lnTo>
                  <a:lnTo>
                    <a:pt x="0" y="2574827"/>
                  </a:lnTo>
                  <a:lnTo>
                    <a:pt x="0" y="2573406"/>
                  </a:lnTo>
                  <a:lnTo>
                    <a:pt x="0" y="2571985"/>
                  </a:lnTo>
                  <a:lnTo>
                    <a:pt x="0" y="2570564"/>
                  </a:lnTo>
                  <a:lnTo>
                    <a:pt x="0" y="2569143"/>
                  </a:lnTo>
                  <a:lnTo>
                    <a:pt x="0" y="2567722"/>
                  </a:lnTo>
                  <a:lnTo>
                    <a:pt x="0" y="2566301"/>
                  </a:lnTo>
                  <a:lnTo>
                    <a:pt x="0" y="2564880"/>
                  </a:lnTo>
                  <a:lnTo>
                    <a:pt x="0" y="2563459"/>
                  </a:lnTo>
                  <a:lnTo>
                    <a:pt x="0" y="2562038"/>
                  </a:lnTo>
                  <a:lnTo>
                    <a:pt x="0" y="2560617"/>
                  </a:lnTo>
                  <a:lnTo>
                    <a:pt x="0" y="2559196"/>
                  </a:lnTo>
                  <a:lnTo>
                    <a:pt x="0" y="2557775"/>
                  </a:lnTo>
                  <a:lnTo>
                    <a:pt x="0" y="2556354"/>
                  </a:lnTo>
                  <a:lnTo>
                    <a:pt x="0" y="2554933"/>
                  </a:lnTo>
                  <a:lnTo>
                    <a:pt x="0" y="2553512"/>
                  </a:lnTo>
                  <a:lnTo>
                    <a:pt x="0" y="2552091"/>
                  </a:lnTo>
                  <a:lnTo>
                    <a:pt x="0" y="2550670"/>
                  </a:lnTo>
                  <a:lnTo>
                    <a:pt x="0" y="2549249"/>
                  </a:lnTo>
                  <a:lnTo>
                    <a:pt x="0" y="2547828"/>
                  </a:lnTo>
                  <a:lnTo>
                    <a:pt x="0" y="2546407"/>
                  </a:lnTo>
                  <a:lnTo>
                    <a:pt x="0" y="2544986"/>
                  </a:lnTo>
                  <a:lnTo>
                    <a:pt x="0" y="2543565"/>
                  </a:lnTo>
                  <a:lnTo>
                    <a:pt x="0" y="2542144"/>
                  </a:lnTo>
                  <a:lnTo>
                    <a:pt x="0" y="2540723"/>
                  </a:lnTo>
                  <a:lnTo>
                    <a:pt x="0" y="2539302"/>
                  </a:lnTo>
                  <a:lnTo>
                    <a:pt x="0" y="2537881"/>
                  </a:lnTo>
                  <a:lnTo>
                    <a:pt x="0" y="2536460"/>
                  </a:lnTo>
                  <a:lnTo>
                    <a:pt x="0" y="2535039"/>
                  </a:lnTo>
                  <a:lnTo>
                    <a:pt x="0" y="2533618"/>
                  </a:lnTo>
                  <a:lnTo>
                    <a:pt x="0" y="2532197"/>
                  </a:lnTo>
                  <a:lnTo>
                    <a:pt x="0" y="2530776"/>
                  </a:lnTo>
                  <a:lnTo>
                    <a:pt x="0" y="2529355"/>
                  </a:lnTo>
                  <a:lnTo>
                    <a:pt x="0" y="2527934"/>
                  </a:lnTo>
                  <a:lnTo>
                    <a:pt x="0" y="2526513"/>
                  </a:lnTo>
                  <a:lnTo>
                    <a:pt x="0" y="2525092"/>
                  </a:lnTo>
                  <a:lnTo>
                    <a:pt x="0" y="2523671"/>
                  </a:lnTo>
                  <a:lnTo>
                    <a:pt x="0" y="2522250"/>
                  </a:lnTo>
                  <a:lnTo>
                    <a:pt x="0" y="2520829"/>
                  </a:lnTo>
                  <a:lnTo>
                    <a:pt x="0" y="2519408"/>
                  </a:lnTo>
                  <a:lnTo>
                    <a:pt x="0" y="2517987"/>
                  </a:lnTo>
                  <a:lnTo>
                    <a:pt x="0" y="2516566"/>
                  </a:lnTo>
                  <a:lnTo>
                    <a:pt x="0" y="2515145"/>
                  </a:lnTo>
                  <a:lnTo>
                    <a:pt x="0" y="2513724"/>
                  </a:lnTo>
                  <a:lnTo>
                    <a:pt x="0" y="2512303"/>
                  </a:lnTo>
                  <a:lnTo>
                    <a:pt x="0" y="2510882"/>
                  </a:lnTo>
                  <a:lnTo>
                    <a:pt x="0" y="2509461"/>
                  </a:lnTo>
                  <a:lnTo>
                    <a:pt x="0" y="2508040"/>
                  </a:lnTo>
                  <a:lnTo>
                    <a:pt x="0" y="2506619"/>
                  </a:lnTo>
                  <a:lnTo>
                    <a:pt x="0" y="2505198"/>
                  </a:lnTo>
                  <a:lnTo>
                    <a:pt x="0" y="2503777"/>
                  </a:lnTo>
                  <a:lnTo>
                    <a:pt x="0" y="2502357"/>
                  </a:lnTo>
                  <a:lnTo>
                    <a:pt x="0" y="2500936"/>
                  </a:lnTo>
                  <a:lnTo>
                    <a:pt x="0" y="2499515"/>
                  </a:lnTo>
                  <a:lnTo>
                    <a:pt x="0" y="2498094"/>
                  </a:lnTo>
                  <a:lnTo>
                    <a:pt x="0" y="2496673"/>
                  </a:lnTo>
                  <a:lnTo>
                    <a:pt x="0" y="2495252"/>
                  </a:lnTo>
                  <a:lnTo>
                    <a:pt x="0" y="2493831"/>
                  </a:lnTo>
                  <a:lnTo>
                    <a:pt x="0" y="2492410"/>
                  </a:lnTo>
                  <a:lnTo>
                    <a:pt x="0" y="2490989"/>
                  </a:lnTo>
                  <a:lnTo>
                    <a:pt x="0" y="2489568"/>
                  </a:lnTo>
                  <a:lnTo>
                    <a:pt x="0" y="2488147"/>
                  </a:lnTo>
                  <a:lnTo>
                    <a:pt x="0" y="2486726"/>
                  </a:lnTo>
                  <a:lnTo>
                    <a:pt x="0" y="2485305"/>
                  </a:lnTo>
                  <a:lnTo>
                    <a:pt x="0" y="2483884"/>
                  </a:lnTo>
                  <a:lnTo>
                    <a:pt x="0" y="2482463"/>
                  </a:lnTo>
                  <a:lnTo>
                    <a:pt x="0" y="2481042"/>
                  </a:lnTo>
                  <a:lnTo>
                    <a:pt x="0" y="2479621"/>
                  </a:lnTo>
                  <a:lnTo>
                    <a:pt x="0" y="2478200"/>
                  </a:lnTo>
                  <a:lnTo>
                    <a:pt x="0" y="2476779"/>
                  </a:lnTo>
                  <a:lnTo>
                    <a:pt x="0" y="2475358"/>
                  </a:lnTo>
                  <a:lnTo>
                    <a:pt x="0" y="2473937"/>
                  </a:lnTo>
                  <a:lnTo>
                    <a:pt x="0" y="2472516"/>
                  </a:lnTo>
                  <a:lnTo>
                    <a:pt x="0" y="2471095"/>
                  </a:lnTo>
                  <a:lnTo>
                    <a:pt x="0" y="2469674"/>
                  </a:lnTo>
                  <a:lnTo>
                    <a:pt x="0" y="2468253"/>
                  </a:lnTo>
                  <a:lnTo>
                    <a:pt x="0" y="2466832"/>
                  </a:lnTo>
                  <a:lnTo>
                    <a:pt x="0" y="2465411"/>
                  </a:lnTo>
                  <a:lnTo>
                    <a:pt x="0" y="2463990"/>
                  </a:lnTo>
                  <a:lnTo>
                    <a:pt x="0" y="2462569"/>
                  </a:lnTo>
                  <a:lnTo>
                    <a:pt x="0" y="2461148"/>
                  </a:lnTo>
                  <a:lnTo>
                    <a:pt x="0" y="2459727"/>
                  </a:lnTo>
                  <a:lnTo>
                    <a:pt x="0" y="2458306"/>
                  </a:lnTo>
                  <a:lnTo>
                    <a:pt x="0" y="2456885"/>
                  </a:lnTo>
                  <a:lnTo>
                    <a:pt x="0" y="2455464"/>
                  </a:lnTo>
                  <a:lnTo>
                    <a:pt x="0" y="2454043"/>
                  </a:lnTo>
                  <a:lnTo>
                    <a:pt x="0" y="2452622"/>
                  </a:lnTo>
                  <a:lnTo>
                    <a:pt x="0" y="2451201"/>
                  </a:lnTo>
                  <a:lnTo>
                    <a:pt x="0" y="2449780"/>
                  </a:lnTo>
                  <a:lnTo>
                    <a:pt x="0" y="2448359"/>
                  </a:lnTo>
                  <a:lnTo>
                    <a:pt x="0" y="2446938"/>
                  </a:lnTo>
                  <a:lnTo>
                    <a:pt x="0" y="2445517"/>
                  </a:lnTo>
                  <a:lnTo>
                    <a:pt x="0" y="2444096"/>
                  </a:lnTo>
                  <a:lnTo>
                    <a:pt x="0" y="2442675"/>
                  </a:lnTo>
                  <a:lnTo>
                    <a:pt x="0" y="2441254"/>
                  </a:lnTo>
                  <a:lnTo>
                    <a:pt x="0" y="2439833"/>
                  </a:lnTo>
                  <a:lnTo>
                    <a:pt x="0" y="2438412"/>
                  </a:lnTo>
                  <a:lnTo>
                    <a:pt x="0" y="2436991"/>
                  </a:lnTo>
                  <a:lnTo>
                    <a:pt x="0" y="2435570"/>
                  </a:lnTo>
                  <a:lnTo>
                    <a:pt x="0" y="2434149"/>
                  </a:lnTo>
                  <a:lnTo>
                    <a:pt x="0" y="2432728"/>
                  </a:lnTo>
                  <a:lnTo>
                    <a:pt x="0" y="2431307"/>
                  </a:lnTo>
                  <a:lnTo>
                    <a:pt x="0" y="2429886"/>
                  </a:lnTo>
                  <a:lnTo>
                    <a:pt x="0" y="2428465"/>
                  </a:lnTo>
                  <a:lnTo>
                    <a:pt x="0" y="2427044"/>
                  </a:lnTo>
                  <a:lnTo>
                    <a:pt x="0" y="2425623"/>
                  </a:lnTo>
                  <a:lnTo>
                    <a:pt x="0" y="2424202"/>
                  </a:lnTo>
                  <a:lnTo>
                    <a:pt x="0" y="2422781"/>
                  </a:lnTo>
                  <a:lnTo>
                    <a:pt x="0" y="2421360"/>
                  </a:lnTo>
                  <a:lnTo>
                    <a:pt x="0" y="2419939"/>
                  </a:lnTo>
                  <a:lnTo>
                    <a:pt x="0" y="2418518"/>
                  </a:lnTo>
                  <a:lnTo>
                    <a:pt x="0" y="2417097"/>
                  </a:lnTo>
                  <a:lnTo>
                    <a:pt x="0" y="2415676"/>
                  </a:lnTo>
                  <a:lnTo>
                    <a:pt x="0" y="2414255"/>
                  </a:lnTo>
                  <a:lnTo>
                    <a:pt x="0" y="2412834"/>
                  </a:lnTo>
                  <a:lnTo>
                    <a:pt x="0" y="2411413"/>
                  </a:lnTo>
                  <a:lnTo>
                    <a:pt x="0" y="2409992"/>
                  </a:lnTo>
                  <a:lnTo>
                    <a:pt x="0" y="2408571"/>
                  </a:lnTo>
                  <a:lnTo>
                    <a:pt x="0" y="2407150"/>
                  </a:lnTo>
                  <a:lnTo>
                    <a:pt x="0" y="2405729"/>
                  </a:lnTo>
                  <a:lnTo>
                    <a:pt x="0" y="2404308"/>
                  </a:lnTo>
                  <a:lnTo>
                    <a:pt x="0" y="2402887"/>
                  </a:lnTo>
                  <a:lnTo>
                    <a:pt x="0" y="2401466"/>
                  </a:lnTo>
                  <a:lnTo>
                    <a:pt x="0" y="2400045"/>
                  </a:lnTo>
                  <a:lnTo>
                    <a:pt x="0" y="2398624"/>
                  </a:lnTo>
                  <a:lnTo>
                    <a:pt x="0" y="2397204"/>
                  </a:lnTo>
                  <a:lnTo>
                    <a:pt x="0" y="2395783"/>
                  </a:lnTo>
                  <a:lnTo>
                    <a:pt x="0" y="2394362"/>
                  </a:lnTo>
                  <a:lnTo>
                    <a:pt x="0" y="2392941"/>
                  </a:lnTo>
                  <a:lnTo>
                    <a:pt x="0" y="2391520"/>
                  </a:lnTo>
                  <a:lnTo>
                    <a:pt x="0" y="2390099"/>
                  </a:lnTo>
                  <a:lnTo>
                    <a:pt x="0" y="2388678"/>
                  </a:lnTo>
                  <a:lnTo>
                    <a:pt x="0" y="2387257"/>
                  </a:lnTo>
                  <a:lnTo>
                    <a:pt x="0" y="2385836"/>
                  </a:lnTo>
                  <a:lnTo>
                    <a:pt x="0" y="2384415"/>
                  </a:lnTo>
                  <a:lnTo>
                    <a:pt x="0" y="2382994"/>
                  </a:lnTo>
                  <a:lnTo>
                    <a:pt x="0" y="2381573"/>
                  </a:lnTo>
                  <a:lnTo>
                    <a:pt x="0" y="2380152"/>
                  </a:lnTo>
                  <a:lnTo>
                    <a:pt x="0" y="2378731"/>
                  </a:lnTo>
                  <a:lnTo>
                    <a:pt x="0" y="2377310"/>
                  </a:lnTo>
                  <a:lnTo>
                    <a:pt x="0" y="2375889"/>
                  </a:lnTo>
                  <a:lnTo>
                    <a:pt x="0" y="2374468"/>
                  </a:lnTo>
                  <a:lnTo>
                    <a:pt x="0" y="2373047"/>
                  </a:lnTo>
                  <a:lnTo>
                    <a:pt x="0" y="2371626"/>
                  </a:lnTo>
                  <a:lnTo>
                    <a:pt x="0" y="2370205"/>
                  </a:lnTo>
                  <a:lnTo>
                    <a:pt x="0" y="2368784"/>
                  </a:lnTo>
                  <a:lnTo>
                    <a:pt x="0" y="2367363"/>
                  </a:lnTo>
                  <a:lnTo>
                    <a:pt x="0" y="2365942"/>
                  </a:lnTo>
                  <a:lnTo>
                    <a:pt x="0" y="2364521"/>
                  </a:lnTo>
                  <a:lnTo>
                    <a:pt x="0" y="2363100"/>
                  </a:lnTo>
                  <a:lnTo>
                    <a:pt x="0" y="2361679"/>
                  </a:lnTo>
                  <a:lnTo>
                    <a:pt x="0" y="2360258"/>
                  </a:lnTo>
                  <a:lnTo>
                    <a:pt x="0" y="2358837"/>
                  </a:lnTo>
                  <a:lnTo>
                    <a:pt x="0" y="2357416"/>
                  </a:lnTo>
                  <a:lnTo>
                    <a:pt x="0" y="2355995"/>
                  </a:lnTo>
                  <a:lnTo>
                    <a:pt x="0" y="2354574"/>
                  </a:lnTo>
                  <a:lnTo>
                    <a:pt x="0" y="2353153"/>
                  </a:lnTo>
                  <a:lnTo>
                    <a:pt x="0" y="2351732"/>
                  </a:lnTo>
                  <a:lnTo>
                    <a:pt x="0" y="2350311"/>
                  </a:lnTo>
                  <a:lnTo>
                    <a:pt x="0" y="2348890"/>
                  </a:lnTo>
                  <a:lnTo>
                    <a:pt x="0" y="2347469"/>
                  </a:lnTo>
                  <a:lnTo>
                    <a:pt x="0" y="2346048"/>
                  </a:lnTo>
                  <a:lnTo>
                    <a:pt x="0" y="2344627"/>
                  </a:lnTo>
                  <a:lnTo>
                    <a:pt x="0" y="2343206"/>
                  </a:lnTo>
                  <a:lnTo>
                    <a:pt x="0" y="2341785"/>
                  </a:lnTo>
                  <a:lnTo>
                    <a:pt x="0" y="2340364"/>
                  </a:lnTo>
                  <a:lnTo>
                    <a:pt x="0" y="2338943"/>
                  </a:lnTo>
                  <a:lnTo>
                    <a:pt x="0" y="2337522"/>
                  </a:lnTo>
                  <a:lnTo>
                    <a:pt x="0" y="2336101"/>
                  </a:lnTo>
                  <a:lnTo>
                    <a:pt x="0" y="2334680"/>
                  </a:lnTo>
                  <a:lnTo>
                    <a:pt x="0" y="2333259"/>
                  </a:lnTo>
                  <a:lnTo>
                    <a:pt x="0" y="2331838"/>
                  </a:lnTo>
                  <a:lnTo>
                    <a:pt x="0" y="2330417"/>
                  </a:lnTo>
                  <a:lnTo>
                    <a:pt x="0" y="2328996"/>
                  </a:lnTo>
                  <a:lnTo>
                    <a:pt x="0" y="2327575"/>
                  </a:lnTo>
                  <a:lnTo>
                    <a:pt x="0" y="2326154"/>
                  </a:lnTo>
                  <a:lnTo>
                    <a:pt x="0" y="2324733"/>
                  </a:lnTo>
                  <a:lnTo>
                    <a:pt x="0" y="2323312"/>
                  </a:lnTo>
                  <a:lnTo>
                    <a:pt x="0" y="2321891"/>
                  </a:lnTo>
                  <a:lnTo>
                    <a:pt x="0" y="2320470"/>
                  </a:lnTo>
                  <a:lnTo>
                    <a:pt x="0" y="2319049"/>
                  </a:lnTo>
                  <a:lnTo>
                    <a:pt x="0" y="2317628"/>
                  </a:lnTo>
                  <a:lnTo>
                    <a:pt x="0" y="2316207"/>
                  </a:lnTo>
                  <a:lnTo>
                    <a:pt x="0" y="2314786"/>
                  </a:lnTo>
                  <a:lnTo>
                    <a:pt x="0" y="2313365"/>
                  </a:lnTo>
                  <a:lnTo>
                    <a:pt x="0" y="2311944"/>
                  </a:lnTo>
                  <a:lnTo>
                    <a:pt x="0" y="2310523"/>
                  </a:lnTo>
                  <a:lnTo>
                    <a:pt x="0" y="2309102"/>
                  </a:lnTo>
                  <a:lnTo>
                    <a:pt x="0" y="2307681"/>
                  </a:lnTo>
                  <a:lnTo>
                    <a:pt x="0" y="2306260"/>
                  </a:lnTo>
                  <a:lnTo>
                    <a:pt x="0" y="2304839"/>
                  </a:lnTo>
                  <a:lnTo>
                    <a:pt x="0" y="2303418"/>
                  </a:lnTo>
                  <a:lnTo>
                    <a:pt x="0" y="2301997"/>
                  </a:lnTo>
                  <a:lnTo>
                    <a:pt x="0" y="2300576"/>
                  </a:lnTo>
                  <a:lnTo>
                    <a:pt x="0" y="2299155"/>
                  </a:lnTo>
                  <a:lnTo>
                    <a:pt x="0" y="2297734"/>
                  </a:lnTo>
                  <a:lnTo>
                    <a:pt x="0" y="2296313"/>
                  </a:lnTo>
                  <a:lnTo>
                    <a:pt x="0" y="2294892"/>
                  </a:lnTo>
                  <a:lnTo>
                    <a:pt x="0" y="2293472"/>
                  </a:lnTo>
                  <a:lnTo>
                    <a:pt x="0" y="2292051"/>
                  </a:lnTo>
                  <a:lnTo>
                    <a:pt x="0" y="2290630"/>
                  </a:lnTo>
                  <a:lnTo>
                    <a:pt x="0" y="2289209"/>
                  </a:lnTo>
                  <a:lnTo>
                    <a:pt x="0" y="2287788"/>
                  </a:lnTo>
                  <a:lnTo>
                    <a:pt x="0" y="2286367"/>
                  </a:lnTo>
                  <a:lnTo>
                    <a:pt x="0" y="2284946"/>
                  </a:lnTo>
                  <a:lnTo>
                    <a:pt x="0" y="2283525"/>
                  </a:lnTo>
                  <a:lnTo>
                    <a:pt x="0" y="2282104"/>
                  </a:lnTo>
                  <a:lnTo>
                    <a:pt x="0" y="2280683"/>
                  </a:lnTo>
                  <a:lnTo>
                    <a:pt x="0" y="2279262"/>
                  </a:lnTo>
                  <a:lnTo>
                    <a:pt x="0" y="2277841"/>
                  </a:lnTo>
                  <a:lnTo>
                    <a:pt x="0" y="2276420"/>
                  </a:lnTo>
                  <a:lnTo>
                    <a:pt x="0" y="2274999"/>
                  </a:lnTo>
                  <a:lnTo>
                    <a:pt x="0" y="2273578"/>
                  </a:lnTo>
                  <a:lnTo>
                    <a:pt x="0" y="2272157"/>
                  </a:lnTo>
                  <a:lnTo>
                    <a:pt x="0" y="2270736"/>
                  </a:lnTo>
                  <a:lnTo>
                    <a:pt x="0" y="2269315"/>
                  </a:lnTo>
                  <a:lnTo>
                    <a:pt x="0" y="2267894"/>
                  </a:lnTo>
                  <a:lnTo>
                    <a:pt x="0" y="2266473"/>
                  </a:lnTo>
                  <a:lnTo>
                    <a:pt x="0" y="2265052"/>
                  </a:lnTo>
                  <a:lnTo>
                    <a:pt x="0" y="2263631"/>
                  </a:lnTo>
                  <a:lnTo>
                    <a:pt x="0" y="2262210"/>
                  </a:lnTo>
                  <a:lnTo>
                    <a:pt x="0" y="2260789"/>
                  </a:lnTo>
                  <a:lnTo>
                    <a:pt x="0" y="2259368"/>
                  </a:lnTo>
                  <a:lnTo>
                    <a:pt x="0" y="2257947"/>
                  </a:lnTo>
                  <a:lnTo>
                    <a:pt x="0" y="2256526"/>
                  </a:lnTo>
                  <a:lnTo>
                    <a:pt x="0" y="2255105"/>
                  </a:lnTo>
                  <a:lnTo>
                    <a:pt x="0" y="2253684"/>
                  </a:lnTo>
                  <a:lnTo>
                    <a:pt x="0" y="2252263"/>
                  </a:lnTo>
                  <a:lnTo>
                    <a:pt x="0" y="2250842"/>
                  </a:lnTo>
                  <a:lnTo>
                    <a:pt x="0" y="2249421"/>
                  </a:lnTo>
                  <a:lnTo>
                    <a:pt x="0" y="2248000"/>
                  </a:lnTo>
                  <a:lnTo>
                    <a:pt x="0" y="2246579"/>
                  </a:lnTo>
                  <a:lnTo>
                    <a:pt x="0" y="2245158"/>
                  </a:lnTo>
                  <a:lnTo>
                    <a:pt x="0" y="2243737"/>
                  </a:lnTo>
                  <a:lnTo>
                    <a:pt x="0" y="2242316"/>
                  </a:lnTo>
                  <a:lnTo>
                    <a:pt x="0" y="2240895"/>
                  </a:lnTo>
                  <a:lnTo>
                    <a:pt x="0" y="2239474"/>
                  </a:lnTo>
                  <a:lnTo>
                    <a:pt x="0" y="2238053"/>
                  </a:lnTo>
                  <a:lnTo>
                    <a:pt x="0" y="2236632"/>
                  </a:lnTo>
                  <a:lnTo>
                    <a:pt x="0" y="2235211"/>
                  </a:lnTo>
                  <a:lnTo>
                    <a:pt x="0" y="2233790"/>
                  </a:lnTo>
                  <a:lnTo>
                    <a:pt x="0" y="2232369"/>
                  </a:lnTo>
                  <a:lnTo>
                    <a:pt x="0" y="2230948"/>
                  </a:lnTo>
                  <a:lnTo>
                    <a:pt x="0" y="2229527"/>
                  </a:lnTo>
                  <a:lnTo>
                    <a:pt x="0" y="2228106"/>
                  </a:lnTo>
                  <a:lnTo>
                    <a:pt x="0" y="2226685"/>
                  </a:lnTo>
                  <a:lnTo>
                    <a:pt x="0" y="2225264"/>
                  </a:lnTo>
                  <a:lnTo>
                    <a:pt x="0" y="2223843"/>
                  </a:lnTo>
                  <a:lnTo>
                    <a:pt x="0" y="2222422"/>
                  </a:lnTo>
                  <a:lnTo>
                    <a:pt x="0" y="2221001"/>
                  </a:lnTo>
                  <a:lnTo>
                    <a:pt x="0" y="2219580"/>
                  </a:lnTo>
                  <a:lnTo>
                    <a:pt x="0" y="2218159"/>
                  </a:lnTo>
                  <a:lnTo>
                    <a:pt x="0" y="2216738"/>
                  </a:lnTo>
                  <a:lnTo>
                    <a:pt x="0" y="2215317"/>
                  </a:lnTo>
                  <a:lnTo>
                    <a:pt x="0" y="2213896"/>
                  </a:lnTo>
                  <a:lnTo>
                    <a:pt x="0" y="2212475"/>
                  </a:lnTo>
                  <a:lnTo>
                    <a:pt x="0" y="2211054"/>
                  </a:lnTo>
                  <a:lnTo>
                    <a:pt x="0" y="2209633"/>
                  </a:lnTo>
                  <a:lnTo>
                    <a:pt x="0" y="2208212"/>
                  </a:lnTo>
                  <a:lnTo>
                    <a:pt x="0" y="2206791"/>
                  </a:lnTo>
                  <a:lnTo>
                    <a:pt x="0" y="2205370"/>
                  </a:lnTo>
                  <a:lnTo>
                    <a:pt x="0" y="2203949"/>
                  </a:lnTo>
                  <a:lnTo>
                    <a:pt x="0" y="2202528"/>
                  </a:lnTo>
                  <a:lnTo>
                    <a:pt x="0" y="2201107"/>
                  </a:lnTo>
                  <a:lnTo>
                    <a:pt x="0" y="2199686"/>
                  </a:lnTo>
                  <a:lnTo>
                    <a:pt x="0" y="2198265"/>
                  </a:lnTo>
                  <a:lnTo>
                    <a:pt x="0" y="2196844"/>
                  </a:lnTo>
                  <a:lnTo>
                    <a:pt x="0" y="2195423"/>
                  </a:lnTo>
                  <a:lnTo>
                    <a:pt x="0" y="2194002"/>
                  </a:lnTo>
                  <a:lnTo>
                    <a:pt x="0" y="2192581"/>
                  </a:lnTo>
                  <a:lnTo>
                    <a:pt x="0" y="2191160"/>
                  </a:lnTo>
                  <a:lnTo>
                    <a:pt x="0" y="2189740"/>
                  </a:lnTo>
                  <a:lnTo>
                    <a:pt x="0" y="2188319"/>
                  </a:lnTo>
                  <a:lnTo>
                    <a:pt x="0" y="2186898"/>
                  </a:lnTo>
                  <a:lnTo>
                    <a:pt x="0" y="2185477"/>
                  </a:lnTo>
                  <a:lnTo>
                    <a:pt x="0" y="2184056"/>
                  </a:lnTo>
                  <a:lnTo>
                    <a:pt x="0" y="2182635"/>
                  </a:lnTo>
                  <a:lnTo>
                    <a:pt x="0" y="2181214"/>
                  </a:lnTo>
                  <a:lnTo>
                    <a:pt x="0" y="2179793"/>
                  </a:lnTo>
                  <a:lnTo>
                    <a:pt x="0" y="2178372"/>
                  </a:lnTo>
                  <a:lnTo>
                    <a:pt x="0" y="2176951"/>
                  </a:lnTo>
                  <a:lnTo>
                    <a:pt x="0" y="2175530"/>
                  </a:lnTo>
                  <a:lnTo>
                    <a:pt x="0" y="2174109"/>
                  </a:lnTo>
                  <a:lnTo>
                    <a:pt x="0" y="2172688"/>
                  </a:lnTo>
                  <a:lnTo>
                    <a:pt x="0" y="2171267"/>
                  </a:lnTo>
                  <a:lnTo>
                    <a:pt x="0" y="2169846"/>
                  </a:lnTo>
                  <a:lnTo>
                    <a:pt x="0" y="2168425"/>
                  </a:lnTo>
                  <a:lnTo>
                    <a:pt x="0" y="2167004"/>
                  </a:lnTo>
                  <a:lnTo>
                    <a:pt x="0" y="2165583"/>
                  </a:lnTo>
                  <a:lnTo>
                    <a:pt x="0" y="2164162"/>
                  </a:lnTo>
                  <a:lnTo>
                    <a:pt x="0" y="2162741"/>
                  </a:lnTo>
                  <a:lnTo>
                    <a:pt x="0" y="2161320"/>
                  </a:lnTo>
                  <a:lnTo>
                    <a:pt x="0" y="2159899"/>
                  </a:lnTo>
                  <a:lnTo>
                    <a:pt x="0" y="2158478"/>
                  </a:lnTo>
                  <a:lnTo>
                    <a:pt x="0" y="2157057"/>
                  </a:lnTo>
                  <a:lnTo>
                    <a:pt x="0" y="2155636"/>
                  </a:lnTo>
                  <a:lnTo>
                    <a:pt x="0" y="2154215"/>
                  </a:lnTo>
                  <a:lnTo>
                    <a:pt x="0" y="2152794"/>
                  </a:lnTo>
                  <a:lnTo>
                    <a:pt x="0" y="2151373"/>
                  </a:lnTo>
                  <a:lnTo>
                    <a:pt x="0" y="2149952"/>
                  </a:lnTo>
                  <a:lnTo>
                    <a:pt x="0" y="2148531"/>
                  </a:lnTo>
                  <a:lnTo>
                    <a:pt x="0" y="2147110"/>
                  </a:lnTo>
                  <a:lnTo>
                    <a:pt x="0" y="2145689"/>
                  </a:lnTo>
                  <a:lnTo>
                    <a:pt x="0" y="2144268"/>
                  </a:lnTo>
                  <a:lnTo>
                    <a:pt x="0" y="2142847"/>
                  </a:lnTo>
                  <a:lnTo>
                    <a:pt x="0" y="2141426"/>
                  </a:lnTo>
                  <a:lnTo>
                    <a:pt x="0" y="2140005"/>
                  </a:lnTo>
                  <a:lnTo>
                    <a:pt x="0" y="2138584"/>
                  </a:lnTo>
                  <a:lnTo>
                    <a:pt x="0" y="2137163"/>
                  </a:lnTo>
                  <a:lnTo>
                    <a:pt x="0" y="2135742"/>
                  </a:lnTo>
                  <a:lnTo>
                    <a:pt x="0" y="2134321"/>
                  </a:lnTo>
                  <a:lnTo>
                    <a:pt x="0" y="2132900"/>
                  </a:lnTo>
                  <a:lnTo>
                    <a:pt x="0" y="2131479"/>
                  </a:lnTo>
                  <a:lnTo>
                    <a:pt x="0" y="2130058"/>
                  </a:lnTo>
                  <a:lnTo>
                    <a:pt x="0" y="2128637"/>
                  </a:lnTo>
                  <a:lnTo>
                    <a:pt x="0" y="2127216"/>
                  </a:lnTo>
                  <a:lnTo>
                    <a:pt x="0" y="2125795"/>
                  </a:lnTo>
                  <a:lnTo>
                    <a:pt x="0" y="2124374"/>
                  </a:lnTo>
                  <a:lnTo>
                    <a:pt x="0" y="2122953"/>
                  </a:lnTo>
                  <a:lnTo>
                    <a:pt x="0" y="2121532"/>
                  </a:lnTo>
                  <a:lnTo>
                    <a:pt x="0" y="2120111"/>
                  </a:lnTo>
                  <a:lnTo>
                    <a:pt x="0" y="2118690"/>
                  </a:lnTo>
                  <a:lnTo>
                    <a:pt x="0" y="2117269"/>
                  </a:lnTo>
                  <a:lnTo>
                    <a:pt x="0" y="2115848"/>
                  </a:lnTo>
                  <a:lnTo>
                    <a:pt x="0" y="2114427"/>
                  </a:lnTo>
                  <a:lnTo>
                    <a:pt x="0" y="2113006"/>
                  </a:lnTo>
                  <a:lnTo>
                    <a:pt x="0" y="2111585"/>
                  </a:lnTo>
                  <a:lnTo>
                    <a:pt x="0" y="2110164"/>
                  </a:lnTo>
                  <a:lnTo>
                    <a:pt x="0" y="2108743"/>
                  </a:lnTo>
                  <a:lnTo>
                    <a:pt x="0" y="2107322"/>
                  </a:lnTo>
                  <a:lnTo>
                    <a:pt x="0" y="2105901"/>
                  </a:lnTo>
                  <a:lnTo>
                    <a:pt x="0" y="2104480"/>
                  </a:lnTo>
                  <a:lnTo>
                    <a:pt x="0" y="2103059"/>
                  </a:lnTo>
                  <a:lnTo>
                    <a:pt x="0" y="2101638"/>
                  </a:lnTo>
                  <a:lnTo>
                    <a:pt x="0" y="2100217"/>
                  </a:lnTo>
                  <a:lnTo>
                    <a:pt x="0" y="2098796"/>
                  </a:lnTo>
                  <a:lnTo>
                    <a:pt x="0" y="2097375"/>
                  </a:lnTo>
                  <a:lnTo>
                    <a:pt x="0" y="2095954"/>
                  </a:lnTo>
                  <a:lnTo>
                    <a:pt x="0" y="2094533"/>
                  </a:lnTo>
                  <a:lnTo>
                    <a:pt x="0" y="2093112"/>
                  </a:lnTo>
                  <a:lnTo>
                    <a:pt x="0" y="2091691"/>
                  </a:lnTo>
                  <a:lnTo>
                    <a:pt x="0" y="2090270"/>
                  </a:lnTo>
                  <a:lnTo>
                    <a:pt x="0" y="2088849"/>
                  </a:lnTo>
                  <a:lnTo>
                    <a:pt x="0" y="2087428"/>
                  </a:lnTo>
                  <a:lnTo>
                    <a:pt x="0" y="2086007"/>
                  </a:lnTo>
                  <a:lnTo>
                    <a:pt x="0" y="2084587"/>
                  </a:lnTo>
                  <a:lnTo>
                    <a:pt x="0" y="2083166"/>
                  </a:lnTo>
                  <a:lnTo>
                    <a:pt x="0" y="2081745"/>
                  </a:lnTo>
                  <a:lnTo>
                    <a:pt x="0" y="2080324"/>
                  </a:lnTo>
                  <a:lnTo>
                    <a:pt x="0" y="2078903"/>
                  </a:lnTo>
                  <a:lnTo>
                    <a:pt x="0" y="2077482"/>
                  </a:lnTo>
                  <a:lnTo>
                    <a:pt x="0" y="2076061"/>
                  </a:lnTo>
                  <a:lnTo>
                    <a:pt x="0" y="2074640"/>
                  </a:lnTo>
                  <a:lnTo>
                    <a:pt x="0" y="2073219"/>
                  </a:lnTo>
                  <a:lnTo>
                    <a:pt x="0" y="2071798"/>
                  </a:lnTo>
                  <a:lnTo>
                    <a:pt x="0" y="2070377"/>
                  </a:lnTo>
                  <a:lnTo>
                    <a:pt x="0" y="2068956"/>
                  </a:lnTo>
                  <a:lnTo>
                    <a:pt x="0" y="2067535"/>
                  </a:lnTo>
                  <a:lnTo>
                    <a:pt x="0" y="2066114"/>
                  </a:lnTo>
                  <a:lnTo>
                    <a:pt x="0" y="2064693"/>
                  </a:lnTo>
                  <a:lnTo>
                    <a:pt x="0" y="2063272"/>
                  </a:lnTo>
                  <a:lnTo>
                    <a:pt x="0" y="2061851"/>
                  </a:lnTo>
                  <a:lnTo>
                    <a:pt x="0" y="2060430"/>
                  </a:lnTo>
                  <a:lnTo>
                    <a:pt x="0" y="2059009"/>
                  </a:lnTo>
                  <a:lnTo>
                    <a:pt x="0" y="2057588"/>
                  </a:lnTo>
                  <a:lnTo>
                    <a:pt x="0" y="2056167"/>
                  </a:lnTo>
                  <a:lnTo>
                    <a:pt x="0" y="2054746"/>
                  </a:lnTo>
                  <a:lnTo>
                    <a:pt x="0" y="2053325"/>
                  </a:lnTo>
                  <a:lnTo>
                    <a:pt x="0" y="2051904"/>
                  </a:lnTo>
                  <a:lnTo>
                    <a:pt x="0" y="2050483"/>
                  </a:lnTo>
                  <a:lnTo>
                    <a:pt x="0" y="2049062"/>
                  </a:lnTo>
                  <a:lnTo>
                    <a:pt x="0" y="2047641"/>
                  </a:lnTo>
                  <a:lnTo>
                    <a:pt x="0" y="2046220"/>
                  </a:lnTo>
                  <a:lnTo>
                    <a:pt x="0" y="2044799"/>
                  </a:lnTo>
                  <a:lnTo>
                    <a:pt x="0" y="2043378"/>
                  </a:lnTo>
                  <a:lnTo>
                    <a:pt x="0" y="2041957"/>
                  </a:lnTo>
                  <a:lnTo>
                    <a:pt x="0" y="2040536"/>
                  </a:lnTo>
                  <a:lnTo>
                    <a:pt x="0" y="2039115"/>
                  </a:lnTo>
                  <a:lnTo>
                    <a:pt x="0" y="2037694"/>
                  </a:lnTo>
                  <a:lnTo>
                    <a:pt x="0" y="2036273"/>
                  </a:lnTo>
                  <a:lnTo>
                    <a:pt x="0" y="2034852"/>
                  </a:lnTo>
                  <a:lnTo>
                    <a:pt x="0" y="2033431"/>
                  </a:lnTo>
                  <a:lnTo>
                    <a:pt x="0" y="2032010"/>
                  </a:lnTo>
                  <a:lnTo>
                    <a:pt x="0" y="2030589"/>
                  </a:lnTo>
                  <a:lnTo>
                    <a:pt x="0" y="2029168"/>
                  </a:lnTo>
                  <a:lnTo>
                    <a:pt x="0" y="2027747"/>
                  </a:lnTo>
                  <a:lnTo>
                    <a:pt x="0" y="2026326"/>
                  </a:lnTo>
                  <a:lnTo>
                    <a:pt x="0" y="2024905"/>
                  </a:lnTo>
                  <a:lnTo>
                    <a:pt x="0" y="2023484"/>
                  </a:lnTo>
                  <a:lnTo>
                    <a:pt x="0" y="2022063"/>
                  </a:lnTo>
                  <a:lnTo>
                    <a:pt x="0" y="2020642"/>
                  </a:lnTo>
                  <a:lnTo>
                    <a:pt x="0" y="2019221"/>
                  </a:lnTo>
                  <a:lnTo>
                    <a:pt x="0" y="2017800"/>
                  </a:lnTo>
                  <a:lnTo>
                    <a:pt x="0" y="2016379"/>
                  </a:lnTo>
                  <a:lnTo>
                    <a:pt x="0" y="2014958"/>
                  </a:lnTo>
                  <a:lnTo>
                    <a:pt x="0" y="2013537"/>
                  </a:lnTo>
                  <a:lnTo>
                    <a:pt x="0" y="2012116"/>
                  </a:lnTo>
                  <a:lnTo>
                    <a:pt x="0" y="2010695"/>
                  </a:lnTo>
                  <a:lnTo>
                    <a:pt x="0" y="2009274"/>
                  </a:lnTo>
                  <a:lnTo>
                    <a:pt x="0" y="2007853"/>
                  </a:lnTo>
                  <a:lnTo>
                    <a:pt x="0" y="2006432"/>
                  </a:lnTo>
                  <a:lnTo>
                    <a:pt x="0" y="2005011"/>
                  </a:lnTo>
                  <a:lnTo>
                    <a:pt x="0" y="2003590"/>
                  </a:lnTo>
                  <a:lnTo>
                    <a:pt x="0" y="2002169"/>
                  </a:lnTo>
                  <a:lnTo>
                    <a:pt x="0" y="2000748"/>
                  </a:lnTo>
                  <a:lnTo>
                    <a:pt x="0" y="1999327"/>
                  </a:lnTo>
                  <a:lnTo>
                    <a:pt x="0" y="1997906"/>
                  </a:lnTo>
                  <a:lnTo>
                    <a:pt x="0" y="1996485"/>
                  </a:lnTo>
                  <a:lnTo>
                    <a:pt x="0" y="1995064"/>
                  </a:lnTo>
                  <a:lnTo>
                    <a:pt x="0" y="1993643"/>
                  </a:lnTo>
                  <a:lnTo>
                    <a:pt x="0" y="1992222"/>
                  </a:lnTo>
                  <a:lnTo>
                    <a:pt x="0" y="1990801"/>
                  </a:lnTo>
                  <a:lnTo>
                    <a:pt x="0" y="1989380"/>
                  </a:lnTo>
                  <a:lnTo>
                    <a:pt x="0" y="1987959"/>
                  </a:lnTo>
                  <a:lnTo>
                    <a:pt x="0" y="1986538"/>
                  </a:lnTo>
                  <a:lnTo>
                    <a:pt x="0" y="1985117"/>
                  </a:lnTo>
                  <a:lnTo>
                    <a:pt x="0" y="1983696"/>
                  </a:lnTo>
                  <a:lnTo>
                    <a:pt x="0" y="1982275"/>
                  </a:lnTo>
                  <a:lnTo>
                    <a:pt x="0" y="1980855"/>
                  </a:lnTo>
                  <a:lnTo>
                    <a:pt x="0" y="1979434"/>
                  </a:lnTo>
                  <a:lnTo>
                    <a:pt x="0" y="1978013"/>
                  </a:lnTo>
                  <a:lnTo>
                    <a:pt x="0" y="1976592"/>
                  </a:lnTo>
                  <a:lnTo>
                    <a:pt x="0" y="1975171"/>
                  </a:lnTo>
                  <a:lnTo>
                    <a:pt x="0" y="1973750"/>
                  </a:lnTo>
                  <a:lnTo>
                    <a:pt x="0" y="1972329"/>
                  </a:lnTo>
                  <a:lnTo>
                    <a:pt x="0" y="1970908"/>
                  </a:lnTo>
                  <a:lnTo>
                    <a:pt x="0" y="1969487"/>
                  </a:lnTo>
                  <a:lnTo>
                    <a:pt x="0" y="1968066"/>
                  </a:lnTo>
                  <a:lnTo>
                    <a:pt x="0" y="1966645"/>
                  </a:lnTo>
                  <a:lnTo>
                    <a:pt x="0" y="1965224"/>
                  </a:lnTo>
                  <a:lnTo>
                    <a:pt x="0" y="1963803"/>
                  </a:lnTo>
                  <a:lnTo>
                    <a:pt x="0" y="1962382"/>
                  </a:lnTo>
                  <a:lnTo>
                    <a:pt x="0" y="1960961"/>
                  </a:lnTo>
                  <a:lnTo>
                    <a:pt x="0" y="1959540"/>
                  </a:lnTo>
                  <a:lnTo>
                    <a:pt x="0" y="1958119"/>
                  </a:lnTo>
                  <a:lnTo>
                    <a:pt x="0" y="1956698"/>
                  </a:lnTo>
                  <a:lnTo>
                    <a:pt x="0" y="1955277"/>
                  </a:lnTo>
                  <a:lnTo>
                    <a:pt x="0" y="1953856"/>
                  </a:lnTo>
                  <a:lnTo>
                    <a:pt x="0" y="1952435"/>
                  </a:lnTo>
                  <a:lnTo>
                    <a:pt x="0" y="1951014"/>
                  </a:lnTo>
                  <a:lnTo>
                    <a:pt x="0" y="1949593"/>
                  </a:lnTo>
                  <a:lnTo>
                    <a:pt x="0" y="1948172"/>
                  </a:lnTo>
                  <a:lnTo>
                    <a:pt x="0" y="1946751"/>
                  </a:lnTo>
                  <a:lnTo>
                    <a:pt x="0" y="1945330"/>
                  </a:lnTo>
                  <a:lnTo>
                    <a:pt x="0" y="1943909"/>
                  </a:lnTo>
                  <a:lnTo>
                    <a:pt x="0" y="1942488"/>
                  </a:lnTo>
                  <a:lnTo>
                    <a:pt x="0" y="1941067"/>
                  </a:lnTo>
                  <a:lnTo>
                    <a:pt x="0" y="1939646"/>
                  </a:lnTo>
                  <a:lnTo>
                    <a:pt x="0" y="1938225"/>
                  </a:lnTo>
                  <a:lnTo>
                    <a:pt x="0" y="1936804"/>
                  </a:lnTo>
                  <a:lnTo>
                    <a:pt x="0" y="1935383"/>
                  </a:lnTo>
                  <a:lnTo>
                    <a:pt x="0" y="1933962"/>
                  </a:lnTo>
                  <a:lnTo>
                    <a:pt x="0" y="1932541"/>
                  </a:lnTo>
                  <a:lnTo>
                    <a:pt x="0" y="1931120"/>
                  </a:lnTo>
                  <a:lnTo>
                    <a:pt x="0" y="1929699"/>
                  </a:lnTo>
                  <a:lnTo>
                    <a:pt x="0" y="1928278"/>
                  </a:lnTo>
                  <a:lnTo>
                    <a:pt x="0" y="1926857"/>
                  </a:lnTo>
                  <a:lnTo>
                    <a:pt x="0" y="1925436"/>
                  </a:lnTo>
                  <a:lnTo>
                    <a:pt x="0" y="1924015"/>
                  </a:lnTo>
                  <a:lnTo>
                    <a:pt x="0" y="1922594"/>
                  </a:lnTo>
                  <a:lnTo>
                    <a:pt x="0" y="1921173"/>
                  </a:lnTo>
                  <a:lnTo>
                    <a:pt x="0" y="1919752"/>
                  </a:lnTo>
                  <a:lnTo>
                    <a:pt x="0" y="1918331"/>
                  </a:lnTo>
                  <a:lnTo>
                    <a:pt x="0" y="1916910"/>
                  </a:lnTo>
                  <a:lnTo>
                    <a:pt x="0" y="1915489"/>
                  </a:lnTo>
                  <a:lnTo>
                    <a:pt x="0" y="1914068"/>
                  </a:lnTo>
                  <a:lnTo>
                    <a:pt x="0" y="1912647"/>
                  </a:lnTo>
                  <a:lnTo>
                    <a:pt x="0" y="1911226"/>
                  </a:lnTo>
                  <a:lnTo>
                    <a:pt x="0" y="1909805"/>
                  </a:lnTo>
                  <a:lnTo>
                    <a:pt x="0" y="1908384"/>
                  </a:lnTo>
                  <a:lnTo>
                    <a:pt x="0" y="1906963"/>
                  </a:lnTo>
                  <a:lnTo>
                    <a:pt x="0" y="1905542"/>
                  </a:lnTo>
                  <a:lnTo>
                    <a:pt x="0" y="1904121"/>
                  </a:lnTo>
                  <a:lnTo>
                    <a:pt x="0" y="1902700"/>
                  </a:lnTo>
                  <a:lnTo>
                    <a:pt x="0" y="1901279"/>
                  </a:lnTo>
                  <a:lnTo>
                    <a:pt x="0" y="1899858"/>
                  </a:lnTo>
                  <a:lnTo>
                    <a:pt x="0" y="1898437"/>
                  </a:lnTo>
                  <a:lnTo>
                    <a:pt x="0" y="1897016"/>
                  </a:lnTo>
                  <a:lnTo>
                    <a:pt x="0" y="1895595"/>
                  </a:lnTo>
                  <a:lnTo>
                    <a:pt x="0" y="1894174"/>
                  </a:lnTo>
                  <a:lnTo>
                    <a:pt x="0" y="1892753"/>
                  </a:lnTo>
                  <a:lnTo>
                    <a:pt x="0" y="1891332"/>
                  </a:lnTo>
                  <a:lnTo>
                    <a:pt x="0" y="1889911"/>
                  </a:lnTo>
                  <a:lnTo>
                    <a:pt x="0" y="1888490"/>
                  </a:lnTo>
                  <a:lnTo>
                    <a:pt x="0" y="1887069"/>
                  </a:lnTo>
                  <a:lnTo>
                    <a:pt x="0" y="1885648"/>
                  </a:lnTo>
                  <a:lnTo>
                    <a:pt x="0" y="1884227"/>
                  </a:lnTo>
                  <a:lnTo>
                    <a:pt x="0" y="1882806"/>
                  </a:lnTo>
                  <a:lnTo>
                    <a:pt x="0" y="1881385"/>
                  </a:lnTo>
                  <a:lnTo>
                    <a:pt x="0" y="1879964"/>
                  </a:lnTo>
                  <a:lnTo>
                    <a:pt x="0" y="1878543"/>
                  </a:lnTo>
                  <a:lnTo>
                    <a:pt x="0" y="1877123"/>
                  </a:lnTo>
                  <a:lnTo>
                    <a:pt x="0" y="1875702"/>
                  </a:lnTo>
                  <a:lnTo>
                    <a:pt x="0" y="1874281"/>
                  </a:lnTo>
                  <a:lnTo>
                    <a:pt x="0" y="1872860"/>
                  </a:lnTo>
                  <a:lnTo>
                    <a:pt x="0" y="1871439"/>
                  </a:lnTo>
                  <a:lnTo>
                    <a:pt x="0" y="1870018"/>
                  </a:lnTo>
                  <a:lnTo>
                    <a:pt x="0" y="1868597"/>
                  </a:lnTo>
                  <a:lnTo>
                    <a:pt x="0" y="1867176"/>
                  </a:lnTo>
                  <a:lnTo>
                    <a:pt x="0" y="1865755"/>
                  </a:lnTo>
                  <a:lnTo>
                    <a:pt x="0" y="1864334"/>
                  </a:lnTo>
                  <a:lnTo>
                    <a:pt x="0" y="1862913"/>
                  </a:lnTo>
                  <a:lnTo>
                    <a:pt x="0" y="1861492"/>
                  </a:lnTo>
                  <a:lnTo>
                    <a:pt x="0" y="1860071"/>
                  </a:lnTo>
                  <a:lnTo>
                    <a:pt x="0" y="1858650"/>
                  </a:lnTo>
                  <a:lnTo>
                    <a:pt x="0" y="1857229"/>
                  </a:lnTo>
                  <a:lnTo>
                    <a:pt x="0" y="1855808"/>
                  </a:lnTo>
                  <a:lnTo>
                    <a:pt x="0" y="1854387"/>
                  </a:lnTo>
                  <a:lnTo>
                    <a:pt x="0" y="1852966"/>
                  </a:lnTo>
                  <a:lnTo>
                    <a:pt x="0" y="1851545"/>
                  </a:lnTo>
                  <a:lnTo>
                    <a:pt x="0" y="1850124"/>
                  </a:lnTo>
                  <a:lnTo>
                    <a:pt x="0" y="1848703"/>
                  </a:lnTo>
                  <a:lnTo>
                    <a:pt x="0" y="1847282"/>
                  </a:lnTo>
                  <a:lnTo>
                    <a:pt x="0" y="1845861"/>
                  </a:lnTo>
                  <a:lnTo>
                    <a:pt x="0" y="1844440"/>
                  </a:lnTo>
                  <a:lnTo>
                    <a:pt x="0" y="1843019"/>
                  </a:lnTo>
                  <a:lnTo>
                    <a:pt x="0" y="1841598"/>
                  </a:lnTo>
                  <a:lnTo>
                    <a:pt x="0" y="1840177"/>
                  </a:lnTo>
                  <a:lnTo>
                    <a:pt x="0" y="1838756"/>
                  </a:lnTo>
                  <a:lnTo>
                    <a:pt x="0" y="1837335"/>
                  </a:lnTo>
                  <a:lnTo>
                    <a:pt x="0" y="1835914"/>
                  </a:lnTo>
                  <a:lnTo>
                    <a:pt x="0" y="1834493"/>
                  </a:lnTo>
                  <a:lnTo>
                    <a:pt x="0" y="1833072"/>
                  </a:lnTo>
                  <a:lnTo>
                    <a:pt x="0" y="1831651"/>
                  </a:lnTo>
                  <a:lnTo>
                    <a:pt x="0" y="1830230"/>
                  </a:lnTo>
                  <a:lnTo>
                    <a:pt x="0" y="1828809"/>
                  </a:lnTo>
                  <a:lnTo>
                    <a:pt x="0" y="1827388"/>
                  </a:lnTo>
                  <a:lnTo>
                    <a:pt x="0" y="1825967"/>
                  </a:lnTo>
                  <a:lnTo>
                    <a:pt x="0" y="1824546"/>
                  </a:lnTo>
                  <a:lnTo>
                    <a:pt x="0" y="1823125"/>
                  </a:lnTo>
                  <a:lnTo>
                    <a:pt x="0" y="1821704"/>
                  </a:lnTo>
                  <a:lnTo>
                    <a:pt x="0" y="1820283"/>
                  </a:lnTo>
                  <a:lnTo>
                    <a:pt x="0" y="1818862"/>
                  </a:lnTo>
                  <a:lnTo>
                    <a:pt x="0" y="1817441"/>
                  </a:lnTo>
                  <a:lnTo>
                    <a:pt x="0" y="1816020"/>
                  </a:lnTo>
                  <a:lnTo>
                    <a:pt x="0" y="1814599"/>
                  </a:lnTo>
                  <a:lnTo>
                    <a:pt x="0" y="1813178"/>
                  </a:lnTo>
                  <a:lnTo>
                    <a:pt x="0" y="1811757"/>
                  </a:lnTo>
                  <a:lnTo>
                    <a:pt x="0" y="1810336"/>
                  </a:lnTo>
                  <a:lnTo>
                    <a:pt x="0" y="1808915"/>
                  </a:lnTo>
                  <a:lnTo>
                    <a:pt x="0" y="1807494"/>
                  </a:lnTo>
                  <a:lnTo>
                    <a:pt x="0" y="1806073"/>
                  </a:lnTo>
                  <a:lnTo>
                    <a:pt x="0" y="1804652"/>
                  </a:lnTo>
                  <a:lnTo>
                    <a:pt x="0" y="1803231"/>
                  </a:lnTo>
                  <a:lnTo>
                    <a:pt x="0" y="1801810"/>
                  </a:lnTo>
                  <a:lnTo>
                    <a:pt x="0" y="1800389"/>
                  </a:lnTo>
                  <a:lnTo>
                    <a:pt x="0" y="1798968"/>
                  </a:lnTo>
                  <a:lnTo>
                    <a:pt x="0" y="1797547"/>
                  </a:lnTo>
                  <a:lnTo>
                    <a:pt x="0" y="1796126"/>
                  </a:lnTo>
                  <a:lnTo>
                    <a:pt x="0" y="1794705"/>
                  </a:lnTo>
                  <a:lnTo>
                    <a:pt x="0" y="1793284"/>
                  </a:lnTo>
                  <a:lnTo>
                    <a:pt x="0" y="1791863"/>
                  </a:lnTo>
                  <a:lnTo>
                    <a:pt x="0" y="1790442"/>
                  </a:lnTo>
                  <a:lnTo>
                    <a:pt x="0" y="1789021"/>
                  </a:lnTo>
                  <a:lnTo>
                    <a:pt x="0" y="1787600"/>
                  </a:lnTo>
                  <a:lnTo>
                    <a:pt x="0" y="1786179"/>
                  </a:lnTo>
                  <a:lnTo>
                    <a:pt x="0" y="1784758"/>
                  </a:lnTo>
                  <a:lnTo>
                    <a:pt x="0" y="1783337"/>
                  </a:lnTo>
                  <a:lnTo>
                    <a:pt x="0" y="1781916"/>
                  </a:lnTo>
                  <a:lnTo>
                    <a:pt x="0" y="1780495"/>
                  </a:lnTo>
                  <a:lnTo>
                    <a:pt x="0" y="1779074"/>
                  </a:lnTo>
                  <a:lnTo>
                    <a:pt x="0" y="1777653"/>
                  </a:lnTo>
                  <a:lnTo>
                    <a:pt x="0" y="1776232"/>
                  </a:lnTo>
                  <a:lnTo>
                    <a:pt x="0" y="1774811"/>
                  </a:lnTo>
                  <a:lnTo>
                    <a:pt x="0" y="1773390"/>
                  </a:lnTo>
                  <a:lnTo>
                    <a:pt x="0" y="1771970"/>
                  </a:lnTo>
                  <a:lnTo>
                    <a:pt x="0" y="1770549"/>
                  </a:lnTo>
                  <a:lnTo>
                    <a:pt x="0" y="1769128"/>
                  </a:lnTo>
                  <a:lnTo>
                    <a:pt x="0" y="1767707"/>
                  </a:lnTo>
                  <a:lnTo>
                    <a:pt x="0" y="1766286"/>
                  </a:lnTo>
                  <a:lnTo>
                    <a:pt x="0" y="1764865"/>
                  </a:lnTo>
                  <a:lnTo>
                    <a:pt x="0" y="1763444"/>
                  </a:lnTo>
                  <a:lnTo>
                    <a:pt x="0" y="1762023"/>
                  </a:lnTo>
                  <a:lnTo>
                    <a:pt x="0" y="1760602"/>
                  </a:lnTo>
                  <a:lnTo>
                    <a:pt x="0" y="1759181"/>
                  </a:lnTo>
                  <a:lnTo>
                    <a:pt x="0" y="1757760"/>
                  </a:lnTo>
                  <a:lnTo>
                    <a:pt x="0" y="1756339"/>
                  </a:lnTo>
                  <a:lnTo>
                    <a:pt x="0" y="1754918"/>
                  </a:lnTo>
                  <a:lnTo>
                    <a:pt x="0" y="1753497"/>
                  </a:lnTo>
                  <a:lnTo>
                    <a:pt x="0" y="1752076"/>
                  </a:lnTo>
                  <a:lnTo>
                    <a:pt x="0" y="1750655"/>
                  </a:lnTo>
                  <a:lnTo>
                    <a:pt x="0" y="1749234"/>
                  </a:lnTo>
                  <a:lnTo>
                    <a:pt x="0" y="1747813"/>
                  </a:lnTo>
                  <a:lnTo>
                    <a:pt x="0" y="1746392"/>
                  </a:lnTo>
                  <a:lnTo>
                    <a:pt x="0" y="1744971"/>
                  </a:lnTo>
                  <a:lnTo>
                    <a:pt x="0" y="1743550"/>
                  </a:lnTo>
                  <a:lnTo>
                    <a:pt x="0" y="1742129"/>
                  </a:lnTo>
                  <a:lnTo>
                    <a:pt x="0" y="1740708"/>
                  </a:lnTo>
                  <a:lnTo>
                    <a:pt x="0" y="1739287"/>
                  </a:lnTo>
                  <a:lnTo>
                    <a:pt x="0" y="1737866"/>
                  </a:lnTo>
                  <a:lnTo>
                    <a:pt x="0" y="1736445"/>
                  </a:lnTo>
                  <a:lnTo>
                    <a:pt x="0" y="1735024"/>
                  </a:lnTo>
                  <a:lnTo>
                    <a:pt x="0" y="1733603"/>
                  </a:lnTo>
                  <a:lnTo>
                    <a:pt x="0" y="1732182"/>
                  </a:lnTo>
                  <a:lnTo>
                    <a:pt x="0" y="1730761"/>
                  </a:lnTo>
                  <a:lnTo>
                    <a:pt x="0" y="1729340"/>
                  </a:lnTo>
                  <a:lnTo>
                    <a:pt x="0" y="1727919"/>
                  </a:lnTo>
                  <a:lnTo>
                    <a:pt x="0" y="1726498"/>
                  </a:lnTo>
                  <a:lnTo>
                    <a:pt x="0" y="1725077"/>
                  </a:lnTo>
                  <a:lnTo>
                    <a:pt x="0" y="1723656"/>
                  </a:lnTo>
                  <a:lnTo>
                    <a:pt x="0" y="1722235"/>
                  </a:lnTo>
                  <a:lnTo>
                    <a:pt x="0" y="1720814"/>
                  </a:lnTo>
                  <a:lnTo>
                    <a:pt x="0" y="1719393"/>
                  </a:lnTo>
                  <a:lnTo>
                    <a:pt x="0" y="1717972"/>
                  </a:lnTo>
                  <a:lnTo>
                    <a:pt x="0" y="1716551"/>
                  </a:lnTo>
                  <a:lnTo>
                    <a:pt x="0" y="1715130"/>
                  </a:lnTo>
                  <a:lnTo>
                    <a:pt x="0" y="1713709"/>
                  </a:lnTo>
                  <a:lnTo>
                    <a:pt x="0" y="1712288"/>
                  </a:lnTo>
                  <a:lnTo>
                    <a:pt x="0" y="1710867"/>
                  </a:lnTo>
                  <a:lnTo>
                    <a:pt x="0" y="1709446"/>
                  </a:lnTo>
                  <a:lnTo>
                    <a:pt x="0" y="1708025"/>
                  </a:lnTo>
                  <a:lnTo>
                    <a:pt x="3127" y="1708025"/>
                  </a:lnTo>
                  <a:lnTo>
                    <a:pt x="3127" y="1706604"/>
                  </a:lnTo>
                  <a:lnTo>
                    <a:pt x="3127" y="1705183"/>
                  </a:lnTo>
                  <a:lnTo>
                    <a:pt x="3127" y="1703762"/>
                  </a:lnTo>
                  <a:lnTo>
                    <a:pt x="3127" y="1702341"/>
                  </a:lnTo>
                  <a:lnTo>
                    <a:pt x="3127" y="1700920"/>
                  </a:lnTo>
                  <a:lnTo>
                    <a:pt x="3127" y="1699499"/>
                  </a:lnTo>
                  <a:lnTo>
                    <a:pt x="3127" y="1698078"/>
                  </a:lnTo>
                  <a:lnTo>
                    <a:pt x="3127" y="1696657"/>
                  </a:lnTo>
                  <a:lnTo>
                    <a:pt x="3127" y="1695236"/>
                  </a:lnTo>
                  <a:lnTo>
                    <a:pt x="3127" y="1693815"/>
                  </a:lnTo>
                  <a:lnTo>
                    <a:pt x="3127" y="1692394"/>
                  </a:lnTo>
                  <a:lnTo>
                    <a:pt x="3127" y="1690973"/>
                  </a:lnTo>
                  <a:lnTo>
                    <a:pt x="3127" y="1689552"/>
                  </a:lnTo>
                  <a:lnTo>
                    <a:pt x="3127" y="1688131"/>
                  </a:lnTo>
                  <a:lnTo>
                    <a:pt x="3127" y="1686710"/>
                  </a:lnTo>
                  <a:lnTo>
                    <a:pt x="3127" y="1685289"/>
                  </a:lnTo>
                  <a:lnTo>
                    <a:pt x="3127" y="1683868"/>
                  </a:lnTo>
                  <a:lnTo>
                    <a:pt x="3127" y="1682447"/>
                  </a:lnTo>
                  <a:lnTo>
                    <a:pt x="3127" y="1681026"/>
                  </a:lnTo>
                  <a:lnTo>
                    <a:pt x="3127" y="1679605"/>
                  </a:lnTo>
                  <a:lnTo>
                    <a:pt x="3127" y="1678184"/>
                  </a:lnTo>
                  <a:lnTo>
                    <a:pt x="3127" y="1676763"/>
                  </a:lnTo>
                  <a:lnTo>
                    <a:pt x="3127" y="1675342"/>
                  </a:lnTo>
                  <a:lnTo>
                    <a:pt x="3127" y="1673921"/>
                  </a:lnTo>
                  <a:lnTo>
                    <a:pt x="3127" y="1672500"/>
                  </a:lnTo>
                  <a:lnTo>
                    <a:pt x="3127" y="1671079"/>
                  </a:lnTo>
                  <a:lnTo>
                    <a:pt x="3127" y="1669658"/>
                  </a:lnTo>
                  <a:lnTo>
                    <a:pt x="3127" y="1668238"/>
                  </a:lnTo>
                  <a:lnTo>
                    <a:pt x="3127" y="1666817"/>
                  </a:lnTo>
                  <a:lnTo>
                    <a:pt x="3127" y="1665396"/>
                  </a:lnTo>
                  <a:lnTo>
                    <a:pt x="3127" y="1663975"/>
                  </a:lnTo>
                  <a:lnTo>
                    <a:pt x="3127" y="1662554"/>
                  </a:lnTo>
                  <a:lnTo>
                    <a:pt x="3127" y="1661133"/>
                  </a:lnTo>
                  <a:lnTo>
                    <a:pt x="3127" y="1659712"/>
                  </a:lnTo>
                  <a:lnTo>
                    <a:pt x="3127" y="1658291"/>
                  </a:lnTo>
                  <a:lnTo>
                    <a:pt x="3127" y="1656870"/>
                  </a:lnTo>
                  <a:lnTo>
                    <a:pt x="3127" y="1655449"/>
                  </a:lnTo>
                  <a:lnTo>
                    <a:pt x="3127" y="1654028"/>
                  </a:lnTo>
                  <a:lnTo>
                    <a:pt x="3127" y="1652607"/>
                  </a:lnTo>
                  <a:lnTo>
                    <a:pt x="3127" y="1651186"/>
                  </a:lnTo>
                  <a:lnTo>
                    <a:pt x="3127" y="1649765"/>
                  </a:lnTo>
                  <a:lnTo>
                    <a:pt x="3127" y="1648344"/>
                  </a:lnTo>
                  <a:lnTo>
                    <a:pt x="3127" y="1646923"/>
                  </a:lnTo>
                  <a:lnTo>
                    <a:pt x="3127" y="1645502"/>
                  </a:lnTo>
                  <a:lnTo>
                    <a:pt x="3127" y="1644081"/>
                  </a:lnTo>
                  <a:lnTo>
                    <a:pt x="3127" y="1642660"/>
                  </a:lnTo>
                  <a:lnTo>
                    <a:pt x="3127" y="1641239"/>
                  </a:lnTo>
                  <a:lnTo>
                    <a:pt x="3127" y="1639818"/>
                  </a:lnTo>
                  <a:lnTo>
                    <a:pt x="3127" y="1638397"/>
                  </a:lnTo>
                  <a:lnTo>
                    <a:pt x="3127" y="1636976"/>
                  </a:lnTo>
                  <a:lnTo>
                    <a:pt x="3127" y="1635555"/>
                  </a:lnTo>
                  <a:lnTo>
                    <a:pt x="3127" y="1634134"/>
                  </a:lnTo>
                  <a:lnTo>
                    <a:pt x="3127" y="1632713"/>
                  </a:lnTo>
                  <a:lnTo>
                    <a:pt x="3127" y="1631292"/>
                  </a:lnTo>
                  <a:lnTo>
                    <a:pt x="3127" y="1629871"/>
                  </a:lnTo>
                  <a:lnTo>
                    <a:pt x="3127" y="1628450"/>
                  </a:lnTo>
                  <a:lnTo>
                    <a:pt x="3127" y="1627029"/>
                  </a:lnTo>
                  <a:lnTo>
                    <a:pt x="3127" y="1625608"/>
                  </a:lnTo>
                  <a:lnTo>
                    <a:pt x="3127" y="1624187"/>
                  </a:lnTo>
                  <a:lnTo>
                    <a:pt x="3127" y="1622766"/>
                  </a:lnTo>
                  <a:lnTo>
                    <a:pt x="3127" y="1621345"/>
                  </a:lnTo>
                  <a:lnTo>
                    <a:pt x="3127" y="1619924"/>
                  </a:lnTo>
                  <a:lnTo>
                    <a:pt x="3127" y="1618503"/>
                  </a:lnTo>
                  <a:lnTo>
                    <a:pt x="3127" y="1617082"/>
                  </a:lnTo>
                  <a:lnTo>
                    <a:pt x="3127" y="1615661"/>
                  </a:lnTo>
                  <a:lnTo>
                    <a:pt x="3127" y="1614240"/>
                  </a:lnTo>
                  <a:lnTo>
                    <a:pt x="3127" y="1612819"/>
                  </a:lnTo>
                  <a:lnTo>
                    <a:pt x="3127" y="1611398"/>
                  </a:lnTo>
                  <a:lnTo>
                    <a:pt x="3127" y="1609977"/>
                  </a:lnTo>
                  <a:lnTo>
                    <a:pt x="3127" y="1608556"/>
                  </a:lnTo>
                  <a:lnTo>
                    <a:pt x="3127" y="1607135"/>
                  </a:lnTo>
                  <a:lnTo>
                    <a:pt x="3127" y="1605714"/>
                  </a:lnTo>
                  <a:lnTo>
                    <a:pt x="3127" y="1604293"/>
                  </a:lnTo>
                  <a:lnTo>
                    <a:pt x="3127" y="1602872"/>
                  </a:lnTo>
                  <a:lnTo>
                    <a:pt x="3127" y="1601451"/>
                  </a:lnTo>
                  <a:lnTo>
                    <a:pt x="3127" y="1600030"/>
                  </a:lnTo>
                  <a:lnTo>
                    <a:pt x="3127" y="1598609"/>
                  </a:lnTo>
                  <a:lnTo>
                    <a:pt x="3127" y="1597188"/>
                  </a:lnTo>
                  <a:lnTo>
                    <a:pt x="3127" y="1595767"/>
                  </a:lnTo>
                  <a:lnTo>
                    <a:pt x="3127" y="1594346"/>
                  </a:lnTo>
                  <a:lnTo>
                    <a:pt x="3127" y="1592925"/>
                  </a:lnTo>
                  <a:lnTo>
                    <a:pt x="3127" y="1591504"/>
                  </a:lnTo>
                  <a:lnTo>
                    <a:pt x="3127" y="1590083"/>
                  </a:lnTo>
                  <a:lnTo>
                    <a:pt x="3127" y="1588662"/>
                  </a:lnTo>
                  <a:lnTo>
                    <a:pt x="3127" y="1587241"/>
                  </a:lnTo>
                  <a:lnTo>
                    <a:pt x="3127" y="1585820"/>
                  </a:lnTo>
                  <a:lnTo>
                    <a:pt x="3127" y="1584399"/>
                  </a:lnTo>
                  <a:lnTo>
                    <a:pt x="3127" y="1582978"/>
                  </a:lnTo>
                  <a:lnTo>
                    <a:pt x="3127" y="1581557"/>
                  </a:lnTo>
                  <a:lnTo>
                    <a:pt x="3127" y="1580136"/>
                  </a:lnTo>
                  <a:lnTo>
                    <a:pt x="3127" y="1578715"/>
                  </a:lnTo>
                  <a:lnTo>
                    <a:pt x="3127" y="1577294"/>
                  </a:lnTo>
                  <a:lnTo>
                    <a:pt x="3127" y="1575873"/>
                  </a:lnTo>
                  <a:lnTo>
                    <a:pt x="3127" y="1574452"/>
                  </a:lnTo>
                  <a:lnTo>
                    <a:pt x="3127" y="1573031"/>
                  </a:lnTo>
                  <a:lnTo>
                    <a:pt x="3127" y="1571610"/>
                  </a:lnTo>
                  <a:lnTo>
                    <a:pt x="3127" y="1570189"/>
                  </a:lnTo>
                  <a:lnTo>
                    <a:pt x="3127" y="1568768"/>
                  </a:lnTo>
                  <a:lnTo>
                    <a:pt x="3127" y="1567347"/>
                  </a:lnTo>
                  <a:lnTo>
                    <a:pt x="3127" y="1565926"/>
                  </a:lnTo>
                  <a:lnTo>
                    <a:pt x="3127" y="1564505"/>
                  </a:lnTo>
                  <a:lnTo>
                    <a:pt x="3127" y="1563085"/>
                  </a:lnTo>
                  <a:lnTo>
                    <a:pt x="3127" y="1561664"/>
                  </a:lnTo>
                  <a:lnTo>
                    <a:pt x="3127" y="1560243"/>
                  </a:lnTo>
                  <a:lnTo>
                    <a:pt x="3127" y="1558822"/>
                  </a:lnTo>
                  <a:lnTo>
                    <a:pt x="3127" y="1557401"/>
                  </a:lnTo>
                  <a:lnTo>
                    <a:pt x="3127" y="1555980"/>
                  </a:lnTo>
                  <a:lnTo>
                    <a:pt x="3127" y="1554559"/>
                  </a:lnTo>
                  <a:lnTo>
                    <a:pt x="3127" y="1553138"/>
                  </a:lnTo>
                  <a:lnTo>
                    <a:pt x="3127" y="1551717"/>
                  </a:lnTo>
                  <a:lnTo>
                    <a:pt x="3127" y="1550296"/>
                  </a:lnTo>
                  <a:lnTo>
                    <a:pt x="3127" y="1548875"/>
                  </a:lnTo>
                  <a:lnTo>
                    <a:pt x="3127" y="1547454"/>
                  </a:lnTo>
                  <a:lnTo>
                    <a:pt x="3127" y="1546033"/>
                  </a:lnTo>
                  <a:lnTo>
                    <a:pt x="3127" y="1544612"/>
                  </a:lnTo>
                  <a:lnTo>
                    <a:pt x="3127" y="1543191"/>
                  </a:lnTo>
                  <a:lnTo>
                    <a:pt x="3127" y="1541770"/>
                  </a:lnTo>
                  <a:lnTo>
                    <a:pt x="3127" y="1540349"/>
                  </a:lnTo>
                  <a:lnTo>
                    <a:pt x="3127" y="1538928"/>
                  </a:lnTo>
                  <a:lnTo>
                    <a:pt x="3127" y="1537507"/>
                  </a:lnTo>
                  <a:lnTo>
                    <a:pt x="3127" y="1536086"/>
                  </a:lnTo>
                  <a:lnTo>
                    <a:pt x="3127" y="1534665"/>
                  </a:lnTo>
                  <a:lnTo>
                    <a:pt x="3127" y="1533244"/>
                  </a:lnTo>
                  <a:lnTo>
                    <a:pt x="3127" y="1531823"/>
                  </a:lnTo>
                  <a:lnTo>
                    <a:pt x="3127" y="1530402"/>
                  </a:lnTo>
                  <a:lnTo>
                    <a:pt x="3127" y="1528981"/>
                  </a:lnTo>
                  <a:lnTo>
                    <a:pt x="3127" y="1527560"/>
                  </a:lnTo>
                  <a:lnTo>
                    <a:pt x="3127" y="1526139"/>
                  </a:lnTo>
                  <a:lnTo>
                    <a:pt x="3127" y="1524718"/>
                  </a:lnTo>
                  <a:lnTo>
                    <a:pt x="3127" y="1523297"/>
                  </a:lnTo>
                  <a:lnTo>
                    <a:pt x="3127" y="1521876"/>
                  </a:lnTo>
                  <a:lnTo>
                    <a:pt x="3127" y="1520455"/>
                  </a:lnTo>
                  <a:lnTo>
                    <a:pt x="3127" y="1519034"/>
                  </a:lnTo>
                  <a:lnTo>
                    <a:pt x="3127" y="1517613"/>
                  </a:lnTo>
                  <a:lnTo>
                    <a:pt x="3127" y="1516192"/>
                  </a:lnTo>
                  <a:lnTo>
                    <a:pt x="3127" y="1514771"/>
                  </a:lnTo>
                  <a:lnTo>
                    <a:pt x="6254" y="1514771"/>
                  </a:lnTo>
                  <a:lnTo>
                    <a:pt x="6254" y="1513350"/>
                  </a:lnTo>
                  <a:lnTo>
                    <a:pt x="6254" y="1511929"/>
                  </a:lnTo>
                  <a:lnTo>
                    <a:pt x="6254" y="1510508"/>
                  </a:lnTo>
                  <a:lnTo>
                    <a:pt x="6254" y="1509087"/>
                  </a:lnTo>
                  <a:lnTo>
                    <a:pt x="6254" y="1507666"/>
                  </a:lnTo>
                  <a:lnTo>
                    <a:pt x="6254" y="1506245"/>
                  </a:lnTo>
                  <a:lnTo>
                    <a:pt x="6254" y="1504824"/>
                  </a:lnTo>
                  <a:lnTo>
                    <a:pt x="6254" y="1503403"/>
                  </a:lnTo>
                  <a:lnTo>
                    <a:pt x="6254" y="1501982"/>
                  </a:lnTo>
                  <a:lnTo>
                    <a:pt x="6254" y="1500561"/>
                  </a:lnTo>
                  <a:lnTo>
                    <a:pt x="6254" y="1499140"/>
                  </a:lnTo>
                  <a:lnTo>
                    <a:pt x="6254" y="1497719"/>
                  </a:lnTo>
                  <a:lnTo>
                    <a:pt x="6254" y="1496298"/>
                  </a:lnTo>
                  <a:lnTo>
                    <a:pt x="6254" y="1494877"/>
                  </a:lnTo>
                  <a:lnTo>
                    <a:pt x="6254" y="1493456"/>
                  </a:lnTo>
                  <a:lnTo>
                    <a:pt x="6254" y="1492035"/>
                  </a:lnTo>
                  <a:lnTo>
                    <a:pt x="6254" y="1490614"/>
                  </a:lnTo>
                  <a:lnTo>
                    <a:pt x="6254" y="1489193"/>
                  </a:lnTo>
                  <a:lnTo>
                    <a:pt x="6254" y="1487772"/>
                  </a:lnTo>
                  <a:lnTo>
                    <a:pt x="6254" y="1486351"/>
                  </a:lnTo>
                  <a:lnTo>
                    <a:pt x="6254" y="1484930"/>
                  </a:lnTo>
                  <a:lnTo>
                    <a:pt x="6254" y="1483509"/>
                  </a:lnTo>
                  <a:lnTo>
                    <a:pt x="6254" y="1482088"/>
                  </a:lnTo>
                  <a:lnTo>
                    <a:pt x="6254" y="1480667"/>
                  </a:lnTo>
                  <a:lnTo>
                    <a:pt x="6254" y="1479246"/>
                  </a:lnTo>
                  <a:lnTo>
                    <a:pt x="6254" y="1477825"/>
                  </a:lnTo>
                  <a:lnTo>
                    <a:pt x="6254" y="1476404"/>
                  </a:lnTo>
                  <a:lnTo>
                    <a:pt x="6254" y="1474983"/>
                  </a:lnTo>
                  <a:lnTo>
                    <a:pt x="6254" y="1473562"/>
                  </a:lnTo>
                  <a:lnTo>
                    <a:pt x="6254" y="1472141"/>
                  </a:lnTo>
                  <a:lnTo>
                    <a:pt x="6254" y="1470720"/>
                  </a:lnTo>
                  <a:lnTo>
                    <a:pt x="6254" y="1469299"/>
                  </a:lnTo>
                  <a:lnTo>
                    <a:pt x="6254" y="1467878"/>
                  </a:lnTo>
                  <a:lnTo>
                    <a:pt x="6254" y="1466457"/>
                  </a:lnTo>
                  <a:lnTo>
                    <a:pt x="6254" y="1465036"/>
                  </a:lnTo>
                  <a:lnTo>
                    <a:pt x="6254" y="1463615"/>
                  </a:lnTo>
                  <a:lnTo>
                    <a:pt x="6254" y="1462194"/>
                  </a:lnTo>
                  <a:lnTo>
                    <a:pt x="6254" y="1460773"/>
                  </a:lnTo>
                  <a:lnTo>
                    <a:pt x="6254" y="1459353"/>
                  </a:lnTo>
                  <a:lnTo>
                    <a:pt x="6254" y="1457932"/>
                  </a:lnTo>
                  <a:lnTo>
                    <a:pt x="6254" y="1456511"/>
                  </a:lnTo>
                  <a:lnTo>
                    <a:pt x="6254" y="1455090"/>
                  </a:lnTo>
                  <a:lnTo>
                    <a:pt x="6254" y="1453669"/>
                  </a:lnTo>
                  <a:lnTo>
                    <a:pt x="6254" y="1452248"/>
                  </a:lnTo>
                  <a:lnTo>
                    <a:pt x="6254" y="1450827"/>
                  </a:lnTo>
                  <a:lnTo>
                    <a:pt x="6254" y="1449406"/>
                  </a:lnTo>
                  <a:lnTo>
                    <a:pt x="6254" y="1447985"/>
                  </a:lnTo>
                  <a:lnTo>
                    <a:pt x="6254" y="1446564"/>
                  </a:lnTo>
                  <a:lnTo>
                    <a:pt x="6254" y="1445143"/>
                  </a:lnTo>
                  <a:lnTo>
                    <a:pt x="6254" y="1443722"/>
                  </a:lnTo>
                  <a:lnTo>
                    <a:pt x="6254" y="1442301"/>
                  </a:lnTo>
                  <a:lnTo>
                    <a:pt x="6254" y="1440880"/>
                  </a:lnTo>
                  <a:lnTo>
                    <a:pt x="6254" y="1439459"/>
                  </a:lnTo>
                  <a:lnTo>
                    <a:pt x="6254" y="1438038"/>
                  </a:lnTo>
                  <a:lnTo>
                    <a:pt x="6254" y="1436617"/>
                  </a:lnTo>
                  <a:lnTo>
                    <a:pt x="6254" y="1435196"/>
                  </a:lnTo>
                  <a:lnTo>
                    <a:pt x="6254" y="1433775"/>
                  </a:lnTo>
                  <a:lnTo>
                    <a:pt x="6254" y="1432354"/>
                  </a:lnTo>
                  <a:lnTo>
                    <a:pt x="6254" y="1430933"/>
                  </a:lnTo>
                  <a:lnTo>
                    <a:pt x="6254" y="1429512"/>
                  </a:lnTo>
                  <a:lnTo>
                    <a:pt x="6254" y="1428091"/>
                  </a:lnTo>
                  <a:lnTo>
                    <a:pt x="9381" y="1428091"/>
                  </a:lnTo>
                  <a:lnTo>
                    <a:pt x="9381" y="1426670"/>
                  </a:lnTo>
                  <a:lnTo>
                    <a:pt x="9381" y="1425249"/>
                  </a:lnTo>
                  <a:lnTo>
                    <a:pt x="9381" y="1423828"/>
                  </a:lnTo>
                  <a:lnTo>
                    <a:pt x="9381" y="1422407"/>
                  </a:lnTo>
                  <a:lnTo>
                    <a:pt x="9381" y="1420986"/>
                  </a:lnTo>
                  <a:lnTo>
                    <a:pt x="9381" y="1419565"/>
                  </a:lnTo>
                  <a:lnTo>
                    <a:pt x="9381" y="1418144"/>
                  </a:lnTo>
                  <a:lnTo>
                    <a:pt x="9381" y="1416723"/>
                  </a:lnTo>
                  <a:lnTo>
                    <a:pt x="9381" y="1415302"/>
                  </a:lnTo>
                  <a:lnTo>
                    <a:pt x="9381" y="1413881"/>
                  </a:lnTo>
                  <a:lnTo>
                    <a:pt x="9381" y="1412460"/>
                  </a:lnTo>
                  <a:lnTo>
                    <a:pt x="9381" y="1411039"/>
                  </a:lnTo>
                  <a:lnTo>
                    <a:pt x="9381" y="1409618"/>
                  </a:lnTo>
                  <a:lnTo>
                    <a:pt x="9381" y="1408197"/>
                  </a:lnTo>
                  <a:lnTo>
                    <a:pt x="9381" y="1406776"/>
                  </a:lnTo>
                  <a:lnTo>
                    <a:pt x="9381" y="1405355"/>
                  </a:lnTo>
                  <a:lnTo>
                    <a:pt x="9381" y="1403934"/>
                  </a:lnTo>
                  <a:lnTo>
                    <a:pt x="9381" y="1402513"/>
                  </a:lnTo>
                  <a:lnTo>
                    <a:pt x="9381" y="1401092"/>
                  </a:lnTo>
                  <a:lnTo>
                    <a:pt x="9381" y="1399671"/>
                  </a:lnTo>
                  <a:lnTo>
                    <a:pt x="9381" y="1398250"/>
                  </a:lnTo>
                  <a:lnTo>
                    <a:pt x="9381" y="1396829"/>
                  </a:lnTo>
                  <a:lnTo>
                    <a:pt x="9381" y="1395408"/>
                  </a:lnTo>
                  <a:lnTo>
                    <a:pt x="9381" y="1393987"/>
                  </a:lnTo>
                  <a:lnTo>
                    <a:pt x="9381" y="1392566"/>
                  </a:lnTo>
                  <a:lnTo>
                    <a:pt x="9381" y="1391145"/>
                  </a:lnTo>
                  <a:lnTo>
                    <a:pt x="9381" y="1389724"/>
                  </a:lnTo>
                  <a:lnTo>
                    <a:pt x="9381" y="1388303"/>
                  </a:lnTo>
                  <a:lnTo>
                    <a:pt x="9381" y="1386882"/>
                  </a:lnTo>
                  <a:lnTo>
                    <a:pt x="9381" y="1385461"/>
                  </a:lnTo>
                  <a:lnTo>
                    <a:pt x="9381" y="1384040"/>
                  </a:lnTo>
                  <a:lnTo>
                    <a:pt x="9381" y="1382619"/>
                  </a:lnTo>
                  <a:lnTo>
                    <a:pt x="9381" y="1381198"/>
                  </a:lnTo>
                  <a:lnTo>
                    <a:pt x="9381" y="1379777"/>
                  </a:lnTo>
                  <a:lnTo>
                    <a:pt x="9381" y="1378356"/>
                  </a:lnTo>
                  <a:lnTo>
                    <a:pt x="9381" y="1376935"/>
                  </a:lnTo>
                  <a:lnTo>
                    <a:pt x="9381" y="1375514"/>
                  </a:lnTo>
                  <a:lnTo>
                    <a:pt x="9381" y="1374093"/>
                  </a:lnTo>
                  <a:lnTo>
                    <a:pt x="9381" y="1372672"/>
                  </a:lnTo>
                  <a:lnTo>
                    <a:pt x="9381" y="1371251"/>
                  </a:lnTo>
                  <a:lnTo>
                    <a:pt x="12508" y="1371251"/>
                  </a:lnTo>
                  <a:lnTo>
                    <a:pt x="12508" y="1369830"/>
                  </a:lnTo>
                  <a:lnTo>
                    <a:pt x="12508" y="1368409"/>
                  </a:lnTo>
                  <a:lnTo>
                    <a:pt x="12508" y="1366988"/>
                  </a:lnTo>
                  <a:lnTo>
                    <a:pt x="12508" y="1365567"/>
                  </a:lnTo>
                  <a:lnTo>
                    <a:pt x="12508" y="1364146"/>
                  </a:lnTo>
                  <a:lnTo>
                    <a:pt x="12508" y="1362725"/>
                  </a:lnTo>
                  <a:lnTo>
                    <a:pt x="12508" y="1361304"/>
                  </a:lnTo>
                  <a:lnTo>
                    <a:pt x="12508" y="1359883"/>
                  </a:lnTo>
                  <a:lnTo>
                    <a:pt x="12508" y="1358462"/>
                  </a:lnTo>
                  <a:lnTo>
                    <a:pt x="12508" y="1357041"/>
                  </a:lnTo>
                  <a:lnTo>
                    <a:pt x="12508" y="1355621"/>
                  </a:lnTo>
                  <a:lnTo>
                    <a:pt x="12508" y="1354200"/>
                  </a:lnTo>
                  <a:lnTo>
                    <a:pt x="12508" y="1352779"/>
                  </a:lnTo>
                  <a:lnTo>
                    <a:pt x="12508" y="1351358"/>
                  </a:lnTo>
                  <a:lnTo>
                    <a:pt x="12508" y="1349937"/>
                  </a:lnTo>
                  <a:lnTo>
                    <a:pt x="12508" y="1348516"/>
                  </a:lnTo>
                  <a:lnTo>
                    <a:pt x="12508" y="1347095"/>
                  </a:lnTo>
                  <a:lnTo>
                    <a:pt x="12508" y="1345674"/>
                  </a:lnTo>
                  <a:lnTo>
                    <a:pt x="12508" y="1344253"/>
                  </a:lnTo>
                  <a:lnTo>
                    <a:pt x="12508" y="1342832"/>
                  </a:lnTo>
                  <a:lnTo>
                    <a:pt x="12508" y="1341411"/>
                  </a:lnTo>
                  <a:lnTo>
                    <a:pt x="15635" y="1341411"/>
                  </a:lnTo>
                  <a:lnTo>
                    <a:pt x="15635" y="1339990"/>
                  </a:lnTo>
                  <a:lnTo>
                    <a:pt x="15635" y="1338569"/>
                  </a:lnTo>
                  <a:lnTo>
                    <a:pt x="15635" y="1337148"/>
                  </a:lnTo>
                  <a:lnTo>
                    <a:pt x="15635" y="1335727"/>
                  </a:lnTo>
                  <a:lnTo>
                    <a:pt x="15635" y="1334306"/>
                  </a:lnTo>
                  <a:lnTo>
                    <a:pt x="15635" y="1332885"/>
                  </a:lnTo>
                  <a:lnTo>
                    <a:pt x="15635" y="1331464"/>
                  </a:lnTo>
                  <a:lnTo>
                    <a:pt x="15635" y="1330043"/>
                  </a:lnTo>
                  <a:lnTo>
                    <a:pt x="15635" y="1328622"/>
                  </a:lnTo>
                  <a:lnTo>
                    <a:pt x="15635" y="1327201"/>
                  </a:lnTo>
                  <a:lnTo>
                    <a:pt x="15635" y="1325780"/>
                  </a:lnTo>
                  <a:lnTo>
                    <a:pt x="15635" y="1324359"/>
                  </a:lnTo>
                  <a:lnTo>
                    <a:pt x="15635" y="1322938"/>
                  </a:lnTo>
                  <a:lnTo>
                    <a:pt x="15635" y="1321517"/>
                  </a:lnTo>
                  <a:lnTo>
                    <a:pt x="15635" y="1320096"/>
                  </a:lnTo>
                  <a:lnTo>
                    <a:pt x="15635" y="1318675"/>
                  </a:lnTo>
                  <a:lnTo>
                    <a:pt x="15635" y="1317254"/>
                  </a:lnTo>
                  <a:lnTo>
                    <a:pt x="15635" y="1315833"/>
                  </a:lnTo>
                  <a:lnTo>
                    <a:pt x="15635" y="1314412"/>
                  </a:lnTo>
                  <a:lnTo>
                    <a:pt x="15635" y="1312991"/>
                  </a:lnTo>
                  <a:lnTo>
                    <a:pt x="15635" y="1311570"/>
                  </a:lnTo>
                  <a:lnTo>
                    <a:pt x="15635" y="1310149"/>
                  </a:lnTo>
                  <a:lnTo>
                    <a:pt x="15635" y="1308728"/>
                  </a:lnTo>
                  <a:lnTo>
                    <a:pt x="15635" y="1307307"/>
                  </a:lnTo>
                  <a:lnTo>
                    <a:pt x="15635" y="1305886"/>
                  </a:lnTo>
                  <a:lnTo>
                    <a:pt x="15635" y="1304465"/>
                  </a:lnTo>
                  <a:lnTo>
                    <a:pt x="15635" y="1303044"/>
                  </a:lnTo>
                  <a:lnTo>
                    <a:pt x="15635" y="1301623"/>
                  </a:lnTo>
                  <a:lnTo>
                    <a:pt x="15635" y="1300202"/>
                  </a:lnTo>
                  <a:lnTo>
                    <a:pt x="15635" y="1298781"/>
                  </a:lnTo>
                  <a:lnTo>
                    <a:pt x="15635" y="1297360"/>
                  </a:lnTo>
                  <a:lnTo>
                    <a:pt x="15635" y="1295939"/>
                  </a:lnTo>
                  <a:lnTo>
                    <a:pt x="15635" y="1294518"/>
                  </a:lnTo>
                  <a:lnTo>
                    <a:pt x="15635" y="1293097"/>
                  </a:lnTo>
                  <a:lnTo>
                    <a:pt x="15635" y="1291676"/>
                  </a:lnTo>
                  <a:lnTo>
                    <a:pt x="15635" y="1290255"/>
                  </a:lnTo>
                  <a:lnTo>
                    <a:pt x="15635" y="1288834"/>
                  </a:lnTo>
                  <a:lnTo>
                    <a:pt x="15635" y="1287413"/>
                  </a:lnTo>
                  <a:lnTo>
                    <a:pt x="15635" y="1285992"/>
                  </a:lnTo>
                  <a:lnTo>
                    <a:pt x="15635" y="1284571"/>
                  </a:lnTo>
                  <a:lnTo>
                    <a:pt x="15635" y="1283150"/>
                  </a:lnTo>
                  <a:lnTo>
                    <a:pt x="15635" y="1281729"/>
                  </a:lnTo>
                  <a:lnTo>
                    <a:pt x="15635" y="1280308"/>
                  </a:lnTo>
                  <a:lnTo>
                    <a:pt x="15635" y="1278887"/>
                  </a:lnTo>
                  <a:lnTo>
                    <a:pt x="15635" y="1277466"/>
                  </a:lnTo>
                  <a:lnTo>
                    <a:pt x="15635" y="1276045"/>
                  </a:lnTo>
                  <a:lnTo>
                    <a:pt x="15635" y="1274624"/>
                  </a:lnTo>
                  <a:lnTo>
                    <a:pt x="15635" y="1273203"/>
                  </a:lnTo>
                  <a:lnTo>
                    <a:pt x="15635" y="1271782"/>
                  </a:lnTo>
                  <a:lnTo>
                    <a:pt x="15635" y="1270361"/>
                  </a:lnTo>
                  <a:lnTo>
                    <a:pt x="15635" y="1268940"/>
                  </a:lnTo>
                  <a:lnTo>
                    <a:pt x="15635" y="1267519"/>
                  </a:lnTo>
                  <a:lnTo>
                    <a:pt x="15635" y="1266098"/>
                  </a:lnTo>
                  <a:lnTo>
                    <a:pt x="15635" y="1264677"/>
                  </a:lnTo>
                  <a:lnTo>
                    <a:pt x="15635" y="1263256"/>
                  </a:lnTo>
                  <a:lnTo>
                    <a:pt x="15635" y="1261835"/>
                  </a:lnTo>
                  <a:lnTo>
                    <a:pt x="15635" y="1260414"/>
                  </a:lnTo>
                  <a:lnTo>
                    <a:pt x="15635" y="1258993"/>
                  </a:lnTo>
                  <a:lnTo>
                    <a:pt x="15635" y="1257572"/>
                  </a:lnTo>
                  <a:lnTo>
                    <a:pt x="15635" y="1256151"/>
                  </a:lnTo>
                  <a:lnTo>
                    <a:pt x="15635" y="1254730"/>
                  </a:lnTo>
                  <a:lnTo>
                    <a:pt x="15635" y="1253309"/>
                  </a:lnTo>
                  <a:lnTo>
                    <a:pt x="15635" y="1251888"/>
                  </a:lnTo>
                  <a:lnTo>
                    <a:pt x="15635" y="1250468"/>
                  </a:lnTo>
                  <a:lnTo>
                    <a:pt x="15635" y="1249047"/>
                  </a:lnTo>
                  <a:lnTo>
                    <a:pt x="15635" y="1247626"/>
                  </a:lnTo>
                  <a:lnTo>
                    <a:pt x="15635" y="1246205"/>
                  </a:lnTo>
                  <a:lnTo>
                    <a:pt x="15635" y="1244784"/>
                  </a:lnTo>
                  <a:lnTo>
                    <a:pt x="15635" y="1243363"/>
                  </a:lnTo>
                  <a:lnTo>
                    <a:pt x="15635" y="1241942"/>
                  </a:lnTo>
                  <a:lnTo>
                    <a:pt x="15635" y="1240521"/>
                  </a:lnTo>
                  <a:lnTo>
                    <a:pt x="15635" y="1239100"/>
                  </a:lnTo>
                  <a:lnTo>
                    <a:pt x="15635" y="1237679"/>
                  </a:lnTo>
                  <a:lnTo>
                    <a:pt x="15635" y="1236258"/>
                  </a:lnTo>
                  <a:lnTo>
                    <a:pt x="15635" y="1234837"/>
                  </a:lnTo>
                  <a:lnTo>
                    <a:pt x="15635" y="1233416"/>
                  </a:lnTo>
                  <a:lnTo>
                    <a:pt x="15635" y="1231995"/>
                  </a:lnTo>
                  <a:lnTo>
                    <a:pt x="15635" y="1230574"/>
                  </a:lnTo>
                  <a:lnTo>
                    <a:pt x="15635" y="1229153"/>
                  </a:lnTo>
                  <a:lnTo>
                    <a:pt x="15635" y="1227732"/>
                  </a:lnTo>
                  <a:lnTo>
                    <a:pt x="15635" y="1226311"/>
                  </a:lnTo>
                  <a:lnTo>
                    <a:pt x="15635" y="1224890"/>
                  </a:lnTo>
                  <a:lnTo>
                    <a:pt x="15635" y="1223469"/>
                  </a:lnTo>
                  <a:lnTo>
                    <a:pt x="15635" y="1222048"/>
                  </a:lnTo>
                  <a:lnTo>
                    <a:pt x="15635" y="1220627"/>
                  </a:lnTo>
                  <a:lnTo>
                    <a:pt x="15635" y="1219206"/>
                  </a:lnTo>
                  <a:lnTo>
                    <a:pt x="15635" y="1217785"/>
                  </a:lnTo>
                  <a:lnTo>
                    <a:pt x="15635" y="1216364"/>
                  </a:lnTo>
                  <a:lnTo>
                    <a:pt x="15635" y="1214943"/>
                  </a:lnTo>
                  <a:lnTo>
                    <a:pt x="15635" y="1213522"/>
                  </a:lnTo>
                  <a:lnTo>
                    <a:pt x="15635" y="1212101"/>
                  </a:lnTo>
                  <a:lnTo>
                    <a:pt x="15635" y="1210680"/>
                  </a:lnTo>
                  <a:lnTo>
                    <a:pt x="15635" y="1209259"/>
                  </a:lnTo>
                  <a:lnTo>
                    <a:pt x="15635" y="1207838"/>
                  </a:lnTo>
                  <a:lnTo>
                    <a:pt x="15635" y="1206417"/>
                  </a:lnTo>
                  <a:lnTo>
                    <a:pt x="15635" y="1204996"/>
                  </a:lnTo>
                  <a:lnTo>
                    <a:pt x="15635" y="1203575"/>
                  </a:lnTo>
                  <a:lnTo>
                    <a:pt x="15635" y="1202154"/>
                  </a:lnTo>
                  <a:lnTo>
                    <a:pt x="15635" y="1200733"/>
                  </a:lnTo>
                  <a:lnTo>
                    <a:pt x="15635" y="1199312"/>
                  </a:lnTo>
                  <a:lnTo>
                    <a:pt x="15635" y="1197891"/>
                  </a:lnTo>
                  <a:lnTo>
                    <a:pt x="15635" y="1196470"/>
                  </a:lnTo>
                  <a:lnTo>
                    <a:pt x="15635" y="1195049"/>
                  </a:lnTo>
                  <a:lnTo>
                    <a:pt x="15635" y="1193628"/>
                  </a:lnTo>
                  <a:lnTo>
                    <a:pt x="15635" y="1192207"/>
                  </a:lnTo>
                  <a:lnTo>
                    <a:pt x="15635" y="1190786"/>
                  </a:lnTo>
                  <a:lnTo>
                    <a:pt x="15635" y="1189365"/>
                  </a:lnTo>
                  <a:lnTo>
                    <a:pt x="15635" y="1187944"/>
                  </a:lnTo>
                  <a:lnTo>
                    <a:pt x="15635" y="1186523"/>
                  </a:lnTo>
                  <a:lnTo>
                    <a:pt x="15635" y="1185102"/>
                  </a:lnTo>
                  <a:lnTo>
                    <a:pt x="15635" y="1183681"/>
                  </a:lnTo>
                  <a:lnTo>
                    <a:pt x="15635" y="1182260"/>
                  </a:lnTo>
                  <a:lnTo>
                    <a:pt x="15635" y="1180839"/>
                  </a:lnTo>
                  <a:lnTo>
                    <a:pt x="15635" y="1179418"/>
                  </a:lnTo>
                  <a:lnTo>
                    <a:pt x="15635" y="1177997"/>
                  </a:lnTo>
                  <a:lnTo>
                    <a:pt x="15635" y="1176576"/>
                  </a:lnTo>
                  <a:lnTo>
                    <a:pt x="15635" y="1175155"/>
                  </a:lnTo>
                  <a:lnTo>
                    <a:pt x="15635" y="1173734"/>
                  </a:lnTo>
                  <a:lnTo>
                    <a:pt x="15635" y="1172313"/>
                  </a:lnTo>
                  <a:lnTo>
                    <a:pt x="15635" y="1170892"/>
                  </a:lnTo>
                  <a:lnTo>
                    <a:pt x="15635" y="1169471"/>
                  </a:lnTo>
                  <a:lnTo>
                    <a:pt x="15635" y="1168050"/>
                  </a:lnTo>
                  <a:lnTo>
                    <a:pt x="15635" y="1166629"/>
                  </a:lnTo>
                  <a:lnTo>
                    <a:pt x="15635" y="1165208"/>
                  </a:lnTo>
                  <a:lnTo>
                    <a:pt x="15635" y="1163787"/>
                  </a:lnTo>
                  <a:lnTo>
                    <a:pt x="15635" y="1162366"/>
                  </a:lnTo>
                  <a:lnTo>
                    <a:pt x="15635" y="1160945"/>
                  </a:lnTo>
                  <a:lnTo>
                    <a:pt x="15635" y="1159524"/>
                  </a:lnTo>
                  <a:lnTo>
                    <a:pt x="15635" y="1158103"/>
                  </a:lnTo>
                  <a:lnTo>
                    <a:pt x="15635" y="1156682"/>
                  </a:lnTo>
                  <a:lnTo>
                    <a:pt x="15635" y="1155261"/>
                  </a:lnTo>
                  <a:lnTo>
                    <a:pt x="15635" y="1153840"/>
                  </a:lnTo>
                  <a:lnTo>
                    <a:pt x="15635" y="1152419"/>
                  </a:lnTo>
                  <a:lnTo>
                    <a:pt x="15635" y="1150998"/>
                  </a:lnTo>
                  <a:lnTo>
                    <a:pt x="15635" y="1149577"/>
                  </a:lnTo>
                  <a:lnTo>
                    <a:pt x="15635" y="1148156"/>
                  </a:lnTo>
                  <a:lnTo>
                    <a:pt x="15635" y="1146736"/>
                  </a:lnTo>
                  <a:lnTo>
                    <a:pt x="15635" y="1145315"/>
                  </a:lnTo>
                  <a:lnTo>
                    <a:pt x="15635" y="1143894"/>
                  </a:lnTo>
                  <a:lnTo>
                    <a:pt x="15635" y="1142473"/>
                  </a:lnTo>
                  <a:lnTo>
                    <a:pt x="15635" y="1141052"/>
                  </a:lnTo>
                  <a:lnTo>
                    <a:pt x="15635" y="1139631"/>
                  </a:lnTo>
                  <a:lnTo>
                    <a:pt x="15635" y="1138210"/>
                  </a:lnTo>
                  <a:lnTo>
                    <a:pt x="15635" y="1136789"/>
                  </a:lnTo>
                  <a:lnTo>
                    <a:pt x="15635" y="1135368"/>
                  </a:lnTo>
                  <a:lnTo>
                    <a:pt x="15635" y="1133947"/>
                  </a:lnTo>
                  <a:lnTo>
                    <a:pt x="15635" y="1132526"/>
                  </a:lnTo>
                  <a:lnTo>
                    <a:pt x="15635" y="1131105"/>
                  </a:lnTo>
                  <a:lnTo>
                    <a:pt x="15635" y="1129684"/>
                  </a:lnTo>
                  <a:lnTo>
                    <a:pt x="15635" y="1128263"/>
                  </a:lnTo>
                  <a:lnTo>
                    <a:pt x="15635" y="1126842"/>
                  </a:lnTo>
                  <a:lnTo>
                    <a:pt x="15635" y="1125421"/>
                  </a:lnTo>
                  <a:lnTo>
                    <a:pt x="15635" y="1124000"/>
                  </a:lnTo>
                  <a:lnTo>
                    <a:pt x="15635" y="1122579"/>
                  </a:lnTo>
                  <a:lnTo>
                    <a:pt x="15635" y="1121158"/>
                  </a:lnTo>
                  <a:lnTo>
                    <a:pt x="15635" y="1119737"/>
                  </a:lnTo>
                  <a:lnTo>
                    <a:pt x="15635" y="1118316"/>
                  </a:lnTo>
                  <a:lnTo>
                    <a:pt x="15635" y="1116895"/>
                  </a:lnTo>
                  <a:lnTo>
                    <a:pt x="15635" y="1115474"/>
                  </a:lnTo>
                  <a:lnTo>
                    <a:pt x="15635" y="1114053"/>
                  </a:lnTo>
                  <a:lnTo>
                    <a:pt x="15635" y="1112632"/>
                  </a:lnTo>
                  <a:lnTo>
                    <a:pt x="15635" y="1111211"/>
                  </a:lnTo>
                  <a:lnTo>
                    <a:pt x="15635" y="1109790"/>
                  </a:lnTo>
                  <a:lnTo>
                    <a:pt x="15635" y="1108369"/>
                  </a:lnTo>
                  <a:lnTo>
                    <a:pt x="15635" y="1106948"/>
                  </a:lnTo>
                  <a:lnTo>
                    <a:pt x="15635" y="1105527"/>
                  </a:lnTo>
                  <a:lnTo>
                    <a:pt x="15635" y="1104106"/>
                  </a:lnTo>
                  <a:lnTo>
                    <a:pt x="15635" y="1102685"/>
                  </a:lnTo>
                  <a:lnTo>
                    <a:pt x="15635" y="1101264"/>
                  </a:lnTo>
                  <a:lnTo>
                    <a:pt x="15635" y="1099843"/>
                  </a:lnTo>
                  <a:lnTo>
                    <a:pt x="15635" y="1098422"/>
                  </a:lnTo>
                  <a:lnTo>
                    <a:pt x="18762" y="1098422"/>
                  </a:lnTo>
                  <a:lnTo>
                    <a:pt x="18762" y="1097001"/>
                  </a:lnTo>
                  <a:lnTo>
                    <a:pt x="18762" y="1095580"/>
                  </a:lnTo>
                  <a:lnTo>
                    <a:pt x="18762" y="1094159"/>
                  </a:lnTo>
                  <a:lnTo>
                    <a:pt x="18762" y="1092738"/>
                  </a:lnTo>
                  <a:lnTo>
                    <a:pt x="18762" y="1091317"/>
                  </a:lnTo>
                  <a:lnTo>
                    <a:pt x="18762" y="1089896"/>
                  </a:lnTo>
                  <a:lnTo>
                    <a:pt x="18762" y="1088475"/>
                  </a:lnTo>
                  <a:lnTo>
                    <a:pt x="18762" y="1087054"/>
                  </a:lnTo>
                  <a:lnTo>
                    <a:pt x="18762" y="1085633"/>
                  </a:lnTo>
                  <a:lnTo>
                    <a:pt x="18762" y="1084212"/>
                  </a:lnTo>
                  <a:lnTo>
                    <a:pt x="18762" y="1082791"/>
                  </a:lnTo>
                  <a:lnTo>
                    <a:pt x="18762" y="1081370"/>
                  </a:lnTo>
                  <a:lnTo>
                    <a:pt x="18762" y="1079949"/>
                  </a:lnTo>
                  <a:lnTo>
                    <a:pt x="18762" y="1078528"/>
                  </a:lnTo>
                  <a:lnTo>
                    <a:pt x="18762" y="1077107"/>
                  </a:lnTo>
                  <a:lnTo>
                    <a:pt x="18762" y="1075686"/>
                  </a:lnTo>
                  <a:lnTo>
                    <a:pt x="18762" y="1074265"/>
                  </a:lnTo>
                  <a:lnTo>
                    <a:pt x="18762" y="1072844"/>
                  </a:lnTo>
                  <a:lnTo>
                    <a:pt x="18762" y="1071423"/>
                  </a:lnTo>
                  <a:lnTo>
                    <a:pt x="18762" y="1070002"/>
                  </a:lnTo>
                  <a:lnTo>
                    <a:pt x="18762" y="1068581"/>
                  </a:lnTo>
                  <a:lnTo>
                    <a:pt x="18762" y="1067160"/>
                  </a:lnTo>
                  <a:lnTo>
                    <a:pt x="18762" y="1065739"/>
                  </a:lnTo>
                  <a:lnTo>
                    <a:pt x="18762" y="1064318"/>
                  </a:lnTo>
                  <a:lnTo>
                    <a:pt x="18762" y="1062897"/>
                  </a:lnTo>
                  <a:lnTo>
                    <a:pt x="18762" y="1061476"/>
                  </a:lnTo>
                  <a:lnTo>
                    <a:pt x="18762" y="1060055"/>
                  </a:lnTo>
                  <a:lnTo>
                    <a:pt x="18762" y="1058634"/>
                  </a:lnTo>
                  <a:lnTo>
                    <a:pt x="18762" y="1057213"/>
                  </a:lnTo>
                  <a:lnTo>
                    <a:pt x="18762" y="1055792"/>
                  </a:lnTo>
                  <a:lnTo>
                    <a:pt x="18762" y="1054371"/>
                  </a:lnTo>
                  <a:lnTo>
                    <a:pt x="18762" y="1052950"/>
                  </a:lnTo>
                  <a:lnTo>
                    <a:pt x="18762" y="1051529"/>
                  </a:lnTo>
                  <a:lnTo>
                    <a:pt x="18762" y="1050108"/>
                  </a:lnTo>
                  <a:lnTo>
                    <a:pt x="18762" y="1048687"/>
                  </a:lnTo>
                  <a:lnTo>
                    <a:pt x="18762" y="1047266"/>
                  </a:lnTo>
                  <a:lnTo>
                    <a:pt x="18762" y="1045845"/>
                  </a:lnTo>
                  <a:lnTo>
                    <a:pt x="18762" y="1044424"/>
                  </a:lnTo>
                  <a:lnTo>
                    <a:pt x="18762" y="1043003"/>
                  </a:lnTo>
                  <a:lnTo>
                    <a:pt x="18762" y="1041583"/>
                  </a:lnTo>
                  <a:lnTo>
                    <a:pt x="18762" y="1040162"/>
                  </a:lnTo>
                  <a:lnTo>
                    <a:pt x="18762" y="1038741"/>
                  </a:lnTo>
                  <a:lnTo>
                    <a:pt x="18762" y="1037320"/>
                  </a:lnTo>
                  <a:lnTo>
                    <a:pt x="18762" y="1035899"/>
                  </a:lnTo>
                  <a:lnTo>
                    <a:pt x="18762" y="1034478"/>
                  </a:lnTo>
                  <a:lnTo>
                    <a:pt x="18762" y="1033057"/>
                  </a:lnTo>
                  <a:lnTo>
                    <a:pt x="18762" y="1031636"/>
                  </a:lnTo>
                  <a:lnTo>
                    <a:pt x="18762" y="1030215"/>
                  </a:lnTo>
                  <a:lnTo>
                    <a:pt x="18762" y="1028794"/>
                  </a:lnTo>
                  <a:lnTo>
                    <a:pt x="18762" y="1027373"/>
                  </a:lnTo>
                  <a:lnTo>
                    <a:pt x="18762" y="1025952"/>
                  </a:lnTo>
                  <a:lnTo>
                    <a:pt x="18762" y="1024531"/>
                  </a:lnTo>
                  <a:lnTo>
                    <a:pt x="18762" y="1023110"/>
                  </a:lnTo>
                  <a:lnTo>
                    <a:pt x="18762" y="1021689"/>
                  </a:lnTo>
                  <a:lnTo>
                    <a:pt x="18762" y="1020268"/>
                  </a:lnTo>
                  <a:lnTo>
                    <a:pt x="18762" y="1018847"/>
                  </a:lnTo>
                  <a:lnTo>
                    <a:pt x="18762" y="1017426"/>
                  </a:lnTo>
                  <a:lnTo>
                    <a:pt x="18762" y="1016005"/>
                  </a:lnTo>
                  <a:lnTo>
                    <a:pt x="18762" y="1014584"/>
                  </a:lnTo>
                  <a:lnTo>
                    <a:pt x="18762" y="1013163"/>
                  </a:lnTo>
                  <a:lnTo>
                    <a:pt x="18762" y="1011742"/>
                  </a:lnTo>
                  <a:lnTo>
                    <a:pt x="18762" y="1010321"/>
                  </a:lnTo>
                  <a:lnTo>
                    <a:pt x="18762" y="1008900"/>
                  </a:lnTo>
                  <a:lnTo>
                    <a:pt x="18762" y="1007479"/>
                  </a:lnTo>
                  <a:lnTo>
                    <a:pt x="18762" y="1006058"/>
                  </a:lnTo>
                  <a:lnTo>
                    <a:pt x="18762" y="1004637"/>
                  </a:lnTo>
                  <a:lnTo>
                    <a:pt x="18762" y="1003216"/>
                  </a:lnTo>
                  <a:lnTo>
                    <a:pt x="18762" y="1001795"/>
                  </a:lnTo>
                  <a:lnTo>
                    <a:pt x="18762" y="1000374"/>
                  </a:lnTo>
                  <a:lnTo>
                    <a:pt x="18762" y="998953"/>
                  </a:lnTo>
                  <a:lnTo>
                    <a:pt x="18762" y="997532"/>
                  </a:lnTo>
                  <a:lnTo>
                    <a:pt x="18762" y="996111"/>
                  </a:lnTo>
                  <a:lnTo>
                    <a:pt x="18762" y="994690"/>
                  </a:lnTo>
                  <a:lnTo>
                    <a:pt x="18762" y="993269"/>
                  </a:lnTo>
                  <a:lnTo>
                    <a:pt x="18762" y="991848"/>
                  </a:lnTo>
                  <a:lnTo>
                    <a:pt x="18762" y="990427"/>
                  </a:lnTo>
                  <a:lnTo>
                    <a:pt x="18762" y="989006"/>
                  </a:lnTo>
                  <a:lnTo>
                    <a:pt x="18762" y="987585"/>
                  </a:lnTo>
                  <a:lnTo>
                    <a:pt x="18762" y="986164"/>
                  </a:lnTo>
                  <a:lnTo>
                    <a:pt x="21890" y="986164"/>
                  </a:lnTo>
                  <a:lnTo>
                    <a:pt x="21890" y="984743"/>
                  </a:lnTo>
                  <a:lnTo>
                    <a:pt x="21890" y="983322"/>
                  </a:lnTo>
                  <a:lnTo>
                    <a:pt x="21890" y="981901"/>
                  </a:lnTo>
                  <a:lnTo>
                    <a:pt x="25017" y="981901"/>
                  </a:lnTo>
                  <a:lnTo>
                    <a:pt x="25017" y="980480"/>
                  </a:lnTo>
                  <a:lnTo>
                    <a:pt x="25017" y="979059"/>
                  </a:lnTo>
                  <a:lnTo>
                    <a:pt x="25017" y="977638"/>
                  </a:lnTo>
                  <a:lnTo>
                    <a:pt x="25017" y="976217"/>
                  </a:lnTo>
                  <a:lnTo>
                    <a:pt x="25017" y="974796"/>
                  </a:lnTo>
                  <a:lnTo>
                    <a:pt x="25017" y="973375"/>
                  </a:lnTo>
                  <a:lnTo>
                    <a:pt x="25017" y="971954"/>
                  </a:lnTo>
                  <a:lnTo>
                    <a:pt x="25017" y="970533"/>
                  </a:lnTo>
                  <a:lnTo>
                    <a:pt x="25017" y="969112"/>
                  </a:lnTo>
                  <a:lnTo>
                    <a:pt x="25017" y="967691"/>
                  </a:lnTo>
                  <a:lnTo>
                    <a:pt x="25017" y="966270"/>
                  </a:lnTo>
                  <a:lnTo>
                    <a:pt x="25017" y="964849"/>
                  </a:lnTo>
                  <a:lnTo>
                    <a:pt x="25017" y="963428"/>
                  </a:lnTo>
                  <a:lnTo>
                    <a:pt x="25017" y="962007"/>
                  </a:lnTo>
                  <a:lnTo>
                    <a:pt x="25017" y="960586"/>
                  </a:lnTo>
                  <a:lnTo>
                    <a:pt x="28144" y="960586"/>
                  </a:lnTo>
                  <a:lnTo>
                    <a:pt x="28144" y="959165"/>
                  </a:lnTo>
                  <a:lnTo>
                    <a:pt x="28144" y="957744"/>
                  </a:lnTo>
                  <a:lnTo>
                    <a:pt x="28144" y="956323"/>
                  </a:lnTo>
                  <a:lnTo>
                    <a:pt x="28144" y="954902"/>
                  </a:lnTo>
                  <a:lnTo>
                    <a:pt x="28144" y="953481"/>
                  </a:lnTo>
                  <a:lnTo>
                    <a:pt x="28144" y="952060"/>
                  </a:lnTo>
                  <a:lnTo>
                    <a:pt x="28144" y="950639"/>
                  </a:lnTo>
                  <a:lnTo>
                    <a:pt x="28144" y="949218"/>
                  </a:lnTo>
                  <a:lnTo>
                    <a:pt x="28144" y="947797"/>
                  </a:lnTo>
                  <a:lnTo>
                    <a:pt x="28144" y="946376"/>
                  </a:lnTo>
                  <a:lnTo>
                    <a:pt x="28144" y="944955"/>
                  </a:lnTo>
                  <a:lnTo>
                    <a:pt x="28144" y="943534"/>
                  </a:lnTo>
                  <a:lnTo>
                    <a:pt x="28144" y="942113"/>
                  </a:lnTo>
                  <a:lnTo>
                    <a:pt x="28144" y="940692"/>
                  </a:lnTo>
                  <a:lnTo>
                    <a:pt x="28144" y="939271"/>
                  </a:lnTo>
                  <a:lnTo>
                    <a:pt x="28144" y="937851"/>
                  </a:lnTo>
                  <a:lnTo>
                    <a:pt x="28144" y="936430"/>
                  </a:lnTo>
                  <a:lnTo>
                    <a:pt x="28144" y="935009"/>
                  </a:lnTo>
                  <a:lnTo>
                    <a:pt x="28144" y="933588"/>
                  </a:lnTo>
                  <a:lnTo>
                    <a:pt x="28144" y="932167"/>
                  </a:lnTo>
                  <a:lnTo>
                    <a:pt x="28144" y="930746"/>
                  </a:lnTo>
                  <a:lnTo>
                    <a:pt x="28144" y="929325"/>
                  </a:lnTo>
                  <a:lnTo>
                    <a:pt x="28144" y="927904"/>
                  </a:lnTo>
                  <a:lnTo>
                    <a:pt x="28144" y="926483"/>
                  </a:lnTo>
                  <a:lnTo>
                    <a:pt x="28144" y="925062"/>
                  </a:lnTo>
                  <a:lnTo>
                    <a:pt x="28144" y="923641"/>
                  </a:lnTo>
                  <a:lnTo>
                    <a:pt x="28144" y="922220"/>
                  </a:lnTo>
                  <a:lnTo>
                    <a:pt x="28144" y="920799"/>
                  </a:lnTo>
                  <a:lnTo>
                    <a:pt x="28144" y="919378"/>
                  </a:lnTo>
                  <a:lnTo>
                    <a:pt x="28144" y="917957"/>
                  </a:lnTo>
                  <a:lnTo>
                    <a:pt x="28144" y="916536"/>
                  </a:lnTo>
                  <a:lnTo>
                    <a:pt x="28144" y="915115"/>
                  </a:lnTo>
                  <a:lnTo>
                    <a:pt x="28144" y="913694"/>
                  </a:lnTo>
                  <a:lnTo>
                    <a:pt x="28144" y="912273"/>
                  </a:lnTo>
                  <a:lnTo>
                    <a:pt x="28144" y="910852"/>
                  </a:lnTo>
                  <a:lnTo>
                    <a:pt x="28144" y="909431"/>
                  </a:lnTo>
                  <a:lnTo>
                    <a:pt x="28144" y="908010"/>
                  </a:lnTo>
                  <a:lnTo>
                    <a:pt x="28144" y="906589"/>
                  </a:lnTo>
                  <a:lnTo>
                    <a:pt x="28144" y="905168"/>
                  </a:lnTo>
                  <a:lnTo>
                    <a:pt x="28144" y="903747"/>
                  </a:lnTo>
                  <a:lnTo>
                    <a:pt x="28144" y="902326"/>
                  </a:lnTo>
                  <a:lnTo>
                    <a:pt x="28144" y="900905"/>
                  </a:lnTo>
                  <a:lnTo>
                    <a:pt x="28144" y="899484"/>
                  </a:lnTo>
                  <a:lnTo>
                    <a:pt x="28144" y="898063"/>
                  </a:lnTo>
                  <a:lnTo>
                    <a:pt x="28144" y="896642"/>
                  </a:lnTo>
                  <a:lnTo>
                    <a:pt x="28144" y="895221"/>
                  </a:lnTo>
                  <a:lnTo>
                    <a:pt x="28144" y="893800"/>
                  </a:lnTo>
                  <a:lnTo>
                    <a:pt x="28144" y="892379"/>
                  </a:lnTo>
                  <a:lnTo>
                    <a:pt x="28144" y="890958"/>
                  </a:lnTo>
                  <a:lnTo>
                    <a:pt x="28144" y="889537"/>
                  </a:lnTo>
                  <a:lnTo>
                    <a:pt x="28144" y="888116"/>
                  </a:lnTo>
                  <a:lnTo>
                    <a:pt x="28144" y="886695"/>
                  </a:lnTo>
                  <a:lnTo>
                    <a:pt x="28144" y="885274"/>
                  </a:lnTo>
                  <a:lnTo>
                    <a:pt x="28144" y="883853"/>
                  </a:lnTo>
                  <a:lnTo>
                    <a:pt x="28144" y="882432"/>
                  </a:lnTo>
                  <a:lnTo>
                    <a:pt x="28144" y="881011"/>
                  </a:lnTo>
                  <a:lnTo>
                    <a:pt x="28144" y="879590"/>
                  </a:lnTo>
                  <a:lnTo>
                    <a:pt x="28144" y="878169"/>
                  </a:lnTo>
                  <a:lnTo>
                    <a:pt x="28144" y="876748"/>
                  </a:lnTo>
                  <a:lnTo>
                    <a:pt x="28144" y="875327"/>
                  </a:lnTo>
                  <a:lnTo>
                    <a:pt x="28144" y="873906"/>
                  </a:lnTo>
                  <a:lnTo>
                    <a:pt x="28144" y="872485"/>
                  </a:lnTo>
                  <a:lnTo>
                    <a:pt x="28144" y="871064"/>
                  </a:lnTo>
                  <a:lnTo>
                    <a:pt x="28144" y="869643"/>
                  </a:lnTo>
                  <a:lnTo>
                    <a:pt x="28144" y="868222"/>
                  </a:lnTo>
                  <a:lnTo>
                    <a:pt x="28144" y="866801"/>
                  </a:lnTo>
                  <a:lnTo>
                    <a:pt x="28144" y="865380"/>
                  </a:lnTo>
                  <a:lnTo>
                    <a:pt x="28144" y="863959"/>
                  </a:lnTo>
                  <a:lnTo>
                    <a:pt x="28144" y="862538"/>
                  </a:lnTo>
                  <a:lnTo>
                    <a:pt x="28144" y="861117"/>
                  </a:lnTo>
                  <a:lnTo>
                    <a:pt x="28144" y="859696"/>
                  </a:lnTo>
                  <a:lnTo>
                    <a:pt x="28144" y="858275"/>
                  </a:lnTo>
                  <a:lnTo>
                    <a:pt x="28144" y="856854"/>
                  </a:lnTo>
                  <a:lnTo>
                    <a:pt x="28144" y="855433"/>
                  </a:lnTo>
                  <a:lnTo>
                    <a:pt x="31271" y="855433"/>
                  </a:lnTo>
                  <a:lnTo>
                    <a:pt x="31271" y="854012"/>
                  </a:lnTo>
                  <a:lnTo>
                    <a:pt x="31271" y="852591"/>
                  </a:lnTo>
                  <a:lnTo>
                    <a:pt x="31271" y="851170"/>
                  </a:lnTo>
                  <a:lnTo>
                    <a:pt x="31271" y="849749"/>
                  </a:lnTo>
                  <a:lnTo>
                    <a:pt x="31271" y="848328"/>
                  </a:lnTo>
                  <a:lnTo>
                    <a:pt x="31271" y="846907"/>
                  </a:lnTo>
                  <a:lnTo>
                    <a:pt x="31271" y="845486"/>
                  </a:lnTo>
                  <a:lnTo>
                    <a:pt x="31271" y="844065"/>
                  </a:lnTo>
                  <a:lnTo>
                    <a:pt x="31271" y="842644"/>
                  </a:lnTo>
                  <a:lnTo>
                    <a:pt x="31271" y="841223"/>
                  </a:lnTo>
                  <a:lnTo>
                    <a:pt x="31271" y="839802"/>
                  </a:lnTo>
                  <a:lnTo>
                    <a:pt x="31271" y="838381"/>
                  </a:lnTo>
                  <a:lnTo>
                    <a:pt x="31271" y="836960"/>
                  </a:lnTo>
                  <a:lnTo>
                    <a:pt x="31271" y="835539"/>
                  </a:lnTo>
                  <a:lnTo>
                    <a:pt x="31271" y="834119"/>
                  </a:lnTo>
                  <a:lnTo>
                    <a:pt x="31271" y="832698"/>
                  </a:lnTo>
                  <a:lnTo>
                    <a:pt x="31271" y="831277"/>
                  </a:lnTo>
                  <a:lnTo>
                    <a:pt x="31271" y="829856"/>
                  </a:lnTo>
                  <a:lnTo>
                    <a:pt x="31271" y="828435"/>
                  </a:lnTo>
                  <a:lnTo>
                    <a:pt x="31271" y="827014"/>
                  </a:lnTo>
                  <a:lnTo>
                    <a:pt x="31271" y="825593"/>
                  </a:lnTo>
                  <a:lnTo>
                    <a:pt x="31271" y="824172"/>
                  </a:lnTo>
                  <a:lnTo>
                    <a:pt x="31271" y="822751"/>
                  </a:lnTo>
                  <a:lnTo>
                    <a:pt x="31271" y="821330"/>
                  </a:lnTo>
                  <a:lnTo>
                    <a:pt x="31271" y="819909"/>
                  </a:lnTo>
                  <a:lnTo>
                    <a:pt x="31271" y="818488"/>
                  </a:lnTo>
                  <a:lnTo>
                    <a:pt x="31271" y="817067"/>
                  </a:lnTo>
                  <a:lnTo>
                    <a:pt x="31271" y="815646"/>
                  </a:lnTo>
                  <a:lnTo>
                    <a:pt x="31271" y="814225"/>
                  </a:lnTo>
                  <a:lnTo>
                    <a:pt x="31271" y="812804"/>
                  </a:lnTo>
                  <a:lnTo>
                    <a:pt x="31271" y="811383"/>
                  </a:lnTo>
                  <a:lnTo>
                    <a:pt x="31271" y="809962"/>
                  </a:lnTo>
                  <a:lnTo>
                    <a:pt x="31271" y="808541"/>
                  </a:lnTo>
                  <a:lnTo>
                    <a:pt x="31271" y="807120"/>
                  </a:lnTo>
                  <a:lnTo>
                    <a:pt x="31271" y="805699"/>
                  </a:lnTo>
                  <a:lnTo>
                    <a:pt x="31271" y="804278"/>
                  </a:lnTo>
                  <a:lnTo>
                    <a:pt x="31271" y="802857"/>
                  </a:lnTo>
                  <a:lnTo>
                    <a:pt x="31271" y="801436"/>
                  </a:lnTo>
                  <a:lnTo>
                    <a:pt x="31271" y="800015"/>
                  </a:lnTo>
                  <a:lnTo>
                    <a:pt x="31271" y="798594"/>
                  </a:lnTo>
                  <a:lnTo>
                    <a:pt x="34398" y="798594"/>
                  </a:lnTo>
                  <a:lnTo>
                    <a:pt x="34398" y="797173"/>
                  </a:lnTo>
                  <a:lnTo>
                    <a:pt x="34398" y="795752"/>
                  </a:lnTo>
                  <a:lnTo>
                    <a:pt x="34398" y="794331"/>
                  </a:lnTo>
                  <a:lnTo>
                    <a:pt x="34398" y="792910"/>
                  </a:lnTo>
                  <a:lnTo>
                    <a:pt x="34398" y="791489"/>
                  </a:lnTo>
                  <a:lnTo>
                    <a:pt x="34398" y="790068"/>
                  </a:lnTo>
                  <a:lnTo>
                    <a:pt x="34398" y="788647"/>
                  </a:lnTo>
                  <a:lnTo>
                    <a:pt x="34398" y="787226"/>
                  </a:lnTo>
                  <a:lnTo>
                    <a:pt x="34398" y="785805"/>
                  </a:lnTo>
                  <a:lnTo>
                    <a:pt x="34398" y="784384"/>
                  </a:lnTo>
                  <a:lnTo>
                    <a:pt x="34398" y="782963"/>
                  </a:lnTo>
                  <a:lnTo>
                    <a:pt x="34398" y="781542"/>
                  </a:lnTo>
                  <a:lnTo>
                    <a:pt x="34398" y="780121"/>
                  </a:lnTo>
                  <a:lnTo>
                    <a:pt x="34398" y="778700"/>
                  </a:lnTo>
                  <a:lnTo>
                    <a:pt x="34398" y="777279"/>
                  </a:lnTo>
                  <a:lnTo>
                    <a:pt x="34398" y="775858"/>
                  </a:lnTo>
                  <a:lnTo>
                    <a:pt x="34398" y="774437"/>
                  </a:lnTo>
                  <a:lnTo>
                    <a:pt x="37525" y="774437"/>
                  </a:lnTo>
                  <a:lnTo>
                    <a:pt x="40652" y="774437"/>
                  </a:lnTo>
                  <a:lnTo>
                    <a:pt x="40652" y="773016"/>
                  </a:lnTo>
                  <a:lnTo>
                    <a:pt x="40652" y="771595"/>
                  </a:lnTo>
                  <a:lnTo>
                    <a:pt x="40652" y="770174"/>
                  </a:lnTo>
                  <a:lnTo>
                    <a:pt x="40652" y="768753"/>
                  </a:lnTo>
                  <a:lnTo>
                    <a:pt x="40652" y="767332"/>
                  </a:lnTo>
                  <a:lnTo>
                    <a:pt x="43780" y="767332"/>
                  </a:lnTo>
                  <a:lnTo>
                    <a:pt x="43780" y="765911"/>
                  </a:lnTo>
                  <a:lnTo>
                    <a:pt x="43780" y="764490"/>
                  </a:lnTo>
                  <a:lnTo>
                    <a:pt x="43780" y="763069"/>
                  </a:lnTo>
                  <a:lnTo>
                    <a:pt x="43780" y="761648"/>
                  </a:lnTo>
                  <a:lnTo>
                    <a:pt x="43780" y="760227"/>
                  </a:lnTo>
                  <a:lnTo>
                    <a:pt x="46907" y="760227"/>
                  </a:lnTo>
                  <a:lnTo>
                    <a:pt x="46907" y="758806"/>
                  </a:lnTo>
                  <a:lnTo>
                    <a:pt x="46907" y="757385"/>
                  </a:lnTo>
                  <a:lnTo>
                    <a:pt x="46907" y="755964"/>
                  </a:lnTo>
                  <a:lnTo>
                    <a:pt x="46907" y="754543"/>
                  </a:lnTo>
                  <a:lnTo>
                    <a:pt x="46907" y="753122"/>
                  </a:lnTo>
                  <a:lnTo>
                    <a:pt x="46907" y="751701"/>
                  </a:lnTo>
                  <a:lnTo>
                    <a:pt x="46907" y="750280"/>
                  </a:lnTo>
                  <a:lnTo>
                    <a:pt x="46907" y="748859"/>
                  </a:lnTo>
                  <a:lnTo>
                    <a:pt x="46907" y="747438"/>
                  </a:lnTo>
                  <a:lnTo>
                    <a:pt x="46907" y="746017"/>
                  </a:lnTo>
                  <a:lnTo>
                    <a:pt x="46907" y="744596"/>
                  </a:lnTo>
                  <a:lnTo>
                    <a:pt x="46907" y="743175"/>
                  </a:lnTo>
                  <a:lnTo>
                    <a:pt x="46907" y="741754"/>
                  </a:lnTo>
                  <a:lnTo>
                    <a:pt x="46907" y="740333"/>
                  </a:lnTo>
                  <a:lnTo>
                    <a:pt x="46907" y="738912"/>
                  </a:lnTo>
                  <a:lnTo>
                    <a:pt x="46907" y="737491"/>
                  </a:lnTo>
                  <a:lnTo>
                    <a:pt x="46907" y="736070"/>
                  </a:lnTo>
                  <a:lnTo>
                    <a:pt x="46907" y="734649"/>
                  </a:lnTo>
                  <a:lnTo>
                    <a:pt x="46907" y="733228"/>
                  </a:lnTo>
                  <a:lnTo>
                    <a:pt x="46907" y="731807"/>
                  </a:lnTo>
                  <a:lnTo>
                    <a:pt x="46907" y="730386"/>
                  </a:lnTo>
                  <a:lnTo>
                    <a:pt x="46907" y="728966"/>
                  </a:lnTo>
                  <a:lnTo>
                    <a:pt x="46907" y="727545"/>
                  </a:lnTo>
                  <a:lnTo>
                    <a:pt x="46907" y="726124"/>
                  </a:lnTo>
                  <a:lnTo>
                    <a:pt x="46907" y="724703"/>
                  </a:lnTo>
                  <a:lnTo>
                    <a:pt x="46907" y="723282"/>
                  </a:lnTo>
                  <a:lnTo>
                    <a:pt x="46907" y="721861"/>
                  </a:lnTo>
                  <a:lnTo>
                    <a:pt x="46907" y="720440"/>
                  </a:lnTo>
                  <a:lnTo>
                    <a:pt x="46907" y="719019"/>
                  </a:lnTo>
                  <a:lnTo>
                    <a:pt x="46907" y="717598"/>
                  </a:lnTo>
                  <a:lnTo>
                    <a:pt x="50034" y="717598"/>
                  </a:lnTo>
                  <a:lnTo>
                    <a:pt x="53161" y="717598"/>
                  </a:lnTo>
                  <a:lnTo>
                    <a:pt x="53161" y="716177"/>
                  </a:lnTo>
                  <a:lnTo>
                    <a:pt x="53161" y="714756"/>
                  </a:lnTo>
                  <a:lnTo>
                    <a:pt x="53161" y="713335"/>
                  </a:lnTo>
                  <a:lnTo>
                    <a:pt x="56288" y="713335"/>
                  </a:lnTo>
                  <a:lnTo>
                    <a:pt x="59415" y="713335"/>
                  </a:lnTo>
                  <a:lnTo>
                    <a:pt x="62542" y="713335"/>
                  </a:lnTo>
                  <a:lnTo>
                    <a:pt x="65670" y="713335"/>
                  </a:lnTo>
                  <a:lnTo>
                    <a:pt x="65670" y="711914"/>
                  </a:lnTo>
                  <a:lnTo>
                    <a:pt x="65670" y="710493"/>
                  </a:lnTo>
                  <a:lnTo>
                    <a:pt x="65670" y="709072"/>
                  </a:lnTo>
                  <a:lnTo>
                    <a:pt x="65670" y="707651"/>
                  </a:lnTo>
                  <a:lnTo>
                    <a:pt x="65670" y="706230"/>
                  </a:lnTo>
                  <a:lnTo>
                    <a:pt x="65670" y="704809"/>
                  </a:lnTo>
                  <a:lnTo>
                    <a:pt x="65670" y="703388"/>
                  </a:lnTo>
                  <a:lnTo>
                    <a:pt x="65670" y="701967"/>
                  </a:lnTo>
                  <a:lnTo>
                    <a:pt x="65670" y="700546"/>
                  </a:lnTo>
                  <a:lnTo>
                    <a:pt x="65670" y="699125"/>
                  </a:lnTo>
                  <a:lnTo>
                    <a:pt x="68797" y="699125"/>
                  </a:lnTo>
                  <a:lnTo>
                    <a:pt x="68797" y="697704"/>
                  </a:lnTo>
                  <a:lnTo>
                    <a:pt x="68797" y="696283"/>
                  </a:lnTo>
                  <a:lnTo>
                    <a:pt x="68797" y="694862"/>
                  </a:lnTo>
                  <a:lnTo>
                    <a:pt x="68797" y="693441"/>
                  </a:lnTo>
                  <a:lnTo>
                    <a:pt x="68797" y="692020"/>
                  </a:lnTo>
                  <a:lnTo>
                    <a:pt x="68797" y="690599"/>
                  </a:lnTo>
                  <a:lnTo>
                    <a:pt x="68797" y="689178"/>
                  </a:lnTo>
                  <a:lnTo>
                    <a:pt x="68797" y="687757"/>
                  </a:lnTo>
                  <a:lnTo>
                    <a:pt x="68797" y="686336"/>
                  </a:lnTo>
                  <a:lnTo>
                    <a:pt x="68797" y="684915"/>
                  </a:lnTo>
                  <a:lnTo>
                    <a:pt x="68797" y="683494"/>
                  </a:lnTo>
                  <a:lnTo>
                    <a:pt x="68797" y="682073"/>
                  </a:lnTo>
                  <a:lnTo>
                    <a:pt x="68797" y="680652"/>
                  </a:lnTo>
                  <a:lnTo>
                    <a:pt x="68797" y="679231"/>
                  </a:lnTo>
                  <a:lnTo>
                    <a:pt x="68797" y="677810"/>
                  </a:lnTo>
                  <a:lnTo>
                    <a:pt x="68797" y="676389"/>
                  </a:lnTo>
                  <a:lnTo>
                    <a:pt x="68797" y="674968"/>
                  </a:lnTo>
                  <a:lnTo>
                    <a:pt x="68797" y="673547"/>
                  </a:lnTo>
                  <a:lnTo>
                    <a:pt x="68797" y="672126"/>
                  </a:lnTo>
                  <a:lnTo>
                    <a:pt x="68797" y="670705"/>
                  </a:lnTo>
                  <a:lnTo>
                    <a:pt x="68797" y="669284"/>
                  </a:lnTo>
                  <a:lnTo>
                    <a:pt x="68797" y="667863"/>
                  </a:lnTo>
                  <a:lnTo>
                    <a:pt x="68797" y="666442"/>
                  </a:lnTo>
                  <a:lnTo>
                    <a:pt x="68797" y="665021"/>
                  </a:lnTo>
                  <a:lnTo>
                    <a:pt x="68797" y="663600"/>
                  </a:lnTo>
                  <a:lnTo>
                    <a:pt x="68797" y="662179"/>
                  </a:lnTo>
                  <a:lnTo>
                    <a:pt x="68797" y="660758"/>
                  </a:lnTo>
                  <a:lnTo>
                    <a:pt x="68797" y="659337"/>
                  </a:lnTo>
                  <a:lnTo>
                    <a:pt x="71924" y="659337"/>
                  </a:lnTo>
                  <a:lnTo>
                    <a:pt x="71924" y="657916"/>
                  </a:lnTo>
                  <a:lnTo>
                    <a:pt x="71924" y="656495"/>
                  </a:lnTo>
                  <a:lnTo>
                    <a:pt x="71924" y="655074"/>
                  </a:lnTo>
                  <a:lnTo>
                    <a:pt x="71924" y="653653"/>
                  </a:lnTo>
                  <a:lnTo>
                    <a:pt x="75051" y="653653"/>
                  </a:lnTo>
                  <a:lnTo>
                    <a:pt x="75051" y="652232"/>
                  </a:lnTo>
                  <a:lnTo>
                    <a:pt x="78178" y="652232"/>
                  </a:lnTo>
                  <a:lnTo>
                    <a:pt x="78178" y="650811"/>
                  </a:lnTo>
                  <a:lnTo>
                    <a:pt x="78178" y="649390"/>
                  </a:lnTo>
                  <a:lnTo>
                    <a:pt x="78178" y="647969"/>
                  </a:lnTo>
                  <a:lnTo>
                    <a:pt x="78178" y="646548"/>
                  </a:lnTo>
                  <a:lnTo>
                    <a:pt x="78178" y="645127"/>
                  </a:lnTo>
                  <a:lnTo>
                    <a:pt x="81305" y="645127"/>
                  </a:lnTo>
                  <a:lnTo>
                    <a:pt x="84432" y="645127"/>
                  </a:lnTo>
                  <a:lnTo>
                    <a:pt x="84432" y="643706"/>
                  </a:lnTo>
                  <a:lnTo>
                    <a:pt x="84432" y="642285"/>
                  </a:lnTo>
                  <a:lnTo>
                    <a:pt x="84432" y="640864"/>
                  </a:lnTo>
                  <a:lnTo>
                    <a:pt x="84432" y="639443"/>
                  </a:lnTo>
                  <a:lnTo>
                    <a:pt x="84432" y="638022"/>
                  </a:lnTo>
                  <a:lnTo>
                    <a:pt x="84432" y="636601"/>
                  </a:lnTo>
                  <a:lnTo>
                    <a:pt x="84432" y="635180"/>
                  </a:lnTo>
                  <a:lnTo>
                    <a:pt x="84432" y="633759"/>
                  </a:lnTo>
                  <a:lnTo>
                    <a:pt x="84432" y="632338"/>
                  </a:lnTo>
                  <a:lnTo>
                    <a:pt x="84432" y="630917"/>
                  </a:lnTo>
                  <a:lnTo>
                    <a:pt x="84432" y="629496"/>
                  </a:lnTo>
                  <a:lnTo>
                    <a:pt x="84432" y="628075"/>
                  </a:lnTo>
                  <a:lnTo>
                    <a:pt x="84432" y="626654"/>
                  </a:lnTo>
                  <a:lnTo>
                    <a:pt x="84432" y="625234"/>
                  </a:lnTo>
                  <a:lnTo>
                    <a:pt x="84432" y="623813"/>
                  </a:lnTo>
                  <a:lnTo>
                    <a:pt x="84432" y="622392"/>
                  </a:lnTo>
                  <a:lnTo>
                    <a:pt x="84432" y="620971"/>
                  </a:lnTo>
                  <a:lnTo>
                    <a:pt x="84432" y="619550"/>
                  </a:lnTo>
                  <a:lnTo>
                    <a:pt x="84432" y="618129"/>
                  </a:lnTo>
                  <a:lnTo>
                    <a:pt x="84432" y="616708"/>
                  </a:lnTo>
                  <a:lnTo>
                    <a:pt x="84432" y="615287"/>
                  </a:lnTo>
                  <a:lnTo>
                    <a:pt x="84432" y="613866"/>
                  </a:lnTo>
                  <a:lnTo>
                    <a:pt x="84432" y="612445"/>
                  </a:lnTo>
                  <a:lnTo>
                    <a:pt x="87560" y="612445"/>
                  </a:lnTo>
                  <a:lnTo>
                    <a:pt x="87560" y="611024"/>
                  </a:lnTo>
                  <a:lnTo>
                    <a:pt x="87560" y="609603"/>
                  </a:lnTo>
                  <a:lnTo>
                    <a:pt x="87560" y="608182"/>
                  </a:lnTo>
                  <a:lnTo>
                    <a:pt x="90687" y="608182"/>
                  </a:lnTo>
                  <a:lnTo>
                    <a:pt x="90687" y="606761"/>
                  </a:lnTo>
                  <a:lnTo>
                    <a:pt x="90687" y="605340"/>
                  </a:lnTo>
                  <a:lnTo>
                    <a:pt x="90687" y="603919"/>
                  </a:lnTo>
                  <a:lnTo>
                    <a:pt x="90687" y="602498"/>
                  </a:lnTo>
                  <a:lnTo>
                    <a:pt x="90687" y="601077"/>
                  </a:lnTo>
                  <a:lnTo>
                    <a:pt x="90687" y="599656"/>
                  </a:lnTo>
                  <a:lnTo>
                    <a:pt x="90687" y="598235"/>
                  </a:lnTo>
                  <a:lnTo>
                    <a:pt x="90687" y="596814"/>
                  </a:lnTo>
                  <a:lnTo>
                    <a:pt x="90687" y="595393"/>
                  </a:lnTo>
                  <a:lnTo>
                    <a:pt x="90687" y="593972"/>
                  </a:lnTo>
                  <a:lnTo>
                    <a:pt x="90687" y="592551"/>
                  </a:lnTo>
                  <a:lnTo>
                    <a:pt x="90687" y="591130"/>
                  </a:lnTo>
                  <a:lnTo>
                    <a:pt x="90687" y="589709"/>
                  </a:lnTo>
                  <a:lnTo>
                    <a:pt x="93814" y="589709"/>
                  </a:lnTo>
                  <a:lnTo>
                    <a:pt x="93814" y="588288"/>
                  </a:lnTo>
                  <a:lnTo>
                    <a:pt x="93814" y="586867"/>
                  </a:lnTo>
                  <a:lnTo>
                    <a:pt x="93814" y="585446"/>
                  </a:lnTo>
                  <a:lnTo>
                    <a:pt x="93814" y="584025"/>
                  </a:lnTo>
                  <a:lnTo>
                    <a:pt x="93814" y="582604"/>
                  </a:lnTo>
                  <a:lnTo>
                    <a:pt x="93814" y="581183"/>
                  </a:lnTo>
                  <a:lnTo>
                    <a:pt x="93814" y="579762"/>
                  </a:lnTo>
                  <a:lnTo>
                    <a:pt x="93814" y="578341"/>
                  </a:lnTo>
                  <a:lnTo>
                    <a:pt x="93814" y="576920"/>
                  </a:lnTo>
                  <a:lnTo>
                    <a:pt x="93814" y="575499"/>
                  </a:lnTo>
                  <a:lnTo>
                    <a:pt x="93814" y="574078"/>
                  </a:lnTo>
                  <a:lnTo>
                    <a:pt x="93814" y="572657"/>
                  </a:lnTo>
                  <a:lnTo>
                    <a:pt x="93814" y="571236"/>
                  </a:lnTo>
                  <a:lnTo>
                    <a:pt x="93814" y="569815"/>
                  </a:lnTo>
                  <a:lnTo>
                    <a:pt x="93814" y="568394"/>
                  </a:lnTo>
                  <a:lnTo>
                    <a:pt x="93814" y="566973"/>
                  </a:lnTo>
                  <a:lnTo>
                    <a:pt x="93814" y="565552"/>
                  </a:lnTo>
                  <a:lnTo>
                    <a:pt x="93814" y="564131"/>
                  </a:lnTo>
                  <a:lnTo>
                    <a:pt x="93814" y="562710"/>
                  </a:lnTo>
                  <a:lnTo>
                    <a:pt x="93814" y="561289"/>
                  </a:lnTo>
                  <a:lnTo>
                    <a:pt x="96941" y="561289"/>
                  </a:lnTo>
                  <a:lnTo>
                    <a:pt x="96941" y="559868"/>
                  </a:lnTo>
                  <a:lnTo>
                    <a:pt x="96941" y="558447"/>
                  </a:lnTo>
                  <a:lnTo>
                    <a:pt x="96941" y="557026"/>
                  </a:lnTo>
                  <a:lnTo>
                    <a:pt x="96941" y="555605"/>
                  </a:lnTo>
                  <a:lnTo>
                    <a:pt x="96941" y="554184"/>
                  </a:lnTo>
                  <a:lnTo>
                    <a:pt x="100068" y="554184"/>
                  </a:lnTo>
                  <a:lnTo>
                    <a:pt x="100068" y="552763"/>
                  </a:lnTo>
                  <a:lnTo>
                    <a:pt x="100068" y="551342"/>
                  </a:lnTo>
                  <a:lnTo>
                    <a:pt x="100068" y="549921"/>
                  </a:lnTo>
                  <a:lnTo>
                    <a:pt x="100068" y="548500"/>
                  </a:lnTo>
                  <a:lnTo>
                    <a:pt x="103195" y="548500"/>
                  </a:lnTo>
                  <a:lnTo>
                    <a:pt x="103195" y="547079"/>
                  </a:lnTo>
                  <a:lnTo>
                    <a:pt x="103195" y="545658"/>
                  </a:lnTo>
                  <a:lnTo>
                    <a:pt x="103195" y="544237"/>
                  </a:lnTo>
                  <a:lnTo>
                    <a:pt x="103195" y="542816"/>
                  </a:lnTo>
                  <a:lnTo>
                    <a:pt x="106322" y="542816"/>
                  </a:lnTo>
                  <a:lnTo>
                    <a:pt x="109450" y="542816"/>
                  </a:lnTo>
                  <a:lnTo>
                    <a:pt x="109450" y="541395"/>
                  </a:lnTo>
                  <a:lnTo>
                    <a:pt x="109450" y="539974"/>
                  </a:lnTo>
                  <a:lnTo>
                    <a:pt x="109450" y="538553"/>
                  </a:lnTo>
                  <a:lnTo>
                    <a:pt x="109450" y="537132"/>
                  </a:lnTo>
                  <a:lnTo>
                    <a:pt x="109450" y="535711"/>
                  </a:lnTo>
                  <a:lnTo>
                    <a:pt x="109450" y="534290"/>
                  </a:lnTo>
                  <a:lnTo>
                    <a:pt x="109450" y="532869"/>
                  </a:lnTo>
                  <a:lnTo>
                    <a:pt x="109450" y="531448"/>
                  </a:lnTo>
                  <a:lnTo>
                    <a:pt x="109450" y="530027"/>
                  </a:lnTo>
                  <a:lnTo>
                    <a:pt x="109450" y="528606"/>
                  </a:lnTo>
                  <a:lnTo>
                    <a:pt x="109450" y="527185"/>
                  </a:lnTo>
                  <a:lnTo>
                    <a:pt x="112577" y="527185"/>
                  </a:lnTo>
                  <a:lnTo>
                    <a:pt x="112577" y="525764"/>
                  </a:lnTo>
                  <a:lnTo>
                    <a:pt x="112577" y="524343"/>
                  </a:lnTo>
                  <a:lnTo>
                    <a:pt x="112577" y="522922"/>
                  </a:lnTo>
                  <a:lnTo>
                    <a:pt x="112577" y="521501"/>
                  </a:lnTo>
                  <a:lnTo>
                    <a:pt x="115704" y="521501"/>
                  </a:lnTo>
                  <a:lnTo>
                    <a:pt x="115704" y="520081"/>
                  </a:lnTo>
                  <a:lnTo>
                    <a:pt x="115704" y="518660"/>
                  </a:lnTo>
                  <a:lnTo>
                    <a:pt x="118831" y="518660"/>
                  </a:lnTo>
                  <a:lnTo>
                    <a:pt x="118831" y="517239"/>
                  </a:lnTo>
                  <a:lnTo>
                    <a:pt x="118831" y="515818"/>
                  </a:lnTo>
                  <a:lnTo>
                    <a:pt x="121958" y="515818"/>
                  </a:lnTo>
                  <a:lnTo>
                    <a:pt x="121958" y="514397"/>
                  </a:lnTo>
                  <a:lnTo>
                    <a:pt x="121958" y="512976"/>
                  </a:lnTo>
                  <a:lnTo>
                    <a:pt x="121958" y="511555"/>
                  </a:lnTo>
                  <a:lnTo>
                    <a:pt x="121958" y="510134"/>
                  </a:lnTo>
                  <a:lnTo>
                    <a:pt x="121958" y="508713"/>
                  </a:lnTo>
                  <a:lnTo>
                    <a:pt x="121958" y="507292"/>
                  </a:lnTo>
                  <a:lnTo>
                    <a:pt x="125085" y="507292"/>
                  </a:lnTo>
                  <a:lnTo>
                    <a:pt x="125085" y="505871"/>
                  </a:lnTo>
                  <a:lnTo>
                    <a:pt x="125085" y="504450"/>
                  </a:lnTo>
                  <a:lnTo>
                    <a:pt x="125085" y="503029"/>
                  </a:lnTo>
                  <a:lnTo>
                    <a:pt x="128212" y="503029"/>
                  </a:lnTo>
                  <a:lnTo>
                    <a:pt x="128212" y="501608"/>
                  </a:lnTo>
                  <a:lnTo>
                    <a:pt x="128212" y="500187"/>
                  </a:lnTo>
                  <a:lnTo>
                    <a:pt x="128212" y="498766"/>
                  </a:lnTo>
                  <a:lnTo>
                    <a:pt x="128212" y="497345"/>
                  </a:lnTo>
                  <a:lnTo>
                    <a:pt x="128212" y="495924"/>
                  </a:lnTo>
                  <a:lnTo>
                    <a:pt x="128212" y="494503"/>
                  </a:lnTo>
                  <a:lnTo>
                    <a:pt x="128212" y="493082"/>
                  </a:lnTo>
                  <a:lnTo>
                    <a:pt x="128212" y="491661"/>
                  </a:lnTo>
                  <a:lnTo>
                    <a:pt x="128212" y="490240"/>
                  </a:lnTo>
                  <a:lnTo>
                    <a:pt x="128212" y="488819"/>
                  </a:lnTo>
                  <a:lnTo>
                    <a:pt x="128212" y="487398"/>
                  </a:lnTo>
                  <a:lnTo>
                    <a:pt x="128212" y="485977"/>
                  </a:lnTo>
                  <a:lnTo>
                    <a:pt x="131340" y="485977"/>
                  </a:lnTo>
                  <a:lnTo>
                    <a:pt x="131340" y="484556"/>
                  </a:lnTo>
                  <a:lnTo>
                    <a:pt x="134467" y="484556"/>
                  </a:lnTo>
                  <a:lnTo>
                    <a:pt x="137594" y="484556"/>
                  </a:lnTo>
                  <a:lnTo>
                    <a:pt x="137594" y="483135"/>
                  </a:lnTo>
                  <a:lnTo>
                    <a:pt x="137594" y="481714"/>
                  </a:lnTo>
                  <a:lnTo>
                    <a:pt x="137594" y="480293"/>
                  </a:lnTo>
                  <a:lnTo>
                    <a:pt x="137594" y="478872"/>
                  </a:lnTo>
                  <a:lnTo>
                    <a:pt x="137594" y="477451"/>
                  </a:lnTo>
                  <a:lnTo>
                    <a:pt x="137594" y="476030"/>
                  </a:lnTo>
                  <a:lnTo>
                    <a:pt x="140721" y="476030"/>
                  </a:lnTo>
                  <a:lnTo>
                    <a:pt x="140721" y="474609"/>
                  </a:lnTo>
                  <a:lnTo>
                    <a:pt x="140721" y="473188"/>
                  </a:lnTo>
                  <a:lnTo>
                    <a:pt x="140721" y="471767"/>
                  </a:lnTo>
                  <a:lnTo>
                    <a:pt x="140721" y="470346"/>
                  </a:lnTo>
                  <a:lnTo>
                    <a:pt x="140721" y="468925"/>
                  </a:lnTo>
                  <a:lnTo>
                    <a:pt x="140721" y="467504"/>
                  </a:lnTo>
                  <a:lnTo>
                    <a:pt x="140721" y="466083"/>
                  </a:lnTo>
                  <a:lnTo>
                    <a:pt x="140721" y="464662"/>
                  </a:lnTo>
                  <a:lnTo>
                    <a:pt x="140721" y="463241"/>
                  </a:lnTo>
                  <a:lnTo>
                    <a:pt x="140721" y="461820"/>
                  </a:lnTo>
                  <a:lnTo>
                    <a:pt x="143848" y="461820"/>
                  </a:lnTo>
                  <a:lnTo>
                    <a:pt x="143848" y="460399"/>
                  </a:lnTo>
                  <a:lnTo>
                    <a:pt x="146975" y="460399"/>
                  </a:lnTo>
                  <a:lnTo>
                    <a:pt x="146975" y="458978"/>
                  </a:lnTo>
                  <a:lnTo>
                    <a:pt x="146975" y="457557"/>
                  </a:lnTo>
                  <a:lnTo>
                    <a:pt x="146975" y="456136"/>
                  </a:lnTo>
                  <a:lnTo>
                    <a:pt x="146975" y="454715"/>
                  </a:lnTo>
                  <a:lnTo>
                    <a:pt x="150102" y="454715"/>
                  </a:lnTo>
                  <a:lnTo>
                    <a:pt x="153230" y="454715"/>
                  </a:lnTo>
                  <a:lnTo>
                    <a:pt x="153230" y="453294"/>
                  </a:lnTo>
                  <a:lnTo>
                    <a:pt x="153230" y="451873"/>
                  </a:lnTo>
                  <a:lnTo>
                    <a:pt x="153230" y="450452"/>
                  </a:lnTo>
                  <a:lnTo>
                    <a:pt x="153230" y="449031"/>
                  </a:lnTo>
                  <a:lnTo>
                    <a:pt x="153230" y="447610"/>
                  </a:lnTo>
                  <a:lnTo>
                    <a:pt x="153230" y="446189"/>
                  </a:lnTo>
                  <a:lnTo>
                    <a:pt x="153230" y="444768"/>
                  </a:lnTo>
                  <a:lnTo>
                    <a:pt x="156357" y="444768"/>
                  </a:lnTo>
                  <a:lnTo>
                    <a:pt x="159484" y="444768"/>
                  </a:lnTo>
                  <a:lnTo>
                    <a:pt x="162611" y="444768"/>
                  </a:lnTo>
                  <a:lnTo>
                    <a:pt x="165738" y="444768"/>
                  </a:lnTo>
                  <a:lnTo>
                    <a:pt x="168865" y="444768"/>
                  </a:lnTo>
                  <a:lnTo>
                    <a:pt x="168865" y="443347"/>
                  </a:lnTo>
                  <a:lnTo>
                    <a:pt x="168865" y="441926"/>
                  </a:lnTo>
                  <a:lnTo>
                    <a:pt x="168865" y="440505"/>
                  </a:lnTo>
                  <a:lnTo>
                    <a:pt x="171993" y="440505"/>
                  </a:lnTo>
                  <a:lnTo>
                    <a:pt x="171993" y="439084"/>
                  </a:lnTo>
                  <a:lnTo>
                    <a:pt x="171993" y="437663"/>
                  </a:lnTo>
                  <a:lnTo>
                    <a:pt x="171993" y="436242"/>
                  </a:lnTo>
                  <a:lnTo>
                    <a:pt x="171993" y="434821"/>
                  </a:lnTo>
                  <a:lnTo>
                    <a:pt x="175120" y="434821"/>
                  </a:lnTo>
                  <a:lnTo>
                    <a:pt x="175120" y="433400"/>
                  </a:lnTo>
                  <a:lnTo>
                    <a:pt x="175120" y="431979"/>
                  </a:lnTo>
                  <a:lnTo>
                    <a:pt x="175120" y="430558"/>
                  </a:lnTo>
                  <a:lnTo>
                    <a:pt x="175120" y="429137"/>
                  </a:lnTo>
                  <a:lnTo>
                    <a:pt x="175120" y="427716"/>
                  </a:lnTo>
                  <a:lnTo>
                    <a:pt x="175120" y="426295"/>
                  </a:lnTo>
                  <a:lnTo>
                    <a:pt x="175120" y="424874"/>
                  </a:lnTo>
                  <a:lnTo>
                    <a:pt x="175120" y="423453"/>
                  </a:lnTo>
                  <a:lnTo>
                    <a:pt x="175120" y="422032"/>
                  </a:lnTo>
                  <a:lnTo>
                    <a:pt x="175120" y="420611"/>
                  </a:lnTo>
                  <a:lnTo>
                    <a:pt x="175120" y="419190"/>
                  </a:lnTo>
                  <a:lnTo>
                    <a:pt x="175120" y="417769"/>
                  </a:lnTo>
                  <a:lnTo>
                    <a:pt x="178247" y="417769"/>
                  </a:lnTo>
                  <a:lnTo>
                    <a:pt x="178247" y="416349"/>
                  </a:lnTo>
                  <a:lnTo>
                    <a:pt x="178247" y="414928"/>
                  </a:lnTo>
                  <a:lnTo>
                    <a:pt x="178247" y="413507"/>
                  </a:lnTo>
                  <a:lnTo>
                    <a:pt x="178247" y="412086"/>
                  </a:lnTo>
                  <a:lnTo>
                    <a:pt x="178247" y="410665"/>
                  </a:lnTo>
                  <a:lnTo>
                    <a:pt x="178247" y="409244"/>
                  </a:lnTo>
                  <a:lnTo>
                    <a:pt x="181374" y="409244"/>
                  </a:lnTo>
                  <a:lnTo>
                    <a:pt x="181374" y="407823"/>
                  </a:lnTo>
                  <a:lnTo>
                    <a:pt x="181374" y="406402"/>
                  </a:lnTo>
                  <a:lnTo>
                    <a:pt x="181374" y="404981"/>
                  </a:lnTo>
                  <a:lnTo>
                    <a:pt x="181374" y="403560"/>
                  </a:lnTo>
                  <a:lnTo>
                    <a:pt x="181374" y="402139"/>
                  </a:lnTo>
                  <a:lnTo>
                    <a:pt x="181374" y="400718"/>
                  </a:lnTo>
                  <a:lnTo>
                    <a:pt x="181374" y="399297"/>
                  </a:lnTo>
                  <a:lnTo>
                    <a:pt x="181374" y="397876"/>
                  </a:lnTo>
                  <a:lnTo>
                    <a:pt x="181374" y="396455"/>
                  </a:lnTo>
                  <a:lnTo>
                    <a:pt x="181374" y="395034"/>
                  </a:lnTo>
                  <a:lnTo>
                    <a:pt x="181374" y="393613"/>
                  </a:lnTo>
                  <a:lnTo>
                    <a:pt x="184501" y="393613"/>
                  </a:lnTo>
                  <a:lnTo>
                    <a:pt x="187628" y="393613"/>
                  </a:lnTo>
                  <a:lnTo>
                    <a:pt x="187628" y="392192"/>
                  </a:lnTo>
                  <a:lnTo>
                    <a:pt x="187628" y="390771"/>
                  </a:lnTo>
                  <a:lnTo>
                    <a:pt x="190755" y="390771"/>
                  </a:lnTo>
                  <a:lnTo>
                    <a:pt x="190755" y="389350"/>
                  </a:lnTo>
                  <a:lnTo>
                    <a:pt x="190755" y="387929"/>
                  </a:lnTo>
                  <a:lnTo>
                    <a:pt x="190755" y="386508"/>
                  </a:lnTo>
                  <a:lnTo>
                    <a:pt x="190755" y="385087"/>
                  </a:lnTo>
                  <a:lnTo>
                    <a:pt x="190755" y="383666"/>
                  </a:lnTo>
                  <a:lnTo>
                    <a:pt x="190755" y="382245"/>
                  </a:lnTo>
                  <a:lnTo>
                    <a:pt x="190755" y="380824"/>
                  </a:lnTo>
                  <a:lnTo>
                    <a:pt x="190755" y="379403"/>
                  </a:lnTo>
                  <a:lnTo>
                    <a:pt x="193883" y="379403"/>
                  </a:lnTo>
                  <a:lnTo>
                    <a:pt x="193883" y="377982"/>
                  </a:lnTo>
                  <a:lnTo>
                    <a:pt x="197010" y="377982"/>
                  </a:lnTo>
                  <a:lnTo>
                    <a:pt x="197010" y="376561"/>
                  </a:lnTo>
                  <a:lnTo>
                    <a:pt x="197010" y="375140"/>
                  </a:lnTo>
                  <a:lnTo>
                    <a:pt x="197010" y="373719"/>
                  </a:lnTo>
                  <a:lnTo>
                    <a:pt x="197010" y="372298"/>
                  </a:lnTo>
                  <a:lnTo>
                    <a:pt x="197010" y="370877"/>
                  </a:lnTo>
                  <a:lnTo>
                    <a:pt x="197010" y="369456"/>
                  </a:lnTo>
                  <a:lnTo>
                    <a:pt x="197010" y="368035"/>
                  </a:lnTo>
                  <a:lnTo>
                    <a:pt x="197010" y="366614"/>
                  </a:lnTo>
                  <a:lnTo>
                    <a:pt x="197010" y="365193"/>
                  </a:lnTo>
                  <a:lnTo>
                    <a:pt x="197010" y="363772"/>
                  </a:lnTo>
                  <a:lnTo>
                    <a:pt x="200137" y="363772"/>
                  </a:lnTo>
                  <a:lnTo>
                    <a:pt x="200137" y="362351"/>
                  </a:lnTo>
                  <a:lnTo>
                    <a:pt x="200137" y="360930"/>
                  </a:lnTo>
                  <a:lnTo>
                    <a:pt x="203264" y="360930"/>
                  </a:lnTo>
                  <a:lnTo>
                    <a:pt x="203264" y="359509"/>
                  </a:lnTo>
                  <a:lnTo>
                    <a:pt x="203264" y="358088"/>
                  </a:lnTo>
                  <a:lnTo>
                    <a:pt x="206391" y="358088"/>
                  </a:lnTo>
                  <a:lnTo>
                    <a:pt x="206391" y="356667"/>
                  </a:lnTo>
                  <a:lnTo>
                    <a:pt x="206391" y="355246"/>
                  </a:lnTo>
                  <a:lnTo>
                    <a:pt x="206391" y="353825"/>
                  </a:lnTo>
                  <a:lnTo>
                    <a:pt x="206391" y="352404"/>
                  </a:lnTo>
                  <a:lnTo>
                    <a:pt x="209518" y="352404"/>
                  </a:lnTo>
                  <a:lnTo>
                    <a:pt x="209518" y="350983"/>
                  </a:lnTo>
                  <a:lnTo>
                    <a:pt x="212645" y="350983"/>
                  </a:lnTo>
                  <a:lnTo>
                    <a:pt x="212645" y="349562"/>
                  </a:lnTo>
                  <a:lnTo>
                    <a:pt x="215773" y="349562"/>
                  </a:lnTo>
                  <a:lnTo>
                    <a:pt x="215773" y="348141"/>
                  </a:lnTo>
                  <a:lnTo>
                    <a:pt x="215773" y="346720"/>
                  </a:lnTo>
                  <a:lnTo>
                    <a:pt x="215773" y="345299"/>
                  </a:lnTo>
                  <a:lnTo>
                    <a:pt x="218900" y="345299"/>
                  </a:lnTo>
                  <a:lnTo>
                    <a:pt x="218900" y="343878"/>
                  </a:lnTo>
                  <a:lnTo>
                    <a:pt x="218900" y="342457"/>
                  </a:lnTo>
                  <a:lnTo>
                    <a:pt x="218900" y="341036"/>
                  </a:lnTo>
                  <a:lnTo>
                    <a:pt x="218900" y="339615"/>
                  </a:lnTo>
                  <a:lnTo>
                    <a:pt x="218900" y="338194"/>
                  </a:lnTo>
                  <a:lnTo>
                    <a:pt x="218900" y="336773"/>
                  </a:lnTo>
                  <a:lnTo>
                    <a:pt x="218900" y="335352"/>
                  </a:lnTo>
                  <a:lnTo>
                    <a:pt x="218900" y="333931"/>
                  </a:lnTo>
                  <a:lnTo>
                    <a:pt x="222027" y="333931"/>
                  </a:lnTo>
                  <a:lnTo>
                    <a:pt x="225154" y="333931"/>
                  </a:lnTo>
                  <a:lnTo>
                    <a:pt x="228281" y="333931"/>
                  </a:lnTo>
                  <a:lnTo>
                    <a:pt x="231408" y="333931"/>
                  </a:lnTo>
                  <a:lnTo>
                    <a:pt x="234535" y="333931"/>
                  </a:lnTo>
                  <a:lnTo>
                    <a:pt x="237663" y="333931"/>
                  </a:lnTo>
                  <a:lnTo>
                    <a:pt x="240790" y="333931"/>
                  </a:lnTo>
                  <a:lnTo>
                    <a:pt x="240790" y="332510"/>
                  </a:lnTo>
                  <a:lnTo>
                    <a:pt x="243917" y="332510"/>
                  </a:lnTo>
                  <a:lnTo>
                    <a:pt x="243917" y="331089"/>
                  </a:lnTo>
                  <a:lnTo>
                    <a:pt x="243917" y="329668"/>
                  </a:lnTo>
                  <a:lnTo>
                    <a:pt x="247044" y="329668"/>
                  </a:lnTo>
                  <a:lnTo>
                    <a:pt x="247044" y="328247"/>
                  </a:lnTo>
                  <a:lnTo>
                    <a:pt x="250171" y="328247"/>
                  </a:lnTo>
                  <a:lnTo>
                    <a:pt x="250171" y="326826"/>
                  </a:lnTo>
                  <a:lnTo>
                    <a:pt x="250171" y="325405"/>
                  </a:lnTo>
                  <a:lnTo>
                    <a:pt x="250171" y="323984"/>
                  </a:lnTo>
                  <a:lnTo>
                    <a:pt x="253298" y="323984"/>
                  </a:lnTo>
                  <a:lnTo>
                    <a:pt x="253298" y="322563"/>
                  </a:lnTo>
                  <a:lnTo>
                    <a:pt x="256425" y="322563"/>
                  </a:lnTo>
                  <a:lnTo>
                    <a:pt x="259553" y="322563"/>
                  </a:lnTo>
                  <a:lnTo>
                    <a:pt x="262680" y="322563"/>
                  </a:lnTo>
                  <a:lnTo>
                    <a:pt x="262680" y="321142"/>
                  </a:lnTo>
                  <a:lnTo>
                    <a:pt x="265807" y="321142"/>
                  </a:lnTo>
                  <a:lnTo>
                    <a:pt x="265807" y="319721"/>
                  </a:lnTo>
                  <a:lnTo>
                    <a:pt x="265807" y="318300"/>
                  </a:lnTo>
                  <a:lnTo>
                    <a:pt x="268934" y="318300"/>
                  </a:lnTo>
                  <a:lnTo>
                    <a:pt x="268934" y="316879"/>
                  </a:lnTo>
                  <a:lnTo>
                    <a:pt x="268934" y="315458"/>
                  </a:lnTo>
                  <a:lnTo>
                    <a:pt x="272061" y="315458"/>
                  </a:lnTo>
                  <a:lnTo>
                    <a:pt x="272061" y="314037"/>
                  </a:lnTo>
                  <a:lnTo>
                    <a:pt x="272061" y="312617"/>
                  </a:lnTo>
                  <a:lnTo>
                    <a:pt x="272061" y="311196"/>
                  </a:lnTo>
                  <a:lnTo>
                    <a:pt x="275188" y="311196"/>
                  </a:lnTo>
                  <a:lnTo>
                    <a:pt x="275188" y="309775"/>
                  </a:lnTo>
                  <a:lnTo>
                    <a:pt x="275188" y="308354"/>
                  </a:lnTo>
                  <a:lnTo>
                    <a:pt x="278315" y="308354"/>
                  </a:lnTo>
                  <a:lnTo>
                    <a:pt x="278315" y="306933"/>
                  </a:lnTo>
                  <a:lnTo>
                    <a:pt x="278315" y="305512"/>
                  </a:lnTo>
                  <a:lnTo>
                    <a:pt x="278315" y="304091"/>
                  </a:lnTo>
                  <a:lnTo>
                    <a:pt x="281443" y="304091"/>
                  </a:lnTo>
                  <a:lnTo>
                    <a:pt x="281443" y="302670"/>
                  </a:lnTo>
                  <a:lnTo>
                    <a:pt x="281443" y="301249"/>
                  </a:lnTo>
                  <a:lnTo>
                    <a:pt x="281443" y="299828"/>
                  </a:lnTo>
                  <a:lnTo>
                    <a:pt x="284570" y="299828"/>
                  </a:lnTo>
                  <a:lnTo>
                    <a:pt x="287697" y="299828"/>
                  </a:lnTo>
                  <a:lnTo>
                    <a:pt x="290824" y="299828"/>
                  </a:lnTo>
                  <a:lnTo>
                    <a:pt x="290824" y="298407"/>
                  </a:lnTo>
                  <a:lnTo>
                    <a:pt x="293951" y="298407"/>
                  </a:lnTo>
                  <a:lnTo>
                    <a:pt x="293951" y="296986"/>
                  </a:lnTo>
                  <a:lnTo>
                    <a:pt x="297078" y="296986"/>
                  </a:lnTo>
                  <a:lnTo>
                    <a:pt x="297078" y="295565"/>
                  </a:lnTo>
                  <a:lnTo>
                    <a:pt x="300205" y="295565"/>
                  </a:lnTo>
                  <a:lnTo>
                    <a:pt x="303333" y="295565"/>
                  </a:lnTo>
                  <a:lnTo>
                    <a:pt x="306460" y="295565"/>
                  </a:lnTo>
                  <a:lnTo>
                    <a:pt x="306460" y="294144"/>
                  </a:lnTo>
                  <a:lnTo>
                    <a:pt x="306460" y="292723"/>
                  </a:lnTo>
                  <a:lnTo>
                    <a:pt x="309587" y="292723"/>
                  </a:lnTo>
                  <a:lnTo>
                    <a:pt x="312714" y="292723"/>
                  </a:lnTo>
                  <a:lnTo>
                    <a:pt x="312714" y="291302"/>
                  </a:lnTo>
                  <a:lnTo>
                    <a:pt x="315841" y="291302"/>
                  </a:lnTo>
                  <a:lnTo>
                    <a:pt x="318968" y="291302"/>
                  </a:lnTo>
                  <a:lnTo>
                    <a:pt x="322096" y="291302"/>
                  </a:lnTo>
                  <a:lnTo>
                    <a:pt x="322096" y="289881"/>
                  </a:lnTo>
                  <a:lnTo>
                    <a:pt x="325223" y="289881"/>
                  </a:lnTo>
                  <a:lnTo>
                    <a:pt x="325223" y="288460"/>
                  </a:lnTo>
                  <a:lnTo>
                    <a:pt x="325223" y="287039"/>
                  </a:lnTo>
                  <a:lnTo>
                    <a:pt x="325223" y="285618"/>
                  </a:lnTo>
                  <a:lnTo>
                    <a:pt x="325223" y="284197"/>
                  </a:lnTo>
                  <a:lnTo>
                    <a:pt x="328350" y="284197"/>
                  </a:lnTo>
                  <a:lnTo>
                    <a:pt x="328350" y="282776"/>
                  </a:lnTo>
                  <a:lnTo>
                    <a:pt x="331477" y="282776"/>
                  </a:lnTo>
                  <a:lnTo>
                    <a:pt x="334604" y="282776"/>
                  </a:lnTo>
                  <a:lnTo>
                    <a:pt x="337731" y="282776"/>
                  </a:lnTo>
                  <a:lnTo>
                    <a:pt x="337731" y="281355"/>
                  </a:lnTo>
                  <a:lnTo>
                    <a:pt x="337731" y="279934"/>
                  </a:lnTo>
                  <a:lnTo>
                    <a:pt x="340858" y="279934"/>
                  </a:lnTo>
                  <a:lnTo>
                    <a:pt x="340858" y="278513"/>
                  </a:lnTo>
                  <a:lnTo>
                    <a:pt x="340858" y="277092"/>
                  </a:lnTo>
                  <a:lnTo>
                    <a:pt x="340858" y="275671"/>
                  </a:lnTo>
                  <a:lnTo>
                    <a:pt x="343986" y="275671"/>
                  </a:lnTo>
                  <a:lnTo>
                    <a:pt x="343986" y="274250"/>
                  </a:lnTo>
                  <a:lnTo>
                    <a:pt x="343986" y="272829"/>
                  </a:lnTo>
                  <a:lnTo>
                    <a:pt x="343986" y="271408"/>
                  </a:lnTo>
                  <a:lnTo>
                    <a:pt x="343986" y="269987"/>
                  </a:lnTo>
                  <a:lnTo>
                    <a:pt x="343986" y="268566"/>
                  </a:lnTo>
                  <a:lnTo>
                    <a:pt x="343986" y="267145"/>
                  </a:lnTo>
                  <a:lnTo>
                    <a:pt x="343986" y="265724"/>
                  </a:lnTo>
                  <a:lnTo>
                    <a:pt x="347113" y="265724"/>
                  </a:lnTo>
                  <a:lnTo>
                    <a:pt x="347113" y="264303"/>
                  </a:lnTo>
                  <a:lnTo>
                    <a:pt x="350240" y="264303"/>
                  </a:lnTo>
                  <a:lnTo>
                    <a:pt x="350240" y="262882"/>
                  </a:lnTo>
                  <a:lnTo>
                    <a:pt x="350240" y="261461"/>
                  </a:lnTo>
                  <a:lnTo>
                    <a:pt x="353367" y="261461"/>
                  </a:lnTo>
                  <a:lnTo>
                    <a:pt x="356494" y="261461"/>
                  </a:lnTo>
                  <a:lnTo>
                    <a:pt x="356494" y="260040"/>
                  </a:lnTo>
                  <a:lnTo>
                    <a:pt x="359621" y="260040"/>
                  </a:lnTo>
                  <a:lnTo>
                    <a:pt x="359621" y="258619"/>
                  </a:lnTo>
                  <a:lnTo>
                    <a:pt x="362748" y="258619"/>
                  </a:lnTo>
                  <a:lnTo>
                    <a:pt x="362748" y="257198"/>
                  </a:lnTo>
                  <a:lnTo>
                    <a:pt x="362748" y="255777"/>
                  </a:lnTo>
                  <a:lnTo>
                    <a:pt x="365876" y="255777"/>
                  </a:lnTo>
                  <a:lnTo>
                    <a:pt x="365876" y="254356"/>
                  </a:lnTo>
                  <a:lnTo>
                    <a:pt x="365876" y="252935"/>
                  </a:lnTo>
                  <a:lnTo>
                    <a:pt x="365876" y="251514"/>
                  </a:lnTo>
                  <a:lnTo>
                    <a:pt x="365876" y="250093"/>
                  </a:lnTo>
                  <a:lnTo>
                    <a:pt x="369003" y="250093"/>
                  </a:lnTo>
                  <a:lnTo>
                    <a:pt x="372130" y="250093"/>
                  </a:lnTo>
                  <a:lnTo>
                    <a:pt x="375257" y="250093"/>
                  </a:lnTo>
                  <a:lnTo>
                    <a:pt x="378384" y="250093"/>
                  </a:lnTo>
                  <a:lnTo>
                    <a:pt x="378384" y="248672"/>
                  </a:lnTo>
                  <a:lnTo>
                    <a:pt x="381511" y="248672"/>
                  </a:lnTo>
                  <a:lnTo>
                    <a:pt x="381511" y="247251"/>
                  </a:lnTo>
                  <a:lnTo>
                    <a:pt x="384638" y="247251"/>
                  </a:lnTo>
                  <a:lnTo>
                    <a:pt x="384638" y="245830"/>
                  </a:lnTo>
                  <a:lnTo>
                    <a:pt x="387766" y="245830"/>
                  </a:lnTo>
                  <a:lnTo>
                    <a:pt x="387766" y="244409"/>
                  </a:lnTo>
                  <a:lnTo>
                    <a:pt x="390893" y="244409"/>
                  </a:lnTo>
                  <a:lnTo>
                    <a:pt x="390893" y="242988"/>
                  </a:lnTo>
                  <a:lnTo>
                    <a:pt x="394020" y="242988"/>
                  </a:lnTo>
                  <a:lnTo>
                    <a:pt x="394020" y="241567"/>
                  </a:lnTo>
                  <a:lnTo>
                    <a:pt x="397147" y="241567"/>
                  </a:lnTo>
                  <a:lnTo>
                    <a:pt x="400274" y="241567"/>
                  </a:lnTo>
                  <a:lnTo>
                    <a:pt x="403401" y="241567"/>
                  </a:lnTo>
                  <a:lnTo>
                    <a:pt x="406528" y="241567"/>
                  </a:lnTo>
                  <a:lnTo>
                    <a:pt x="409656" y="241567"/>
                  </a:lnTo>
                  <a:lnTo>
                    <a:pt x="409656" y="240146"/>
                  </a:lnTo>
                  <a:lnTo>
                    <a:pt x="409656" y="238725"/>
                  </a:lnTo>
                  <a:lnTo>
                    <a:pt x="409656" y="237304"/>
                  </a:lnTo>
                  <a:lnTo>
                    <a:pt x="409656" y="235883"/>
                  </a:lnTo>
                  <a:lnTo>
                    <a:pt x="409656" y="234462"/>
                  </a:lnTo>
                  <a:lnTo>
                    <a:pt x="412783" y="234462"/>
                  </a:lnTo>
                  <a:lnTo>
                    <a:pt x="412783" y="233041"/>
                  </a:lnTo>
                  <a:lnTo>
                    <a:pt x="415910" y="233041"/>
                  </a:lnTo>
                  <a:lnTo>
                    <a:pt x="415910" y="231620"/>
                  </a:lnTo>
                  <a:lnTo>
                    <a:pt x="419037" y="231620"/>
                  </a:lnTo>
                  <a:lnTo>
                    <a:pt x="422164" y="231620"/>
                  </a:lnTo>
                  <a:lnTo>
                    <a:pt x="422164" y="230199"/>
                  </a:lnTo>
                  <a:lnTo>
                    <a:pt x="425291" y="230199"/>
                  </a:lnTo>
                  <a:lnTo>
                    <a:pt x="428418" y="230199"/>
                  </a:lnTo>
                  <a:lnTo>
                    <a:pt x="431546" y="230199"/>
                  </a:lnTo>
                  <a:lnTo>
                    <a:pt x="431546" y="228778"/>
                  </a:lnTo>
                  <a:lnTo>
                    <a:pt x="434673" y="228778"/>
                  </a:lnTo>
                  <a:lnTo>
                    <a:pt x="437800" y="228778"/>
                  </a:lnTo>
                  <a:lnTo>
                    <a:pt x="437800" y="227357"/>
                  </a:lnTo>
                  <a:lnTo>
                    <a:pt x="440927" y="227357"/>
                  </a:lnTo>
                  <a:lnTo>
                    <a:pt x="444054" y="227357"/>
                  </a:lnTo>
                  <a:lnTo>
                    <a:pt x="444054" y="225936"/>
                  </a:lnTo>
                  <a:lnTo>
                    <a:pt x="444054" y="224515"/>
                  </a:lnTo>
                  <a:lnTo>
                    <a:pt x="447181" y="224515"/>
                  </a:lnTo>
                  <a:lnTo>
                    <a:pt x="450308" y="224515"/>
                  </a:lnTo>
                  <a:lnTo>
                    <a:pt x="453436" y="224515"/>
                  </a:lnTo>
                  <a:lnTo>
                    <a:pt x="456563" y="224515"/>
                  </a:lnTo>
                  <a:lnTo>
                    <a:pt x="459690" y="224515"/>
                  </a:lnTo>
                  <a:lnTo>
                    <a:pt x="462817" y="224515"/>
                  </a:lnTo>
                  <a:lnTo>
                    <a:pt x="462817" y="223094"/>
                  </a:lnTo>
                  <a:lnTo>
                    <a:pt x="465944" y="223094"/>
                  </a:lnTo>
                  <a:lnTo>
                    <a:pt x="465944" y="221673"/>
                  </a:lnTo>
                  <a:lnTo>
                    <a:pt x="465944" y="220252"/>
                  </a:lnTo>
                  <a:lnTo>
                    <a:pt x="465944" y="218831"/>
                  </a:lnTo>
                  <a:lnTo>
                    <a:pt x="465944" y="217410"/>
                  </a:lnTo>
                  <a:lnTo>
                    <a:pt x="465944" y="215989"/>
                  </a:lnTo>
                  <a:lnTo>
                    <a:pt x="465944" y="214568"/>
                  </a:lnTo>
                  <a:lnTo>
                    <a:pt x="469071" y="214568"/>
                  </a:lnTo>
                  <a:lnTo>
                    <a:pt x="469071" y="213147"/>
                  </a:lnTo>
                  <a:lnTo>
                    <a:pt x="469071" y="211726"/>
                  </a:lnTo>
                  <a:lnTo>
                    <a:pt x="469071" y="210305"/>
                  </a:lnTo>
                  <a:lnTo>
                    <a:pt x="472199" y="210305"/>
                  </a:lnTo>
                  <a:lnTo>
                    <a:pt x="475326" y="210305"/>
                  </a:lnTo>
                  <a:lnTo>
                    <a:pt x="478453" y="210305"/>
                  </a:lnTo>
                  <a:lnTo>
                    <a:pt x="478453" y="208884"/>
                  </a:lnTo>
                  <a:lnTo>
                    <a:pt x="478453" y="207464"/>
                  </a:lnTo>
                  <a:lnTo>
                    <a:pt x="481580" y="207464"/>
                  </a:lnTo>
                  <a:lnTo>
                    <a:pt x="484707" y="207464"/>
                  </a:lnTo>
                  <a:lnTo>
                    <a:pt x="484707" y="206043"/>
                  </a:lnTo>
                  <a:lnTo>
                    <a:pt x="484707" y="204622"/>
                  </a:lnTo>
                  <a:lnTo>
                    <a:pt x="487834" y="204622"/>
                  </a:lnTo>
                  <a:lnTo>
                    <a:pt x="490961" y="204622"/>
                  </a:lnTo>
                  <a:lnTo>
                    <a:pt x="494089" y="204622"/>
                  </a:lnTo>
                  <a:lnTo>
                    <a:pt x="497216" y="204622"/>
                  </a:lnTo>
                  <a:lnTo>
                    <a:pt x="497216" y="203201"/>
                  </a:lnTo>
                  <a:lnTo>
                    <a:pt x="497216" y="201780"/>
                  </a:lnTo>
                  <a:lnTo>
                    <a:pt x="497216" y="200359"/>
                  </a:lnTo>
                  <a:lnTo>
                    <a:pt x="500343" y="200359"/>
                  </a:lnTo>
                  <a:lnTo>
                    <a:pt x="503470" y="200359"/>
                  </a:lnTo>
                  <a:lnTo>
                    <a:pt x="503470" y="198938"/>
                  </a:lnTo>
                  <a:lnTo>
                    <a:pt x="506597" y="198938"/>
                  </a:lnTo>
                  <a:lnTo>
                    <a:pt x="506597" y="197517"/>
                  </a:lnTo>
                  <a:lnTo>
                    <a:pt x="509724" y="197517"/>
                  </a:lnTo>
                  <a:lnTo>
                    <a:pt x="512851" y="197517"/>
                  </a:lnTo>
                  <a:lnTo>
                    <a:pt x="515979" y="197517"/>
                  </a:lnTo>
                  <a:lnTo>
                    <a:pt x="519106" y="197517"/>
                  </a:lnTo>
                  <a:lnTo>
                    <a:pt x="522233" y="197517"/>
                  </a:lnTo>
                  <a:lnTo>
                    <a:pt x="525360" y="197517"/>
                  </a:lnTo>
                  <a:lnTo>
                    <a:pt x="525360" y="196096"/>
                  </a:lnTo>
                  <a:lnTo>
                    <a:pt x="528487" y="196096"/>
                  </a:lnTo>
                  <a:lnTo>
                    <a:pt x="528487" y="194675"/>
                  </a:lnTo>
                  <a:lnTo>
                    <a:pt x="531614" y="194675"/>
                  </a:lnTo>
                  <a:lnTo>
                    <a:pt x="531614" y="193254"/>
                  </a:lnTo>
                  <a:lnTo>
                    <a:pt x="534741" y="193254"/>
                  </a:lnTo>
                  <a:lnTo>
                    <a:pt x="534741" y="191833"/>
                  </a:lnTo>
                  <a:lnTo>
                    <a:pt x="534741" y="190412"/>
                  </a:lnTo>
                  <a:lnTo>
                    <a:pt x="534741" y="188991"/>
                  </a:lnTo>
                  <a:lnTo>
                    <a:pt x="537869" y="188991"/>
                  </a:lnTo>
                  <a:lnTo>
                    <a:pt x="540996" y="188991"/>
                  </a:lnTo>
                  <a:lnTo>
                    <a:pt x="544123" y="188991"/>
                  </a:lnTo>
                  <a:lnTo>
                    <a:pt x="547250" y="188991"/>
                  </a:lnTo>
                  <a:lnTo>
                    <a:pt x="550377" y="188991"/>
                  </a:lnTo>
                  <a:lnTo>
                    <a:pt x="550377" y="187570"/>
                  </a:lnTo>
                  <a:lnTo>
                    <a:pt x="550377" y="186149"/>
                  </a:lnTo>
                  <a:lnTo>
                    <a:pt x="550377" y="184728"/>
                  </a:lnTo>
                  <a:lnTo>
                    <a:pt x="553504" y="184728"/>
                  </a:lnTo>
                  <a:lnTo>
                    <a:pt x="556631" y="184728"/>
                  </a:lnTo>
                  <a:lnTo>
                    <a:pt x="559759" y="184728"/>
                  </a:lnTo>
                  <a:lnTo>
                    <a:pt x="562886" y="184728"/>
                  </a:lnTo>
                  <a:lnTo>
                    <a:pt x="566013" y="184728"/>
                  </a:lnTo>
                  <a:lnTo>
                    <a:pt x="566013" y="183307"/>
                  </a:lnTo>
                  <a:lnTo>
                    <a:pt x="569140" y="183307"/>
                  </a:lnTo>
                  <a:lnTo>
                    <a:pt x="569140" y="181886"/>
                  </a:lnTo>
                  <a:lnTo>
                    <a:pt x="569140" y="180465"/>
                  </a:lnTo>
                  <a:lnTo>
                    <a:pt x="569140" y="179044"/>
                  </a:lnTo>
                  <a:lnTo>
                    <a:pt x="569140" y="177623"/>
                  </a:lnTo>
                  <a:lnTo>
                    <a:pt x="569140" y="176202"/>
                  </a:lnTo>
                  <a:lnTo>
                    <a:pt x="572267" y="176202"/>
                  </a:lnTo>
                  <a:lnTo>
                    <a:pt x="575394" y="176202"/>
                  </a:lnTo>
                  <a:lnTo>
                    <a:pt x="578521" y="176202"/>
                  </a:lnTo>
                  <a:lnTo>
                    <a:pt x="581649" y="176202"/>
                  </a:lnTo>
                  <a:lnTo>
                    <a:pt x="584776" y="176202"/>
                  </a:lnTo>
                  <a:lnTo>
                    <a:pt x="587903" y="176202"/>
                  </a:lnTo>
                  <a:lnTo>
                    <a:pt x="591030" y="176202"/>
                  </a:lnTo>
                  <a:lnTo>
                    <a:pt x="591030" y="174781"/>
                  </a:lnTo>
                  <a:lnTo>
                    <a:pt x="591030" y="173360"/>
                  </a:lnTo>
                  <a:lnTo>
                    <a:pt x="594157" y="173360"/>
                  </a:lnTo>
                  <a:lnTo>
                    <a:pt x="594157" y="171939"/>
                  </a:lnTo>
                  <a:lnTo>
                    <a:pt x="594157" y="170518"/>
                  </a:lnTo>
                  <a:lnTo>
                    <a:pt x="594157" y="169097"/>
                  </a:lnTo>
                  <a:lnTo>
                    <a:pt x="597284" y="169097"/>
                  </a:lnTo>
                  <a:lnTo>
                    <a:pt x="600411" y="169097"/>
                  </a:lnTo>
                  <a:lnTo>
                    <a:pt x="603539" y="169097"/>
                  </a:lnTo>
                  <a:lnTo>
                    <a:pt x="603539" y="167676"/>
                  </a:lnTo>
                  <a:lnTo>
                    <a:pt x="606666" y="167676"/>
                  </a:lnTo>
                  <a:lnTo>
                    <a:pt x="609793" y="167676"/>
                  </a:lnTo>
                  <a:lnTo>
                    <a:pt x="612920" y="167676"/>
                  </a:lnTo>
                  <a:lnTo>
                    <a:pt x="616047" y="167676"/>
                  </a:lnTo>
                  <a:lnTo>
                    <a:pt x="616047" y="166255"/>
                  </a:lnTo>
                  <a:lnTo>
                    <a:pt x="616047" y="164834"/>
                  </a:lnTo>
                  <a:lnTo>
                    <a:pt x="619174" y="164834"/>
                  </a:lnTo>
                  <a:lnTo>
                    <a:pt x="622302" y="164834"/>
                  </a:lnTo>
                  <a:lnTo>
                    <a:pt x="625429" y="164834"/>
                  </a:lnTo>
                  <a:lnTo>
                    <a:pt x="628556" y="164834"/>
                  </a:lnTo>
                  <a:lnTo>
                    <a:pt x="628556" y="163413"/>
                  </a:lnTo>
                  <a:lnTo>
                    <a:pt x="631683" y="163413"/>
                  </a:lnTo>
                  <a:lnTo>
                    <a:pt x="631683" y="161992"/>
                  </a:lnTo>
                  <a:lnTo>
                    <a:pt x="634810" y="161992"/>
                  </a:lnTo>
                  <a:lnTo>
                    <a:pt x="637937" y="161992"/>
                  </a:lnTo>
                  <a:lnTo>
                    <a:pt x="641064" y="161992"/>
                  </a:lnTo>
                  <a:lnTo>
                    <a:pt x="644192" y="161992"/>
                  </a:lnTo>
                  <a:lnTo>
                    <a:pt x="647319" y="161992"/>
                  </a:lnTo>
                  <a:lnTo>
                    <a:pt x="650446" y="161992"/>
                  </a:lnTo>
                  <a:lnTo>
                    <a:pt x="653573" y="161992"/>
                  </a:lnTo>
                  <a:lnTo>
                    <a:pt x="653573" y="160571"/>
                  </a:lnTo>
                  <a:lnTo>
                    <a:pt x="656700" y="160571"/>
                  </a:lnTo>
                  <a:lnTo>
                    <a:pt x="659827" y="160571"/>
                  </a:lnTo>
                  <a:lnTo>
                    <a:pt x="662954" y="160571"/>
                  </a:lnTo>
                  <a:lnTo>
                    <a:pt x="666082" y="160571"/>
                  </a:lnTo>
                  <a:lnTo>
                    <a:pt x="669209" y="160571"/>
                  </a:lnTo>
                  <a:lnTo>
                    <a:pt x="672336" y="160571"/>
                  </a:lnTo>
                  <a:lnTo>
                    <a:pt x="672336" y="159150"/>
                  </a:lnTo>
                  <a:lnTo>
                    <a:pt x="675463" y="159150"/>
                  </a:lnTo>
                  <a:lnTo>
                    <a:pt x="675463" y="157729"/>
                  </a:lnTo>
                  <a:lnTo>
                    <a:pt x="678590" y="157729"/>
                  </a:lnTo>
                  <a:lnTo>
                    <a:pt x="678590" y="156308"/>
                  </a:lnTo>
                  <a:lnTo>
                    <a:pt x="678590" y="154887"/>
                  </a:lnTo>
                  <a:lnTo>
                    <a:pt x="678590" y="153466"/>
                  </a:lnTo>
                  <a:lnTo>
                    <a:pt x="678590" y="152045"/>
                  </a:lnTo>
                  <a:lnTo>
                    <a:pt x="681717" y="152045"/>
                  </a:lnTo>
                  <a:lnTo>
                    <a:pt x="684844" y="152045"/>
                  </a:lnTo>
                  <a:lnTo>
                    <a:pt x="687972" y="152045"/>
                  </a:lnTo>
                  <a:lnTo>
                    <a:pt x="687972" y="150624"/>
                  </a:lnTo>
                  <a:lnTo>
                    <a:pt x="691099" y="150624"/>
                  </a:lnTo>
                  <a:lnTo>
                    <a:pt x="694226" y="150624"/>
                  </a:lnTo>
                  <a:lnTo>
                    <a:pt x="697353" y="150624"/>
                  </a:lnTo>
                  <a:lnTo>
                    <a:pt x="697353" y="149203"/>
                  </a:lnTo>
                  <a:lnTo>
                    <a:pt x="700480" y="149203"/>
                  </a:lnTo>
                  <a:lnTo>
                    <a:pt x="703607" y="149203"/>
                  </a:lnTo>
                  <a:lnTo>
                    <a:pt x="703607" y="147782"/>
                  </a:lnTo>
                  <a:lnTo>
                    <a:pt x="706734" y="147782"/>
                  </a:lnTo>
                  <a:lnTo>
                    <a:pt x="706734" y="146361"/>
                  </a:lnTo>
                  <a:lnTo>
                    <a:pt x="706734" y="144940"/>
                  </a:lnTo>
                  <a:lnTo>
                    <a:pt x="706734" y="143519"/>
                  </a:lnTo>
                  <a:lnTo>
                    <a:pt x="706734" y="142098"/>
                  </a:lnTo>
                  <a:lnTo>
                    <a:pt x="709862" y="142098"/>
                  </a:lnTo>
                  <a:lnTo>
                    <a:pt x="709862" y="140677"/>
                  </a:lnTo>
                  <a:lnTo>
                    <a:pt x="712989" y="140677"/>
                  </a:lnTo>
                  <a:lnTo>
                    <a:pt x="712989" y="139256"/>
                  </a:lnTo>
                  <a:lnTo>
                    <a:pt x="716116" y="139256"/>
                  </a:lnTo>
                  <a:lnTo>
                    <a:pt x="716116" y="137835"/>
                  </a:lnTo>
                  <a:lnTo>
                    <a:pt x="719243" y="137835"/>
                  </a:lnTo>
                  <a:lnTo>
                    <a:pt x="722370" y="137835"/>
                  </a:lnTo>
                  <a:lnTo>
                    <a:pt x="722370" y="136414"/>
                  </a:lnTo>
                  <a:lnTo>
                    <a:pt x="722370" y="134993"/>
                  </a:lnTo>
                  <a:lnTo>
                    <a:pt x="725497" y="134993"/>
                  </a:lnTo>
                  <a:lnTo>
                    <a:pt x="728624" y="134993"/>
                  </a:lnTo>
                  <a:lnTo>
                    <a:pt x="728624" y="133572"/>
                  </a:lnTo>
                  <a:lnTo>
                    <a:pt x="731752" y="133572"/>
                  </a:lnTo>
                  <a:lnTo>
                    <a:pt x="731752" y="132151"/>
                  </a:lnTo>
                  <a:lnTo>
                    <a:pt x="734879" y="132151"/>
                  </a:lnTo>
                  <a:lnTo>
                    <a:pt x="738006" y="132151"/>
                  </a:lnTo>
                  <a:lnTo>
                    <a:pt x="741133" y="132151"/>
                  </a:lnTo>
                  <a:lnTo>
                    <a:pt x="741133" y="130730"/>
                  </a:lnTo>
                  <a:lnTo>
                    <a:pt x="744260" y="130730"/>
                  </a:lnTo>
                  <a:lnTo>
                    <a:pt x="747387" y="130730"/>
                  </a:lnTo>
                  <a:lnTo>
                    <a:pt x="750514" y="130730"/>
                  </a:lnTo>
                  <a:lnTo>
                    <a:pt x="753642" y="130730"/>
                  </a:lnTo>
                  <a:lnTo>
                    <a:pt x="756769" y="130730"/>
                  </a:lnTo>
                  <a:lnTo>
                    <a:pt x="759896" y="130730"/>
                  </a:lnTo>
                  <a:lnTo>
                    <a:pt x="763023" y="130730"/>
                  </a:lnTo>
                  <a:lnTo>
                    <a:pt x="766150" y="130730"/>
                  </a:lnTo>
                  <a:lnTo>
                    <a:pt x="766150" y="129309"/>
                  </a:lnTo>
                  <a:lnTo>
                    <a:pt x="769277" y="129309"/>
                  </a:lnTo>
                  <a:lnTo>
                    <a:pt x="772405" y="129309"/>
                  </a:lnTo>
                  <a:lnTo>
                    <a:pt x="772405" y="127888"/>
                  </a:lnTo>
                  <a:lnTo>
                    <a:pt x="775532" y="127888"/>
                  </a:lnTo>
                  <a:lnTo>
                    <a:pt x="778659" y="127888"/>
                  </a:lnTo>
                  <a:lnTo>
                    <a:pt x="781786" y="127888"/>
                  </a:lnTo>
                  <a:lnTo>
                    <a:pt x="784913" y="127888"/>
                  </a:lnTo>
                  <a:lnTo>
                    <a:pt x="784913" y="126467"/>
                  </a:lnTo>
                  <a:lnTo>
                    <a:pt x="784913" y="125046"/>
                  </a:lnTo>
                  <a:lnTo>
                    <a:pt x="788040" y="125046"/>
                  </a:lnTo>
                  <a:lnTo>
                    <a:pt x="788040" y="123625"/>
                  </a:lnTo>
                  <a:lnTo>
                    <a:pt x="788040" y="122204"/>
                  </a:lnTo>
                  <a:lnTo>
                    <a:pt x="791167" y="122204"/>
                  </a:lnTo>
                  <a:lnTo>
                    <a:pt x="791167" y="120783"/>
                  </a:lnTo>
                  <a:lnTo>
                    <a:pt x="791167" y="119362"/>
                  </a:lnTo>
                  <a:lnTo>
                    <a:pt x="791167" y="117941"/>
                  </a:lnTo>
                  <a:lnTo>
                    <a:pt x="794295" y="117941"/>
                  </a:lnTo>
                  <a:lnTo>
                    <a:pt x="797422" y="117941"/>
                  </a:lnTo>
                  <a:lnTo>
                    <a:pt x="800549" y="117941"/>
                  </a:lnTo>
                  <a:lnTo>
                    <a:pt x="803676" y="117941"/>
                  </a:lnTo>
                  <a:lnTo>
                    <a:pt x="803676" y="116520"/>
                  </a:lnTo>
                  <a:lnTo>
                    <a:pt x="806803" y="116520"/>
                  </a:lnTo>
                  <a:lnTo>
                    <a:pt x="806803" y="115099"/>
                  </a:lnTo>
                  <a:lnTo>
                    <a:pt x="809930" y="115099"/>
                  </a:lnTo>
                  <a:lnTo>
                    <a:pt x="809930" y="113678"/>
                  </a:lnTo>
                  <a:lnTo>
                    <a:pt x="813057" y="113678"/>
                  </a:lnTo>
                  <a:lnTo>
                    <a:pt x="816185" y="113678"/>
                  </a:lnTo>
                  <a:lnTo>
                    <a:pt x="816185" y="112257"/>
                  </a:lnTo>
                  <a:lnTo>
                    <a:pt x="819312" y="112257"/>
                  </a:lnTo>
                  <a:lnTo>
                    <a:pt x="822439" y="112257"/>
                  </a:lnTo>
                  <a:lnTo>
                    <a:pt x="825566" y="112257"/>
                  </a:lnTo>
                  <a:lnTo>
                    <a:pt x="828693" y="112257"/>
                  </a:lnTo>
                  <a:lnTo>
                    <a:pt x="831820" y="112257"/>
                  </a:lnTo>
                  <a:lnTo>
                    <a:pt x="834947" y="112257"/>
                  </a:lnTo>
                  <a:lnTo>
                    <a:pt x="838075" y="112257"/>
                  </a:lnTo>
                  <a:lnTo>
                    <a:pt x="841202" y="112257"/>
                  </a:lnTo>
                  <a:lnTo>
                    <a:pt x="844329" y="112257"/>
                  </a:lnTo>
                  <a:lnTo>
                    <a:pt x="844329" y="110836"/>
                  </a:lnTo>
                  <a:lnTo>
                    <a:pt x="847456" y="110836"/>
                  </a:lnTo>
                  <a:lnTo>
                    <a:pt x="850583" y="110836"/>
                  </a:lnTo>
                  <a:lnTo>
                    <a:pt x="850583" y="109415"/>
                  </a:lnTo>
                  <a:lnTo>
                    <a:pt x="853710" y="109415"/>
                  </a:lnTo>
                  <a:lnTo>
                    <a:pt x="856837" y="109415"/>
                  </a:lnTo>
                  <a:lnTo>
                    <a:pt x="859965" y="109415"/>
                  </a:lnTo>
                  <a:lnTo>
                    <a:pt x="863092" y="109415"/>
                  </a:lnTo>
                  <a:lnTo>
                    <a:pt x="866219" y="109415"/>
                  </a:lnTo>
                  <a:lnTo>
                    <a:pt x="866219" y="107994"/>
                  </a:lnTo>
                  <a:lnTo>
                    <a:pt x="866219" y="106573"/>
                  </a:lnTo>
                  <a:lnTo>
                    <a:pt x="869346" y="106573"/>
                  </a:lnTo>
                  <a:lnTo>
                    <a:pt x="872473" y="106573"/>
                  </a:lnTo>
                  <a:lnTo>
                    <a:pt x="872473" y="105152"/>
                  </a:lnTo>
                  <a:lnTo>
                    <a:pt x="875600" y="105152"/>
                  </a:lnTo>
                  <a:lnTo>
                    <a:pt x="878727" y="105152"/>
                  </a:lnTo>
                  <a:lnTo>
                    <a:pt x="881855" y="105152"/>
                  </a:lnTo>
                  <a:lnTo>
                    <a:pt x="884982" y="105152"/>
                  </a:lnTo>
                  <a:lnTo>
                    <a:pt x="888109" y="105152"/>
                  </a:lnTo>
                  <a:lnTo>
                    <a:pt x="891236" y="105152"/>
                  </a:lnTo>
                  <a:lnTo>
                    <a:pt x="894363" y="105152"/>
                  </a:lnTo>
                  <a:lnTo>
                    <a:pt x="897490" y="105152"/>
                  </a:lnTo>
                  <a:lnTo>
                    <a:pt x="900617" y="105152"/>
                  </a:lnTo>
                  <a:lnTo>
                    <a:pt x="903745" y="105152"/>
                  </a:lnTo>
                  <a:lnTo>
                    <a:pt x="903745" y="103732"/>
                  </a:lnTo>
                  <a:lnTo>
                    <a:pt x="906872" y="103732"/>
                  </a:lnTo>
                  <a:lnTo>
                    <a:pt x="909999" y="103732"/>
                  </a:lnTo>
                  <a:lnTo>
                    <a:pt x="913126" y="103732"/>
                  </a:lnTo>
                  <a:lnTo>
                    <a:pt x="916253" y="103732"/>
                  </a:lnTo>
                  <a:lnTo>
                    <a:pt x="919380" y="103732"/>
                  </a:lnTo>
                  <a:lnTo>
                    <a:pt x="922508" y="103732"/>
                  </a:lnTo>
                  <a:lnTo>
                    <a:pt x="925635" y="103732"/>
                  </a:lnTo>
                  <a:lnTo>
                    <a:pt x="928762" y="103732"/>
                  </a:lnTo>
                  <a:lnTo>
                    <a:pt x="931889" y="103732"/>
                  </a:lnTo>
                  <a:lnTo>
                    <a:pt x="935016" y="103732"/>
                  </a:lnTo>
                  <a:lnTo>
                    <a:pt x="938143" y="103732"/>
                  </a:lnTo>
                  <a:lnTo>
                    <a:pt x="938143" y="102311"/>
                  </a:lnTo>
                  <a:lnTo>
                    <a:pt x="941270" y="102311"/>
                  </a:lnTo>
                  <a:lnTo>
                    <a:pt x="944398" y="102311"/>
                  </a:lnTo>
                  <a:lnTo>
                    <a:pt x="947525" y="102311"/>
                  </a:lnTo>
                  <a:lnTo>
                    <a:pt x="947525" y="100890"/>
                  </a:lnTo>
                  <a:lnTo>
                    <a:pt x="950652" y="100890"/>
                  </a:lnTo>
                  <a:lnTo>
                    <a:pt x="953779" y="100890"/>
                  </a:lnTo>
                  <a:lnTo>
                    <a:pt x="956906" y="100890"/>
                  </a:lnTo>
                  <a:lnTo>
                    <a:pt x="960033" y="100890"/>
                  </a:lnTo>
                  <a:lnTo>
                    <a:pt x="963160" y="100890"/>
                  </a:lnTo>
                  <a:lnTo>
                    <a:pt x="966288" y="100890"/>
                  </a:lnTo>
                  <a:lnTo>
                    <a:pt x="969415" y="100890"/>
                  </a:lnTo>
                  <a:lnTo>
                    <a:pt x="972542" y="100890"/>
                  </a:lnTo>
                  <a:lnTo>
                    <a:pt x="975669" y="100890"/>
                  </a:lnTo>
                  <a:lnTo>
                    <a:pt x="978796" y="100890"/>
                  </a:lnTo>
                  <a:lnTo>
                    <a:pt x="981923" y="100890"/>
                  </a:lnTo>
                  <a:lnTo>
                    <a:pt x="985050" y="100890"/>
                  </a:lnTo>
                  <a:lnTo>
                    <a:pt x="988178" y="100890"/>
                  </a:lnTo>
                  <a:lnTo>
                    <a:pt x="991305" y="100890"/>
                  </a:lnTo>
                  <a:lnTo>
                    <a:pt x="994432" y="100890"/>
                  </a:lnTo>
                  <a:lnTo>
                    <a:pt x="997559" y="100890"/>
                  </a:lnTo>
                  <a:lnTo>
                    <a:pt x="997559" y="99469"/>
                  </a:lnTo>
                  <a:lnTo>
                    <a:pt x="1000686" y="99469"/>
                  </a:lnTo>
                  <a:lnTo>
                    <a:pt x="1003813" y="99469"/>
                  </a:lnTo>
                  <a:lnTo>
                    <a:pt x="1003813" y="98048"/>
                  </a:lnTo>
                  <a:lnTo>
                    <a:pt x="1003813" y="96627"/>
                  </a:lnTo>
                  <a:lnTo>
                    <a:pt x="1006940" y="96627"/>
                  </a:lnTo>
                  <a:lnTo>
                    <a:pt x="1010068" y="96627"/>
                  </a:lnTo>
                  <a:lnTo>
                    <a:pt x="1013195" y="96627"/>
                  </a:lnTo>
                  <a:lnTo>
                    <a:pt x="1016322" y="96627"/>
                  </a:lnTo>
                  <a:lnTo>
                    <a:pt x="1016322" y="95206"/>
                  </a:lnTo>
                  <a:lnTo>
                    <a:pt x="1019449" y="95206"/>
                  </a:lnTo>
                  <a:lnTo>
                    <a:pt x="1019449" y="93785"/>
                  </a:lnTo>
                  <a:lnTo>
                    <a:pt x="1022576" y="93785"/>
                  </a:lnTo>
                  <a:lnTo>
                    <a:pt x="1025703" y="93785"/>
                  </a:lnTo>
                  <a:lnTo>
                    <a:pt x="1028830" y="93785"/>
                  </a:lnTo>
                  <a:lnTo>
                    <a:pt x="1031958" y="93785"/>
                  </a:lnTo>
                  <a:lnTo>
                    <a:pt x="1035085" y="93785"/>
                  </a:lnTo>
                  <a:lnTo>
                    <a:pt x="1038212" y="93785"/>
                  </a:lnTo>
                  <a:lnTo>
                    <a:pt x="1041339" y="93785"/>
                  </a:lnTo>
                  <a:lnTo>
                    <a:pt x="1044466" y="93785"/>
                  </a:lnTo>
                  <a:lnTo>
                    <a:pt x="1047593" y="93785"/>
                  </a:lnTo>
                  <a:lnTo>
                    <a:pt x="1050720" y="93785"/>
                  </a:lnTo>
                  <a:lnTo>
                    <a:pt x="1053848" y="93785"/>
                  </a:lnTo>
                  <a:lnTo>
                    <a:pt x="1053848" y="92364"/>
                  </a:lnTo>
                  <a:lnTo>
                    <a:pt x="1056975" y="92364"/>
                  </a:lnTo>
                  <a:lnTo>
                    <a:pt x="1060102" y="92364"/>
                  </a:lnTo>
                  <a:lnTo>
                    <a:pt x="1063229" y="92364"/>
                  </a:lnTo>
                  <a:lnTo>
                    <a:pt x="1066356" y="92364"/>
                  </a:lnTo>
                  <a:lnTo>
                    <a:pt x="1069483" y="92364"/>
                  </a:lnTo>
                  <a:lnTo>
                    <a:pt x="1072611" y="92364"/>
                  </a:lnTo>
                  <a:lnTo>
                    <a:pt x="1075738" y="92364"/>
                  </a:lnTo>
                  <a:lnTo>
                    <a:pt x="1078865" y="92364"/>
                  </a:lnTo>
                  <a:lnTo>
                    <a:pt x="1081992" y="92364"/>
                  </a:lnTo>
                  <a:lnTo>
                    <a:pt x="1085119" y="92364"/>
                  </a:lnTo>
                  <a:lnTo>
                    <a:pt x="1088246" y="92364"/>
                  </a:lnTo>
                  <a:lnTo>
                    <a:pt x="1091373" y="92364"/>
                  </a:lnTo>
                  <a:lnTo>
                    <a:pt x="1094501" y="92364"/>
                  </a:lnTo>
                  <a:lnTo>
                    <a:pt x="1097628" y="92364"/>
                  </a:lnTo>
                  <a:lnTo>
                    <a:pt x="1100755" y="92364"/>
                  </a:lnTo>
                  <a:lnTo>
                    <a:pt x="1103882" y="92364"/>
                  </a:lnTo>
                  <a:lnTo>
                    <a:pt x="1107009" y="92364"/>
                  </a:lnTo>
                  <a:lnTo>
                    <a:pt x="1110136" y="92364"/>
                  </a:lnTo>
                  <a:lnTo>
                    <a:pt x="1113263" y="92364"/>
                  </a:lnTo>
                  <a:lnTo>
                    <a:pt x="1116391" y="92364"/>
                  </a:lnTo>
                  <a:lnTo>
                    <a:pt x="1119518" y="92364"/>
                  </a:lnTo>
                  <a:lnTo>
                    <a:pt x="1122645" y="92364"/>
                  </a:lnTo>
                  <a:lnTo>
                    <a:pt x="1125772" y="92364"/>
                  </a:lnTo>
                  <a:lnTo>
                    <a:pt x="1128899" y="92364"/>
                  </a:lnTo>
                  <a:lnTo>
                    <a:pt x="1128899" y="90943"/>
                  </a:lnTo>
                  <a:lnTo>
                    <a:pt x="1132026" y="90943"/>
                  </a:lnTo>
                  <a:lnTo>
                    <a:pt x="1135153" y="90943"/>
                  </a:lnTo>
                  <a:lnTo>
                    <a:pt x="1138281" y="90943"/>
                  </a:lnTo>
                  <a:lnTo>
                    <a:pt x="1141408" y="90943"/>
                  </a:lnTo>
                  <a:lnTo>
                    <a:pt x="1144535" y="90943"/>
                  </a:lnTo>
                  <a:lnTo>
                    <a:pt x="1144535" y="89522"/>
                  </a:lnTo>
                  <a:lnTo>
                    <a:pt x="1144535" y="88101"/>
                  </a:lnTo>
                  <a:lnTo>
                    <a:pt x="1144535" y="86680"/>
                  </a:lnTo>
                  <a:lnTo>
                    <a:pt x="1147662" y="86680"/>
                  </a:lnTo>
                  <a:lnTo>
                    <a:pt x="1147662" y="85259"/>
                  </a:lnTo>
                  <a:lnTo>
                    <a:pt x="1150789" y="85259"/>
                  </a:lnTo>
                  <a:lnTo>
                    <a:pt x="1153916" y="85259"/>
                  </a:lnTo>
                  <a:lnTo>
                    <a:pt x="1157043" y="85259"/>
                  </a:lnTo>
                  <a:lnTo>
                    <a:pt x="1160171" y="85259"/>
                  </a:lnTo>
                  <a:lnTo>
                    <a:pt x="1163298" y="85259"/>
                  </a:lnTo>
                  <a:lnTo>
                    <a:pt x="1166425" y="85259"/>
                  </a:lnTo>
                  <a:lnTo>
                    <a:pt x="1169552" y="85259"/>
                  </a:lnTo>
                  <a:lnTo>
                    <a:pt x="1172679" y="85259"/>
                  </a:lnTo>
                  <a:lnTo>
                    <a:pt x="1172679" y="83838"/>
                  </a:lnTo>
                  <a:lnTo>
                    <a:pt x="1172679" y="82417"/>
                  </a:lnTo>
                  <a:lnTo>
                    <a:pt x="1175806" y="82417"/>
                  </a:lnTo>
                  <a:lnTo>
                    <a:pt x="1175806" y="80996"/>
                  </a:lnTo>
                  <a:lnTo>
                    <a:pt x="1178933" y="80996"/>
                  </a:lnTo>
                  <a:lnTo>
                    <a:pt x="1182061" y="80996"/>
                  </a:lnTo>
                  <a:lnTo>
                    <a:pt x="1185188" y="80996"/>
                  </a:lnTo>
                  <a:lnTo>
                    <a:pt x="1188315" y="80996"/>
                  </a:lnTo>
                  <a:lnTo>
                    <a:pt x="1191442" y="80996"/>
                  </a:lnTo>
                  <a:lnTo>
                    <a:pt x="1191442" y="79575"/>
                  </a:lnTo>
                  <a:lnTo>
                    <a:pt x="1194569" y="79575"/>
                  </a:lnTo>
                  <a:lnTo>
                    <a:pt x="1197696" y="79575"/>
                  </a:lnTo>
                  <a:lnTo>
                    <a:pt x="1200823" y="79575"/>
                  </a:lnTo>
                  <a:lnTo>
                    <a:pt x="1200823" y="78154"/>
                  </a:lnTo>
                  <a:lnTo>
                    <a:pt x="1203951" y="78154"/>
                  </a:lnTo>
                  <a:lnTo>
                    <a:pt x="1207078" y="78154"/>
                  </a:lnTo>
                  <a:lnTo>
                    <a:pt x="1210205" y="78154"/>
                  </a:lnTo>
                  <a:lnTo>
                    <a:pt x="1210205" y="76733"/>
                  </a:lnTo>
                  <a:lnTo>
                    <a:pt x="1213332" y="76733"/>
                  </a:lnTo>
                  <a:lnTo>
                    <a:pt x="1213332" y="75312"/>
                  </a:lnTo>
                  <a:lnTo>
                    <a:pt x="1213332" y="73891"/>
                  </a:lnTo>
                  <a:lnTo>
                    <a:pt x="1216459" y="73891"/>
                  </a:lnTo>
                  <a:lnTo>
                    <a:pt x="1219586" y="73891"/>
                  </a:lnTo>
                  <a:lnTo>
                    <a:pt x="1222714" y="73891"/>
                  </a:lnTo>
                  <a:lnTo>
                    <a:pt x="1225841" y="73891"/>
                  </a:lnTo>
                  <a:lnTo>
                    <a:pt x="1228968" y="73891"/>
                  </a:lnTo>
                  <a:lnTo>
                    <a:pt x="1232095" y="73891"/>
                  </a:lnTo>
                  <a:lnTo>
                    <a:pt x="1235222" y="73891"/>
                  </a:lnTo>
                  <a:lnTo>
                    <a:pt x="1238349" y="73891"/>
                  </a:lnTo>
                  <a:lnTo>
                    <a:pt x="1241476" y="73891"/>
                  </a:lnTo>
                  <a:lnTo>
                    <a:pt x="1241476" y="72470"/>
                  </a:lnTo>
                  <a:lnTo>
                    <a:pt x="1244604" y="72470"/>
                  </a:lnTo>
                  <a:lnTo>
                    <a:pt x="1247731" y="72470"/>
                  </a:lnTo>
                  <a:lnTo>
                    <a:pt x="1250858" y="72470"/>
                  </a:lnTo>
                  <a:lnTo>
                    <a:pt x="1253985" y="72470"/>
                  </a:lnTo>
                  <a:lnTo>
                    <a:pt x="1257112" y="72470"/>
                  </a:lnTo>
                  <a:lnTo>
                    <a:pt x="1260239" y="72470"/>
                  </a:lnTo>
                  <a:lnTo>
                    <a:pt x="1260239" y="71049"/>
                  </a:lnTo>
                  <a:lnTo>
                    <a:pt x="1260239" y="69628"/>
                  </a:lnTo>
                  <a:lnTo>
                    <a:pt x="1263366" y="69628"/>
                  </a:lnTo>
                  <a:lnTo>
                    <a:pt x="1266494" y="69628"/>
                  </a:lnTo>
                  <a:lnTo>
                    <a:pt x="1269621" y="69628"/>
                  </a:lnTo>
                  <a:lnTo>
                    <a:pt x="1272748" y="69628"/>
                  </a:lnTo>
                  <a:lnTo>
                    <a:pt x="1275875" y="69628"/>
                  </a:lnTo>
                  <a:lnTo>
                    <a:pt x="1279002" y="69628"/>
                  </a:lnTo>
                  <a:lnTo>
                    <a:pt x="1282129" y="69628"/>
                  </a:lnTo>
                  <a:lnTo>
                    <a:pt x="1285256" y="69628"/>
                  </a:lnTo>
                  <a:lnTo>
                    <a:pt x="1285256" y="68207"/>
                  </a:lnTo>
                  <a:lnTo>
                    <a:pt x="1288384" y="68207"/>
                  </a:lnTo>
                  <a:lnTo>
                    <a:pt x="1291511" y="68207"/>
                  </a:lnTo>
                  <a:lnTo>
                    <a:pt x="1294638" y="68207"/>
                  </a:lnTo>
                  <a:lnTo>
                    <a:pt x="1297765" y="68207"/>
                  </a:lnTo>
                  <a:lnTo>
                    <a:pt x="1297765" y="66786"/>
                  </a:lnTo>
                  <a:lnTo>
                    <a:pt x="1300892" y="66786"/>
                  </a:lnTo>
                  <a:lnTo>
                    <a:pt x="1304019" y="66786"/>
                  </a:lnTo>
                  <a:lnTo>
                    <a:pt x="1307146" y="66786"/>
                  </a:lnTo>
                  <a:lnTo>
                    <a:pt x="1310274" y="66786"/>
                  </a:lnTo>
                  <a:lnTo>
                    <a:pt x="1313401" y="66786"/>
                  </a:lnTo>
                  <a:lnTo>
                    <a:pt x="1316528" y="66786"/>
                  </a:lnTo>
                  <a:lnTo>
                    <a:pt x="1319655" y="66786"/>
                  </a:lnTo>
                  <a:lnTo>
                    <a:pt x="1322782" y="66786"/>
                  </a:lnTo>
                  <a:lnTo>
                    <a:pt x="1325909" y="66786"/>
                  </a:lnTo>
                  <a:lnTo>
                    <a:pt x="1329036" y="66786"/>
                  </a:lnTo>
                  <a:lnTo>
                    <a:pt x="1332164" y="66786"/>
                  </a:lnTo>
                  <a:lnTo>
                    <a:pt x="1335291" y="66786"/>
                  </a:lnTo>
                  <a:lnTo>
                    <a:pt x="1338418" y="66786"/>
                  </a:lnTo>
                  <a:lnTo>
                    <a:pt x="1341545" y="66786"/>
                  </a:lnTo>
                  <a:lnTo>
                    <a:pt x="1344672" y="66786"/>
                  </a:lnTo>
                  <a:lnTo>
                    <a:pt x="1347799" y="66786"/>
                  </a:lnTo>
                  <a:lnTo>
                    <a:pt x="1350926" y="66786"/>
                  </a:lnTo>
                  <a:lnTo>
                    <a:pt x="1354054" y="66786"/>
                  </a:lnTo>
                  <a:lnTo>
                    <a:pt x="1357181" y="66786"/>
                  </a:lnTo>
                  <a:lnTo>
                    <a:pt x="1360308" y="66786"/>
                  </a:lnTo>
                  <a:lnTo>
                    <a:pt x="1363435" y="66786"/>
                  </a:lnTo>
                  <a:lnTo>
                    <a:pt x="1366562" y="66786"/>
                  </a:lnTo>
                  <a:lnTo>
                    <a:pt x="1369689" y="66786"/>
                  </a:lnTo>
                  <a:lnTo>
                    <a:pt x="1369689" y="65365"/>
                  </a:lnTo>
                  <a:lnTo>
                    <a:pt x="1372817" y="65365"/>
                  </a:lnTo>
                  <a:lnTo>
                    <a:pt x="1375944" y="65365"/>
                  </a:lnTo>
                  <a:lnTo>
                    <a:pt x="1379071" y="65365"/>
                  </a:lnTo>
                  <a:lnTo>
                    <a:pt x="1382198" y="65365"/>
                  </a:lnTo>
                  <a:lnTo>
                    <a:pt x="1385325" y="65365"/>
                  </a:lnTo>
                  <a:lnTo>
                    <a:pt x="1388452" y="65365"/>
                  </a:lnTo>
                  <a:lnTo>
                    <a:pt x="1391579" y="65365"/>
                  </a:lnTo>
                  <a:lnTo>
                    <a:pt x="1394707" y="65365"/>
                  </a:lnTo>
                  <a:lnTo>
                    <a:pt x="1397834" y="65365"/>
                  </a:lnTo>
                  <a:lnTo>
                    <a:pt x="1400961" y="65365"/>
                  </a:lnTo>
                  <a:lnTo>
                    <a:pt x="1404088" y="65365"/>
                  </a:lnTo>
                  <a:lnTo>
                    <a:pt x="1407215" y="65365"/>
                  </a:lnTo>
                  <a:lnTo>
                    <a:pt x="1410342" y="65365"/>
                  </a:lnTo>
                  <a:lnTo>
                    <a:pt x="1410342" y="63944"/>
                  </a:lnTo>
                  <a:lnTo>
                    <a:pt x="1413469" y="63944"/>
                  </a:lnTo>
                  <a:lnTo>
                    <a:pt x="1413469" y="62523"/>
                  </a:lnTo>
                  <a:lnTo>
                    <a:pt x="1416597" y="62523"/>
                  </a:lnTo>
                  <a:lnTo>
                    <a:pt x="1419724" y="62523"/>
                  </a:lnTo>
                  <a:lnTo>
                    <a:pt x="1422851" y="62523"/>
                  </a:lnTo>
                  <a:lnTo>
                    <a:pt x="1425978" y="62523"/>
                  </a:lnTo>
                  <a:lnTo>
                    <a:pt x="1429105" y="62523"/>
                  </a:lnTo>
                  <a:lnTo>
                    <a:pt x="1429105" y="61102"/>
                  </a:lnTo>
                  <a:lnTo>
                    <a:pt x="1432232" y="61102"/>
                  </a:lnTo>
                  <a:lnTo>
                    <a:pt x="1435359" y="61102"/>
                  </a:lnTo>
                  <a:lnTo>
                    <a:pt x="1438487" y="61102"/>
                  </a:lnTo>
                  <a:lnTo>
                    <a:pt x="1441614" y="61102"/>
                  </a:lnTo>
                  <a:lnTo>
                    <a:pt x="1444741" y="61102"/>
                  </a:lnTo>
                  <a:lnTo>
                    <a:pt x="1447868" y="61102"/>
                  </a:lnTo>
                  <a:lnTo>
                    <a:pt x="1447868" y="59681"/>
                  </a:lnTo>
                  <a:lnTo>
                    <a:pt x="1450995" y="59681"/>
                  </a:lnTo>
                  <a:lnTo>
                    <a:pt x="1454122" y="59681"/>
                  </a:lnTo>
                  <a:lnTo>
                    <a:pt x="1457249" y="59681"/>
                  </a:lnTo>
                  <a:lnTo>
                    <a:pt x="1460377" y="59681"/>
                  </a:lnTo>
                  <a:lnTo>
                    <a:pt x="1463504" y="59681"/>
                  </a:lnTo>
                  <a:lnTo>
                    <a:pt x="1466631" y="59681"/>
                  </a:lnTo>
                  <a:lnTo>
                    <a:pt x="1469758" y="59681"/>
                  </a:lnTo>
                  <a:lnTo>
                    <a:pt x="1472885" y="59681"/>
                  </a:lnTo>
                  <a:lnTo>
                    <a:pt x="1476012" y="59681"/>
                  </a:lnTo>
                  <a:lnTo>
                    <a:pt x="1479139" y="59681"/>
                  </a:lnTo>
                  <a:lnTo>
                    <a:pt x="1482267" y="59681"/>
                  </a:lnTo>
                  <a:lnTo>
                    <a:pt x="1482267" y="58260"/>
                  </a:lnTo>
                  <a:lnTo>
                    <a:pt x="1485394" y="58260"/>
                  </a:lnTo>
                  <a:lnTo>
                    <a:pt x="1488521" y="58260"/>
                  </a:lnTo>
                  <a:lnTo>
                    <a:pt x="1491648" y="58260"/>
                  </a:lnTo>
                  <a:lnTo>
                    <a:pt x="1494775" y="58260"/>
                  </a:lnTo>
                  <a:lnTo>
                    <a:pt x="1497902" y="58260"/>
                  </a:lnTo>
                  <a:lnTo>
                    <a:pt x="1501029" y="58260"/>
                  </a:lnTo>
                  <a:lnTo>
                    <a:pt x="1504157" y="58260"/>
                  </a:lnTo>
                  <a:lnTo>
                    <a:pt x="1504157" y="56839"/>
                  </a:lnTo>
                  <a:lnTo>
                    <a:pt x="1507284" y="56839"/>
                  </a:lnTo>
                  <a:lnTo>
                    <a:pt x="1510411" y="56839"/>
                  </a:lnTo>
                  <a:lnTo>
                    <a:pt x="1513538" y="56839"/>
                  </a:lnTo>
                  <a:lnTo>
                    <a:pt x="1516665" y="56839"/>
                  </a:lnTo>
                  <a:lnTo>
                    <a:pt x="1516665" y="55418"/>
                  </a:lnTo>
                  <a:lnTo>
                    <a:pt x="1519792" y="55418"/>
                  </a:lnTo>
                  <a:lnTo>
                    <a:pt x="1522920" y="55418"/>
                  </a:lnTo>
                  <a:lnTo>
                    <a:pt x="1526047" y="55418"/>
                  </a:lnTo>
                  <a:lnTo>
                    <a:pt x="1529174" y="55418"/>
                  </a:lnTo>
                  <a:lnTo>
                    <a:pt x="1532301" y="55418"/>
                  </a:lnTo>
                  <a:lnTo>
                    <a:pt x="1535428" y="55418"/>
                  </a:lnTo>
                  <a:lnTo>
                    <a:pt x="1535428" y="53997"/>
                  </a:lnTo>
                  <a:lnTo>
                    <a:pt x="1538555" y="53997"/>
                  </a:lnTo>
                  <a:lnTo>
                    <a:pt x="1538555" y="52576"/>
                  </a:lnTo>
                  <a:lnTo>
                    <a:pt x="1541682" y="52576"/>
                  </a:lnTo>
                  <a:lnTo>
                    <a:pt x="1544810" y="52576"/>
                  </a:lnTo>
                  <a:lnTo>
                    <a:pt x="1547937" y="52576"/>
                  </a:lnTo>
                  <a:lnTo>
                    <a:pt x="1551064" y="52576"/>
                  </a:lnTo>
                  <a:lnTo>
                    <a:pt x="1554191" y="52576"/>
                  </a:lnTo>
                  <a:lnTo>
                    <a:pt x="1557318" y="52576"/>
                  </a:lnTo>
                  <a:lnTo>
                    <a:pt x="1560445" y="52576"/>
                  </a:lnTo>
                  <a:lnTo>
                    <a:pt x="1563572" y="52576"/>
                  </a:lnTo>
                  <a:lnTo>
                    <a:pt x="1566700" y="52576"/>
                  </a:lnTo>
                  <a:lnTo>
                    <a:pt x="1566700" y="51155"/>
                  </a:lnTo>
                  <a:lnTo>
                    <a:pt x="1569827" y="51155"/>
                  </a:lnTo>
                  <a:lnTo>
                    <a:pt x="1572954" y="51155"/>
                  </a:lnTo>
                  <a:lnTo>
                    <a:pt x="1576081" y="51155"/>
                  </a:lnTo>
                  <a:lnTo>
                    <a:pt x="1576081" y="49734"/>
                  </a:lnTo>
                  <a:lnTo>
                    <a:pt x="1579208" y="49734"/>
                  </a:lnTo>
                  <a:lnTo>
                    <a:pt x="1582335" y="49734"/>
                  </a:lnTo>
                  <a:lnTo>
                    <a:pt x="1585462" y="49734"/>
                  </a:lnTo>
                  <a:lnTo>
                    <a:pt x="1588590" y="49734"/>
                  </a:lnTo>
                  <a:lnTo>
                    <a:pt x="1591717" y="49734"/>
                  </a:lnTo>
                  <a:lnTo>
                    <a:pt x="1594844" y="49734"/>
                  </a:lnTo>
                  <a:lnTo>
                    <a:pt x="1597971" y="49734"/>
                  </a:lnTo>
                  <a:lnTo>
                    <a:pt x="1601098" y="49734"/>
                  </a:lnTo>
                  <a:lnTo>
                    <a:pt x="1604225" y="49734"/>
                  </a:lnTo>
                  <a:lnTo>
                    <a:pt x="1607352" y="49734"/>
                  </a:lnTo>
                  <a:lnTo>
                    <a:pt x="1610480" y="49734"/>
                  </a:lnTo>
                  <a:lnTo>
                    <a:pt x="1613607" y="49734"/>
                  </a:lnTo>
                  <a:lnTo>
                    <a:pt x="1616734" y="49734"/>
                  </a:lnTo>
                  <a:lnTo>
                    <a:pt x="1619861" y="49734"/>
                  </a:lnTo>
                  <a:lnTo>
                    <a:pt x="1622988" y="49734"/>
                  </a:lnTo>
                  <a:lnTo>
                    <a:pt x="1626115" y="49734"/>
                  </a:lnTo>
                  <a:lnTo>
                    <a:pt x="1629242" y="49734"/>
                  </a:lnTo>
                  <a:lnTo>
                    <a:pt x="1632370" y="49734"/>
                  </a:lnTo>
                  <a:lnTo>
                    <a:pt x="1635497" y="49734"/>
                  </a:lnTo>
                  <a:lnTo>
                    <a:pt x="1638624" y="49734"/>
                  </a:lnTo>
                  <a:lnTo>
                    <a:pt x="1641751" y="49734"/>
                  </a:lnTo>
                  <a:lnTo>
                    <a:pt x="1644878" y="49734"/>
                  </a:lnTo>
                  <a:lnTo>
                    <a:pt x="1648005" y="49734"/>
                  </a:lnTo>
                  <a:lnTo>
                    <a:pt x="1648005" y="48313"/>
                  </a:lnTo>
                  <a:lnTo>
                    <a:pt x="1651132" y="48313"/>
                  </a:lnTo>
                  <a:lnTo>
                    <a:pt x="1654260" y="48313"/>
                  </a:lnTo>
                  <a:lnTo>
                    <a:pt x="1654260" y="46892"/>
                  </a:lnTo>
                  <a:lnTo>
                    <a:pt x="1657387" y="46892"/>
                  </a:lnTo>
                  <a:lnTo>
                    <a:pt x="1660514" y="46892"/>
                  </a:lnTo>
                  <a:lnTo>
                    <a:pt x="1663641" y="46892"/>
                  </a:lnTo>
                  <a:lnTo>
                    <a:pt x="1666768" y="46892"/>
                  </a:lnTo>
                  <a:lnTo>
                    <a:pt x="1669895" y="46892"/>
                  </a:lnTo>
                  <a:lnTo>
                    <a:pt x="1673023" y="46892"/>
                  </a:lnTo>
                  <a:lnTo>
                    <a:pt x="1676150" y="46892"/>
                  </a:lnTo>
                  <a:lnTo>
                    <a:pt x="1679277" y="46892"/>
                  </a:lnTo>
                  <a:lnTo>
                    <a:pt x="1682404" y="46892"/>
                  </a:lnTo>
                  <a:lnTo>
                    <a:pt x="1685531" y="46892"/>
                  </a:lnTo>
                  <a:lnTo>
                    <a:pt x="1688658" y="46892"/>
                  </a:lnTo>
                  <a:lnTo>
                    <a:pt x="1691785" y="46892"/>
                  </a:lnTo>
                  <a:lnTo>
                    <a:pt x="1694913" y="46892"/>
                  </a:lnTo>
                  <a:lnTo>
                    <a:pt x="1698040" y="46892"/>
                  </a:lnTo>
                  <a:lnTo>
                    <a:pt x="1701167" y="46892"/>
                  </a:lnTo>
                  <a:lnTo>
                    <a:pt x="1704294" y="46892"/>
                  </a:lnTo>
                  <a:lnTo>
                    <a:pt x="1707421" y="46892"/>
                  </a:lnTo>
                  <a:lnTo>
                    <a:pt x="1710548" y="46892"/>
                  </a:lnTo>
                  <a:lnTo>
                    <a:pt x="1713675" y="46892"/>
                  </a:lnTo>
                  <a:lnTo>
                    <a:pt x="1716803" y="46892"/>
                  </a:lnTo>
                  <a:lnTo>
                    <a:pt x="1719930" y="46892"/>
                  </a:lnTo>
                  <a:lnTo>
                    <a:pt x="1723057" y="46892"/>
                  </a:lnTo>
                  <a:lnTo>
                    <a:pt x="1726184" y="46892"/>
                  </a:lnTo>
                  <a:lnTo>
                    <a:pt x="1729311" y="46892"/>
                  </a:lnTo>
                  <a:lnTo>
                    <a:pt x="1732438" y="46892"/>
                  </a:lnTo>
                  <a:lnTo>
                    <a:pt x="1735565" y="46892"/>
                  </a:lnTo>
                  <a:lnTo>
                    <a:pt x="1738693" y="46892"/>
                  </a:lnTo>
                  <a:lnTo>
                    <a:pt x="1741820" y="46892"/>
                  </a:lnTo>
                  <a:lnTo>
                    <a:pt x="1744947" y="46892"/>
                  </a:lnTo>
                  <a:lnTo>
                    <a:pt x="1748074" y="46892"/>
                  </a:lnTo>
                  <a:lnTo>
                    <a:pt x="1751201" y="46892"/>
                  </a:lnTo>
                  <a:lnTo>
                    <a:pt x="1754328" y="46892"/>
                  </a:lnTo>
                  <a:lnTo>
                    <a:pt x="1757455" y="46892"/>
                  </a:lnTo>
                  <a:lnTo>
                    <a:pt x="1760583" y="46892"/>
                  </a:lnTo>
                  <a:lnTo>
                    <a:pt x="1760583" y="45471"/>
                  </a:lnTo>
                  <a:lnTo>
                    <a:pt x="1763710" y="45471"/>
                  </a:lnTo>
                  <a:lnTo>
                    <a:pt x="1766837" y="45471"/>
                  </a:lnTo>
                  <a:lnTo>
                    <a:pt x="1769964" y="45471"/>
                  </a:lnTo>
                  <a:lnTo>
                    <a:pt x="1773091" y="45471"/>
                  </a:lnTo>
                  <a:lnTo>
                    <a:pt x="1776218" y="45471"/>
                  </a:lnTo>
                  <a:lnTo>
                    <a:pt x="1779345" y="45471"/>
                  </a:lnTo>
                  <a:lnTo>
                    <a:pt x="1782473" y="45471"/>
                  </a:lnTo>
                  <a:lnTo>
                    <a:pt x="1785600" y="45471"/>
                  </a:lnTo>
                  <a:lnTo>
                    <a:pt x="1788727" y="45471"/>
                  </a:lnTo>
                  <a:lnTo>
                    <a:pt x="1791854" y="45471"/>
                  </a:lnTo>
                  <a:lnTo>
                    <a:pt x="1794981" y="45471"/>
                  </a:lnTo>
                  <a:lnTo>
                    <a:pt x="1798108" y="45471"/>
                  </a:lnTo>
                  <a:lnTo>
                    <a:pt x="1801235" y="45471"/>
                  </a:lnTo>
                  <a:lnTo>
                    <a:pt x="1804363" y="45471"/>
                  </a:lnTo>
                  <a:lnTo>
                    <a:pt x="1807490" y="45471"/>
                  </a:lnTo>
                  <a:lnTo>
                    <a:pt x="1807490" y="44050"/>
                  </a:lnTo>
                  <a:lnTo>
                    <a:pt x="1810617" y="44050"/>
                  </a:lnTo>
                  <a:lnTo>
                    <a:pt x="1813744" y="44050"/>
                  </a:lnTo>
                  <a:lnTo>
                    <a:pt x="1816871" y="44050"/>
                  </a:lnTo>
                  <a:lnTo>
                    <a:pt x="1819998" y="44050"/>
                  </a:lnTo>
                  <a:lnTo>
                    <a:pt x="1823126" y="44050"/>
                  </a:lnTo>
                  <a:lnTo>
                    <a:pt x="1826253" y="44050"/>
                  </a:lnTo>
                  <a:lnTo>
                    <a:pt x="1829380" y="44050"/>
                  </a:lnTo>
                  <a:lnTo>
                    <a:pt x="1832507" y="44050"/>
                  </a:lnTo>
                  <a:lnTo>
                    <a:pt x="1832507" y="42629"/>
                  </a:lnTo>
                  <a:lnTo>
                    <a:pt x="1835634" y="42629"/>
                  </a:lnTo>
                  <a:lnTo>
                    <a:pt x="1838761" y="42629"/>
                  </a:lnTo>
                  <a:lnTo>
                    <a:pt x="1841888" y="42629"/>
                  </a:lnTo>
                  <a:lnTo>
                    <a:pt x="1845016" y="42629"/>
                  </a:lnTo>
                  <a:lnTo>
                    <a:pt x="1848143" y="42629"/>
                  </a:lnTo>
                  <a:lnTo>
                    <a:pt x="1851270" y="42629"/>
                  </a:lnTo>
                  <a:lnTo>
                    <a:pt x="1854397" y="42629"/>
                  </a:lnTo>
                  <a:lnTo>
                    <a:pt x="1857524" y="42629"/>
                  </a:lnTo>
                  <a:lnTo>
                    <a:pt x="1860651" y="42629"/>
                  </a:lnTo>
                  <a:lnTo>
                    <a:pt x="1863778" y="42629"/>
                  </a:lnTo>
                  <a:lnTo>
                    <a:pt x="1866906" y="42629"/>
                  </a:lnTo>
                  <a:lnTo>
                    <a:pt x="1870033" y="42629"/>
                  </a:lnTo>
                  <a:lnTo>
                    <a:pt x="1870033" y="41208"/>
                  </a:lnTo>
                  <a:lnTo>
                    <a:pt x="1873160" y="41208"/>
                  </a:lnTo>
                  <a:lnTo>
                    <a:pt x="1876287" y="41208"/>
                  </a:lnTo>
                  <a:lnTo>
                    <a:pt x="1879414" y="41208"/>
                  </a:lnTo>
                  <a:lnTo>
                    <a:pt x="1882541" y="41208"/>
                  </a:lnTo>
                  <a:lnTo>
                    <a:pt x="1885668" y="41208"/>
                  </a:lnTo>
                  <a:lnTo>
                    <a:pt x="1888796" y="41208"/>
                  </a:lnTo>
                  <a:lnTo>
                    <a:pt x="1891923" y="41208"/>
                  </a:lnTo>
                  <a:lnTo>
                    <a:pt x="1895050" y="41208"/>
                  </a:lnTo>
                  <a:lnTo>
                    <a:pt x="1898177" y="41208"/>
                  </a:lnTo>
                  <a:lnTo>
                    <a:pt x="1901304" y="41208"/>
                  </a:lnTo>
                  <a:lnTo>
                    <a:pt x="1904431" y="41208"/>
                  </a:lnTo>
                  <a:lnTo>
                    <a:pt x="1907558" y="41208"/>
                  </a:lnTo>
                  <a:lnTo>
                    <a:pt x="1910686" y="41208"/>
                  </a:lnTo>
                  <a:lnTo>
                    <a:pt x="1913813" y="41208"/>
                  </a:lnTo>
                  <a:lnTo>
                    <a:pt x="1916940" y="41208"/>
                  </a:lnTo>
                  <a:lnTo>
                    <a:pt x="1920067" y="41208"/>
                  </a:lnTo>
                  <a:lnTo>
                    <a:pt x="1923194" y="41208"/>
                  </a:lnTo>
                  <a:lnTo>
                    <a:pt x="1926321" y="41208"/>
                  </a:lnTo>
                  <a:lnTo>
                    <a:pt x="1929448" y="41208"/>
                  </a:lnTo>
                  <a:lnTo>
                    <a:pt x="1932576" y="41208"/>
                  </a:lnTo>
                  <a:lnTo>
                    <a:pt x="1935703" y="41208"/>
                  </a:lnTo>
                  <a:lnTo>
                    <a:pt x="1938830" y="41208"/>
                  </a:lnTo>
                  <a:lnTo>
                    <a:pt x="1938830" y="39787"/>
                  </a:lnTo>
                  <a:lnTo>
                    <a:pt x="1941957" y="39787"/>
                  </a:lnTo>
                  <a:lnTo>
                    <a:pt x="1945084" y="39787"/>
                  </a:lnTo>
                  <a:lnTo>
                    <a:pt x="1945084" y="38366"/>
                  </a:lnTo>
                  <a:lnTo>
                    <a:pt x="1948211" y="38366"/>
                  </a:lnTo>
                  <a:lnTo>
                    <a:pt x="1951338" y="38366"/>
                  </a:lnTo>
                  <a:lnTo>
                    <a:pt x="1954466" y="38366"/>
                  </a:lnTo>
                  <a:lnTo>
                    <a:pt x="1957593" y="38366"/>
                  </a:lnTo>
                  <a:lnTo>
                    <a:pt x="1957593" y="36945"/>
                  </a:lnTo>
                  <a:lnTo>
                    <a:pt x="1960720" y="36945"/>
                  </a:lnTo>
                  <a:lnTo>
                    <a:pt x="1963847" y="36945"/>
                  </a:lnTo>
                  <a:lnTo>
                    <a:pt x="1966974" y="36945"/>
                  </a:lnTo>
                  <a:lnTo>
                    <a:pt x="1966974" y="35524"/>
                  </a:lnTo>
                  <a:lnTo>
                    <a:pt x="1970101" y="35524"/>
                  </a:lnTo>
                  <a:lnTo>
                    <a:pt x="1973229" y="35524"/>
                  </a:lnTo>
                  <a:lnTo>
                    <a:pt x="1976356" y="35524"/>
                  </a:lnTo>
                  <a:lnTo>
                    <a:pt x="1979483" y="35524"/>
                  </a:lnTo>
                  <a:lnTo>
                    <a:pt x="1982610" y="35524"/>
                  </a:lnTo>
                  <a:lnTo>
                    <a:pt x="1985737" y="35524"/>
                  </a:lnTo>
                  <a:lnTo>
                    <a:pt x="1988864" y="35524"/>
                  </a:lnTo>
                  <a:lnTo>
                    <a:pt x="1991991" y="35524"/>
                  </a:lnTo>
                  <a:lnTo>
                    <a:pt x="1995119" y="35524"/>
                  </a:lnTo>
                  <a:lnTo>
                    <a:pt x="1998246" y="35524"/>
                  </a:lnTo>
                  <a:lnTo>
                    <a:pt x="2001373" y="35524"/>
                  </a:lnTo>
                  <a:lnTo>
                    <a:pt x="2004500" y="35524"/>
                  </a:lnTo>
                  <a:lnTo>
                    <a:pt x="2007627" y="35524"/>
                  </a:lnTo>
                  <a:lnTo>
                    <a:pt x="2010754" y="35524"/>
                  </a:lnTo>
                  <a:lnTo>
                    <a:pt x="2013881" y="35524"/>
                  </a:lnTo>
                  <a:lnTo>
                    <a:pt x="2017009" y="35524"/>
                  </a:lnTo>
                  <a:lnTo>
                    <a:pt x="2020136" y="35524"/>
                  </a:lnTo>
                  <a:lnTo>
                    <a:pt x="2023263" y="35524"/>
                  </a:lnTo>
                  <a:lnTo>
                    <a:pt x="2023263" y="34103"/>
                  </a:lnTo>
                  <a:lnTo>
                    <a:pt x="2026390" y="34103"/>
                  </a:lnTo>
                  <a:lnTo>
                    <a:pt x="2029517" y="34103"/>
                  </a:lnTo>
                  <a:lnTo>
                    <a:pt x="2032644" y="34103"/>
                  </a:lnTo>
                  <a:lnTo>
                    <a:pt x="2035771" y="34103"/>
                  </a:lnTo>
                  <a:lnTo>
                    <a:pt x="2038899" y="34103"/>
                  </a:lnTo>
                  <a:lnTo>
                    <a:pt x="2038899" y="32682"/>
                  </a:lnTo>
                  <a:lnTo>
                    <a:pt x="2042026" y="32682"/>
                  </a:lnTo>
                  <a:lnTo>
                    <a:pt x="2042026" y="31261"/>
                  </a:lnTo>
                  <a:lnTo>
                    <a:pt x="2045153" y="31261"/>
                  </a:lnTo>
                  <a:lnTo>
                    <a:pt x="2048280" y="31261"/>
                  </a:lnTo>
                  <a:lnTo>
                    <a:pt x="2051407" y="31261"/>
                  </a:lnTo>
                  <a:lnTo>
                    <a:pt x="2054534" y="31261"/>
                  </a:lnTo>
                  <a:lnTo>
                    <a:pt x="2057661" y="31261"/>
                  </a:lnTo>
                  <a:lnTo>
                    <a:pt x="2060789" y="31261"/>
                  </a:lnTo>
                  <a:lnTo>
                    <a:pt x="2063916" y="31261"/>
                  </a:lnTo>
                  <a:lnTo>
                    <a:pt x="2067043" y="31261"/>
                  </a:lnTo>
                  <a:lnTo>
                    <a:pt x="2070170" y="31261"/>
                  </a:lnTo>
                  <a:lnTo>
                    <a:pt x="2073297" y="31261"/>
                  </a:lnTo>
                  <a:lnTo>
                    <a:pt x="2076424" y="31261"/>
                  </a:lnTo>
                  <a:lnTo>
                    <a:pt x="2079551" y="31261"/>
                  </a:lnTo>
                  <a:lnTo>
                    <a:pt x="2082679" y="31261"/>
                  </a:lnTo>
                  <a:lnTo>
                    <a:pt x="2085806" y="31261"/>
                  </a:lnTo>
                  <a:lnTo>
                    <a:pt x="2088933" y="31261"/>
                  </a:lnTo>
                  <a:lnTo>
                    <a:pt x="2092060" y="31261"/>
                  </a:lnTo>
                  <a:lnTo>
                    <a:pt x="2095187" y="31261"/>
                  </a:lnTo>
                  <a:lnTo>
                    <a:pt x="2098314" y="31261"/>
                  </a:lnTo>
                  <a:lnTo>
                    <a:pt x="2101441" y="31261"/>
                  </a:lnTo>
                  <a:lnTo>
                    <a:pt x="2104569" y="31261"/>
                  </a:lnTo>
                  <a:lnTo>
                    <a:pt x="2107696" y="31261"/>
                  </a:lnTo>
                  <a:lnTo>
                    <a:pt x="2110823" y="31261"/>
                  </a:lnTo>
                  <a:lnTo>
                    <a:pt x="2113950" y="31261"/>
                  </a:lnTo>
                  <a:lnTo>
                    <a:pt x="2117077" y="31261"/>
                  </a:lnTo>
                  <a:lnTo>
                    <a:pt x="2120204" y="31261"/>
                  </a:lnTo>
                  <a:lnTo>
                    <a:pt x="2123332" y="31261"/>
                  </a:lnTo>
                  <a:lnTo>
                    <a:pt x="2126459" y="31261"/>
                  </a:lnTo>
                  <a:lnTo>
                    <a:pt x="2129586" y="31261"/>
                  </a:lnTo>
                  <a:lnTo>
                    <a:pt x="2132713" y="31261"/>
                  </a:lnTo>
                  <a:lnTo>
                    <a:pt x="2135840" y="31261"/>
                  </a:lnTo>
                  <a:lnTo>
                    <a:pt x="2138967" y="31261"/>
                  </a:lnTo>
                  <a:lnTo>
                    <a:pt x="2142094" y="31261"/>
                  </a:lnTo>
                  <a:lnTo>
                    <a:pt x="2145222" y="31261"/>
                  </a:lnTo>
                  <a:lnTo>
                    <a:pt x="2148349" y="31261"/>
                  </a:lnTo>
                  <a:lnTo>
                    <a:pt x="2151476" y="31261"/>
                  </a:lnTo>
                  <a:lnTo>
                    <a:pt x="2154603" y="31261"/>
                  </a:lnTo>
                  <a:lnTo>
                    <a:pt x="2157730" y="31261"/>
                  </a:lnTo>
                  <a:lnTo>
                    <a:pt x="2160857" y="31261"/>
                  </a:lnTo>
                  <a:lnTo>
                    <a:pt x="2163984" y="31261"/>
                  </a:lnTo>
                  <a:lnTo>
                    <a:pt x="2167112" y="31261"/>
                  </a:lnTo>
                  <a:lnTo>
                    <a:pt x="2170239" y="31261"/>
                  </a:lnTo>
                  <a:lnTo>
                    <a:pt x="2173366" y="31261"/>
                  </a:lnTo>
                  <a:lnTo>
                    <a:pt x="2176493" y="31261"/>
                  </a:lnTo>
                  <a:lnTo>
                    <a:pt x="2179620" y="31261"/>
                  </a:lnTo>
                  <a:lnTo>
                    <a:pt x="2182747" y="31261"/>
                  </a:lnTo>
                  <a:lnTo>
                    <a:pt x="2185874" y="31261"/>
                  </a:lnTo>
                  <a:lnTo>
                    <a:pt x="2189002" y="31261"/>
                  </a:lnTo>
                  <a:lnTo>
                    <a:pt x="2192129" y="31261"/>
                  </a:lnTo>
                  <a:lnTo>
                    <a:pt x="2195256" y="31261"/>
                  </a:lnTo>
                  <a:lnTo>
                    <a:pt x="2198383" y="31261"/>
                  </a:lnTo>
                  <a:lnTo>
                    <a:pt x="2201510" y="31261"/>
                  </a:lnTo>
                  <a:lnTo>
                    <a:pt x="2204637" y="31261"/>
                  </a:lnTo>
                  <a:lnTo>
                    <a:pt x="2207764" y="31261"/>
                  </a:lnTo>
                  <a:lnTo>
                    <a:pt x="2210892" y="31261"/>
                  </a:lnTo>
                  <a:lnTo>
                    <a:pt x="2214019" y="31261"/>
                  </a:lnTo>
                  <a:lnTo>
                    <a:pt x="2217146" y="31261"/>
                  </a:lnTo>
                  <a:lnTo>
                    <a:pt x="2220273" y="31261"/>
                  </a:lnTo>
                  <a:lnTo>
                    <a:pt x="2223400" y="31261"/>
                  </a:lnTo>
                  <a:lnTo>
                    <a:pt x="2226527" y="31261"/>
                  </a:lnTo>
                  <a:lnTo>
                    <a:pt x="2229654" y="31261"/>
                  </a:lnTo>
                  <a:lnTo>
                    <a:pt x="2232782" y="31261"/>
                  </a:lnTo>
                  <a:lnTo>
                    <a:pt x="2235909" y="31261"/>
                  </a:lnTo>
                  <a:lnTo>
                    <a:pt x="2239036" y="31261"/>
                  </a:lnTo>
                  <a:lnTo>
                    <a:pt x="2242163" y="31261"/>
                  </a:lnTo>
                  <a:lnTo>
                    <a:pt x="2245290" y="31261"/>
                  </a:lnTo>
                  <a:lnTo>
                    <a:pt x="2248417" y="31261"/>
                  </a:lnTo>
                  <a:lnTo>
                    <a:pt x="2251544" y="31261"/>
                  </a:lnTo>
                  <a:lnTo>
                    <a:pt x="2254672" y="31261"/>
                  </a:lnTo>
                  <a:lnTo>
                    <a:pt x="2257799" y="31261"/>
                  </a:lnTo>
                  <a:lnTo>
                    <a:pt x="2260926" y="31261"/>
                  </a:lnTo>
                  <a:lnTo>
                    <a:pt x="2264053" y="31261"/>
                  </a:lnTo>
                  <a:lnTo>
                    <a:pt x="2267180" y="31261"/>
                  </a:lnTo>
                  <a:lnTo>
                    <a:pt x="2270307" y="31261"/>
                  </a:lnTo>
                  <a:lnTo>
                    <a:pt x="2273434" y="31261"/>
                  </a:lnTo>
                  <a:lnTo>
                    <a:pt x="2276562" y="31261"/>
                  </a:lnTo>
                  <a:lnTo>
                    <a:pt x="2279689" y="31261"/>
                  </a:lnTo>
                  <a:lnTo>
                    <a:pt x="2282816" y="31261"/>
                  </a:lnTo>
                  <a:lnTo>
                    <a:pt x="2285943" y="31261"/>
                  </a:lnTo>
                  <a:lnTo>
                    <a:pt x="2285943" y="29840"/>
                  </a:lnTo>
                  <a:lnTo>
                    <a:pt x="2289070" y="29840"/>
                  </a:lnTo>
                  <a:lnTo>
                    <a:pt x="2292197" y="29840"/>
                  </a:lnTo>
                  <a:lnTo>
                    <a:pt x="2295325" y="29840"/>
                  </a:lnTo>
                  <a:lnTo>
                    <a:pt x="2298452" y="29840"/>
                  </a:lnTo>
                  <a:lnTo>
                    <a:pt x="2301579" y="29840"/>
                  </a:lnTo>
                  <a:lnTo>
                    <a:pt x="2304706" y="29840"/>
                  </a:lnTo>
                  <a:lnTo>
                    <a:pt x="2307833" y="29840"/>
                  </a:lnTo>
                  <a:lnTo>
                    <a:pt x="2310960" y="29840"/>
                  </a:lnTo>
                  <a:lnTo>
                    <a:pt x="2314087" y="29840"/>
                  </a:lnTo>
                  <a:lnTo>
                    <a:pt x="2317215" y="29840"/>
                  </a:lnTo>
                  <a:lnTo>
                    <a:pt x="2320342" y="29840"/>
                  </a:lnTo>
                  <a:lnTo>
                    <a:pt x="2323469" y="29840"/>
                  </a:lnTo>
                  <a:lnTo>
                    <a:pt x="2326596" y="29840"/>
                  </a:lnTo>
                  <a:lnTo>
                    <a:pt x="2329723" y="29840"/>
                  </a:lnTo>
                  <a:lnTo>
                    <a:pt x="2332850" y="29840"/>
                  </a:lnTo>
                  <a:lnTo>
                    <a:pt x="2335977" y="29840"/>
                  </a:lnTo>
                  <a:lnTo>
                    <a:pt x="2339105" y="29840"/>
                  </a:lnTo>
                  <a:lnTo>
                    <a:pt x="2342232" y="29840"/>
                  </a:lnTo>
                  <a:lnTo>
                    <a:pt x="2345359" y="29840"/>
                  </a:lnTo>
                  <a:lnTo>
                    <a:pt x="2348486" y="29840"/>
                  </a:lnTo>
                  <a:lnTo>
                    <a:pt x="2351613" y="29840"/>
                  </a:lnTo>
                  <a:lnTo>
                    <a:pt x="2354740" y="29840"/>
                  </a:lnTo>
                  <a:lnTo>
                    <a:pt x="2357867" y="29840"/>
                  </a:lnTo>
                  <a:lnTo>
                    <a:pt x="2360995" y="29840"/>
                  </a:lnTo>
                  <a:lnTo>
                    <a:pt x="2364122" y="29840"/>
                  </a:lnTo>
                  <a:lnTo>
                    <a:pt x="2367249" y="29840"/>
                  </a:lnTo>
                  <a:lnTo>
                    <a:pt x="2370376" y="29840"/>
                  </a:lnTo>
                  <a:lnTo>
                    <a:pt x="2370376" y="28419"/>
                  </a:lnTo>
                  <a:lnTo>
                    <a:pt x="2373503" y="28419"/>
                  </a:lnTo>
                  <a:lnTo>
                    <a:pt x="2376630" y="28419"/>
                  </a:lnTo>
                  <a:lnTo>
                    <a:pt x="2379757" y="28419"/>
                  </a:lnTo>
                  <a:lnTo>
                    <a:pt x="2382885" y="28419"/>
                  </a:lnTo>
                  <a:lnTo>
                    <a:pt x="2382885" y="26998"/>
                  </a:lnTo>
                  <a:lnTo>
                    <a:pt x="2386012" y="26998"/>
                  </a:lnTo>
                  <a:lnTo>
                    <a:pt x="2389139" y="26998"/>
                  </a:lnTo>
                  <a:lnTo>
                    <a:pt x="2392266" y="26998"/>
                  </a:lnTo>
                  <a:lnTo>
                    <a:pt x="2395393" y="26998"/>
                  </a:lnTo>
                  <a:lnTo>
                    <a:pt x="2398520" y="26998"/>
                  </a:lnTo>
                  <a:lnTo>
                    <a:pt x="2401647" y="26998"/>
                  </a:lnTo>
                  <a:lnTo>
                    <a:pt x="2404775" y="26998"/>
                  </a:lnTo>
                  <a:lnTo>
                    <a:pt x="2407902" y="26998"/>
                  </a:lnTo>
                  <a:lnTo>
                    <a:pt x="2411029" y="26998"/>
                  </a:lnTo>
                  <a:lnTo>
                    <a:pt x="2414156" y="26998"/>
                  </a:lnTo>
                  <a:lnTo>
                    <a:pt x="2417283" y="26998"/>
                  </a:lnTo>
                  <a:lnTo>
                    <a:pt x="2420410" y="26998"/>
                  </a:lnTo>
                  <a:lnTo>
                    <a:pt x="2423537" y="26998"/>
                  </a:lnTo>
                  <a:lnTo>
                    <a:pt x="2426665" y="26998"/>
                  </a:lnTo>
                  <a:lnTo>
                    <a:pt x="2429792" y="26998"/>
                  </a:lnTo>
                  <a:lnTo>
                    <a:pt x="2432919" y="26998"/>
                  </a:lnTo>
                  <a:lnTo>
                    <a:pt x="2436046" y="26998"/>
                  </a:lnTo>
                  <a:lnTo>
                    <a:pt x="2439173" y="26998"/>
                  </a:lnTo>
                  <a:lnTo>
                    <a:pt x="2442300" y="26998"/>
                  </a:lnTo>
                  <a:lnTo>
                    <a:pt x="2445428" y="26998"/>
                  </a:lnTo>
                  <a:lnTo>
                    <a:pt x="2448555" y="26998"/>
                  </a:lnTo>
                  <a:lnTo>
                    <a:pt x="2451682" y="26998"/>
                  </a:lnTo>
                  <a:lnTo>
                    <a:pt x="2454809" y="26998"/>
                  </a:lnTo>
                  <a:lnTo>
                    <a:pt x="2457936" y="26998"/>
                  </a:lnTo>
                  <a:lnTo>
                    <a:pt x="2461063" y="26998"/>
                  </a:lnTo>
                  <a:lnTo>
                    <a:pt x="2464190" y="26998"/>
                  </a:lnTo>
                  <a:lnTo>
                    <a:pt x="2467318" y="26998"/>
                  </a:lnTo>
                  <a:lnTo>
                    <a:pt x="2470445" y="26998"/>
                  </a:lnTo>
                  <a:lnTo>
                    <a:pt x="2473572" y="26998"/>
                  </a:lnTo>
                  <a:lnTo>
                    <a:pt x="2476699" y="26998"/>
                  </a:lnTo>
                  <a:lnTo>
                    <a:pt x="2479826" y="26998"/>
                  </a:lnTo>
                  <a:lnTo>
                    <a:pt x="2482953" y="26998"/>
                  </a:lnTo>
                  <a:lnTo>
                    <a:pt x="2486080" y="26998"/>
                  </a:lnTo>
                  <a:lnTo>
                    <a:pt x="2489208" y="26998"/>
                  </a:lnTo>
                  <a:lnTo>
                    <a:pt x="2492335" y="26998"/>
                  </a:lnTo>
                  <a:lnTo>
                    <a:pt x="2495462" y="26998"/>
                  </a:lnTo>
                  <a:lnTo>
                    <a:pt x="2498589" y="26998"/>
                  </a:lnTo>
                  <a:lnTo>
                    <a:pt x="2501716" y="26998"/>
                  </a:lnTo>
                  <a:lnTo>
                    <a:pt x="2504843" y="26998"/>
                  </a:lnTo>
                  <a:lnTo>
                    <a:pt x="2507970" y="26998"/>
                  </a:lnTo>
                  <a:lnTo>
                    <a:pt x="2511098" y="26998"/>
                  </a:lnTo>
                  <a:lnTo>
                    <a:pt x="2514225" y="26998"/>
                  </a:lnTo>
                  <a:lnTo>
                    <a:pt x="2517352" y="26998"/>
                  </a:lnTo>
                  <a:lnTo>
                    <a:pt x="2520479" y="26998"/>
                  </a:lnTo>
                  <a:lnTo>
                    <a:pt x="2523606" y="26998"/>
                  </a:lnTo>
                  <a:lnTo>
                    <a:pt x="2526733" y="26998"/>
                  </a:lnTo>
                  <a:lnTo>
                    <a:pt x="2529860" y="26998"/>
                  </a:lnTo>
                  <a:lnTo>
                    <a:pt x="2532988" y="26998"/>
                  </a:lnTo>
                  <a:lnTo>
                    <a:pt x="2536115" y="26998"/>
                  </a:lnTo>
                  <a:lnTo>
                    <a:pt x="2539242" y="26998"/>
                  </a:lnTo>
                  <a:lnTo>
                    <a:pt x="2542369" y="26998"/>
                  </a:lnTo>
                  <a:lnTo>
                    <a:pt x="2545496" y="26998"/>
                  </a:lnTo>
                  <a:lnTo>
                    <a:pt x="2548623" y="26998"/>
                  </a:lnTo>
                  <a:lnTo>
                    <a:pt x="2551750" y="26998"/>
                  </a:lnTo>
                  <a:lnTo>
                    <a:pt x="2554878" y="26998"/>
                  </a:lnTo>
                  <a:lnTo>
                    <a:pt x="2558005" y="26998"/>
                  </a:lnTo>
                  <a:lnTo>
                    <a:pt x="2561132" y="26998"/>
                  </a:lnTo>
                  <a:lnTo>
                    <a:pt x="2564259" y="26998"/>
                  </a:lnTo>
                  <a:lnTo>
                    <a:pt x="2567386" y="26998"/>
                  </a:lnTo>
                  <a:lnTo>
                    <a:pt x="2570513" y="26998"/>
                  </a:lnTo>
                  <a:lnTo>
                    <a:pt x="2573640" y="26998"/>
                  </a:lnTo>
                  <a:lnTo>
                    <a:pt x="2576768" y="26998"/>
                  </a:lnTo>
                  <a:lnTo>
                    <a:pt x="2579895" y="26998"/>
                  </a:lnTo>
                  <a:lnTo>
                    <a:pt x="2583022" y="26998"/>
                  </a:lnTo>
                  <a:lnTo>
                    <a:pt x="2586149" y="26998"/>
                  </a:lnTo>
                  <a:lnTo>
                    <a:pt x="2589276" y="26998"/>
                  </a:lnTo>
                  <a:lnTo>
                    <a:pt x="2592403" y="26998"/>
                  </a:lnTo>
                  <a:lnTo>
                    <a:pt x="2595531" y="26998"/>
                  </a:lnTo>
                  <a:lnTo>
                    <a:pt x="2598658" y="26998"/>
                  </a:lnTo>
                  <a:lnTo>
                    <a:pt x="2601785" y="26998"/>
                  </a:lnTo>
                  <a:lnTo>
                    <a:pt x="2604912" y="26998"/>
                  </a:lnTo>
                  <a:lnTo>
                    <a:pt x="2608039" y="26998"/>
                  </a:lnTo>
                  <a:lnTo>
                    <a:pt x="2611166" y="26998"/>
                  </a:lnTo>
                  <a:lnTo>
                    <a:pt x="2614293" y="26998"/>
                  </a:lnTo>
                  <a:lnTo>
                    <a:pt x="2617421" y="26998"/>
                  </a:lnTo>
                  <a:lnTo>
                    <a:pt x="2620548" y="26998"/>
                  </a:lnTo>
                  <a:lnTo>
                    <a:pt x="2623675" y="26998"/>
                  </a:lnTo>
                  <a:lnTo>
                    <a:pt x="2626802" y="26998"/>
                  </a:lnTo>
                  <a:lnTo>
                    <a:pt x="2629929" y="26998"/>
                  </a:lnTo>
                  <a:lnTo>
                    <a:pt x="2633056" y="26998"/>
                  </a:lnTo>
                  <a:lnTo>
                    <a:pt x="2636183" y="26998"/>
                  </a:lnTo>
                  <a:lnTo>
                    <a:pt x="2639311" y="26998"/>
                  </a:lnTo>
                  <a:lnTo>
                    <a:pt x="2642438" y="26998"/>
                  </a:lnTo>
                  <a:lnTo>
                    <a:pt x="2645565" y="26998"/>
                  </a:lnTo>
                  <a:lnTo>
                    <a:pt x="2648692" y="26998"/>
                  </a:lnTo>
                  <a:lnTo>
                    <a:pt x="2651819" y="26998"/>
                  </a:lnTo>
                  <a:lnTo>
                    <a:pt x="2651819" y="25577"/>
                  </a:lnTo>
                  <a:lnTo>
                    <a:pt x="2654946" y="25577"/>
                  </a:lnTo>
                  <a:lnTo>
                    <a:pt x="2658073" y="25577"/>
                  </a:lnTo>
                  <a:lnTo>
                    <a:pt x="2661201" y="25577"/>
                  </a:lnTo>
                  <a:lnTo>
                    <a:pt x="2664328" y="25577"/>
                  </a:lnTo>
                  <a:lnTo>
                    <a:pt x="2667455" y="25577"/>
                  </a:lnTo>
                  <a:lnTo>
                    <a:pt x="2670582" y="25577"/>
                  </a:lnTo>
                  <a:lnTo>
                    <a:pt x="2673709" y="25577"/>
                  </a:lnTo>
                  <a:lnTo>
                    <a:pt x="2676836" y="25577"/>
                  </a:lnTo>
                  <a:lnTo>
                    <a:pt x="2679963" y="25577"/>
                  </a:lnTo>
                  <a:lnTo>
                    <a:pt x="2683091" y="25577"/>
                  </a:lnTo>
                  <a:lnTo>
                    <a:pt x="2686218" y="25577"/>
                  </a:lnTo>
                  <a:lnTo>
                    <a:pt x="2689345" y="25577"/>
                  </a:lnTo>
                  <a:lnTo>
                    <a:pt x="2692472" y="25577"/>
                  </a:lnTo>
                  <a:lnTo>
                    <a:pt x="2695599" y="25577"/>
                  </a:lnTo>
                  <a:lnTo>
                    <a:pt x="2698726" y="25577"/>
                  </a:lnTo>
                  <a:lnTo>
                    <a:pt x="2701853" y="25577"/>
                  </a:lnTo>
                  <a:lnTo>
                    <a:pt x="2704981" y="25577"/>
                  </a:lnTo>
                  <a:lnTo>
                    <a:pt x="2708108" y="25577"/>
                  </a:lnTo>
                  <a:lnTo>
                    <a:pt x="2711235" y="25577"/>
                  </a:lnTo>
                  <a:lnTo>
                    <a:pt x="2714362" y="25577"/>
                  </a:lnTo>
                  <a:lnTo>
                    <a:pt x="2717489" y="25577"/>
                  </a:lnTo>
                  <a:lnTo>
                    <a:pt x="2720616" y="25577"/>
                  </a:lnTo>
                  <a:lnTo>
                    <a:pt x="2723743" y="25577"/>
                  </a:lnTo>
                  <a:lnTo>
                    <a:pt x="2726871" y="25577"/>
                  </a:lnTo>
                  <a:lnTo>
                    <a:pt x="2729998" y="25577"/>
                  </a:lnTo>
                  <a:lnTo>
                    <a:pt x="2733125" y="25577"/>
                  </a:lnTo>
                  <a:lnTo>
                    <a:pt x="2736252" y="25577"/>
                  </a:lnTo>
                  <a:lnTo>
                    <a:pt x="2739379" y="25577"/>
                  </a:lnTo>
                  <a:lnTo>
                    <a:pt x="2742506" y="25577"/>
                  </a:lnTo>
                  <a:lnTo>
                    <a:pt x="2745634" y="25577"/>
                  </a:lnTo>
                  <a:lnTo>
                    <a:pt x="2748761" y="25577"/>
                  </a:lnTo>
                  <a:lnTo>
                    <a:pt x="2751888" y="25577"/>
                  </a:lnTo>
                  <a:lnTo>
                    <a:pt x="2755015" y="25577"/>
                  </a:lnTo>
                  <a:lnTo>
                    <a:pt x="2758142" y="25577"/>
                  </a:lnTo>
                  <a:lnTo>
                    <a:pt x="2761269" y="25577"/>
                  </a:lnTo>
                  <a:lnTo>
                    <a:pt x="2764396" y="25577"/>
                  </a:lnTo>
                  <a:lnTo>
                    <a:pt x="2767524" y="25577"/>
                  </a:lnTo>
                  <a:lnTo>
                    <a:pt x="2770651" y="25577"/>
                  </a:lnTo>
                  <a:lnTo>
                    <a:pt x="2773778" y="25577"/>
                  </a:lnTo>
                  <a:lnTo>
                    <a:pt x="2776905" y="25577"/>
                  </a:lnTo>
                  <a:lnTo>
                    <a:pt x="2780032" y="25577"/>
                  </a:lnTo>
                  <a:lnTo>
                    <a:pt x="2783159" y="25577"/>
                  </a:lnTo>
                  <a:lnTo>
                    <a:pt x="2786286" y="25577"/>
                  </a:lnTo>
                  <a:lnTo>
                    <a:pt x="2789414" y="25577"/>
                  </a:lnTo>
                  <a:lnTo>
                    <a:pt x="2792541" y="25577"/>
                  </a:lnTo>
                  <a:lnTo>
                    <a:pt x="2795668" y="25577"/>
                  </a:lnTo>
                  <a:lnTo>
                    <a:pt x="2798795" y="25577"/>
                  </a:lnTo>
                  <a:lnTo>
                    <a:pt x="2801922" y="25577"/>
                  </a:lnTo>
                  <a:lnTo>
                    <a:pt x="2805049" y="25577"/>
                  </a:lnTo>
                  <a:lnTo>
                    <a:pt x="2808176" y="25577"/>
                  </a:lnTo>
                  <a:lnTo>
                    <a:pt x="2811304" y="25577"/>
                  </a:lnTo>
                  <a:lnTo>
                    <a:pt x="2814431" y="25577"/>
                  </a:lnTo>
                  <a:lnTo>
                    <a:pt x="2817558" y="25577"/>
                  </a:lnTo>
                  <a:lnTo>
                    <a:pt x="2820685" y="25577"/>
                  </a:lnTo>
                  <a:lnTo>
                    <a:pt x="2823812" y="25577"/>
                  </a:lnTo>
                  <a:lnTo>
                    <a:pt x="2826939" y="25577"/>
                  </a:lnTo>
                  <a:lnTo>
                    <a:pt x="2830066" y="25577"/>
                  </a:lnTo>
                  <a:lnTo>
                    <a:pt x="2830066" y="24156"/>
                  </a:lnTo>
                  <a:lnTo>
                    <a:pt x="2833194" y="24156"/>
                  </a:lnTo>
                  <a:lnTo>
                    <a:pt x="2836321" y="24156"/>
                  </a:lnTo>
                  <a:lnTo>
                    <a:pt x="2839448" y="24156"/>
                  </a:lnTo>
                  <a:lnTo>
                    <a:pt x="2842575" y="24156"/>
                  </a:lnTo>
                  <a:lnTo>
                    <a:pt x="2845702" y="24156"/>
                  </a:lnTo>
                  <a:lnTo>
                    <a:pt x="2845702" y="22735"/>
                  </a:lnTo>
                  <a:lnTo>
                    <a:pt x="2848829" y="22735"/>
                  </a:lnTo>
                  <a:lnTo>
                    <a:pt x="2851956" y="22735"/>
                  </a:lnTo>
                  <a:lnTo>
                    <a:pt x="2855084" y="22735"/>
                  </a:lnTo>
                  <a:lnTo>
                    <a:pt x="2858211" y="22735"/>
                  </a:lnTo>
                  <a:lnTo>
                    <a:pt x="2861338" y="22735"/>
                  </a:lnTo>
                  <a:lnTo>
                    <a:pt x="2864465" y="22735"/>
                  </a:lnTo>
                  <a:lnTo>
                    <a:pt x="2867592" y="22735"/>
                  </a:lnTo>
                  <a:lnTo>
                    <a:pt x="2870719" y="22735"/>
                  </a:lnTo>
                  <a:lnTo>
                    <a:pt x="2873846" y="22735"/>
                  </a:lnTo>
                  <a:lnTo>
                    <a:pt x="2873846" y="21314"/>
                  </a:lnTo>
                  <a:lnTo>
                    <a:pt x="2876974" y="21314"/>
                  </a:lnTo>
                  <a:lnTo>
                    <a:pt x="2880101" y="21314"/>
                  </a:lnTo>
                  <a:lnTo>
                    <a:pt x="2883228" y="21314"/>
                  </a:lnTo>
                  <a:lnTo>
                    <a:pt x="2886355" y="21314"/>
                  </a:lnTo>
                  <a:lnTo>
                    <a:pt x="2889482" y="21314"/>
                  </a:lnTo>
                  <a:lnTo>
                    <a:pt x="2892609" y="21314"/>
                  </a:lnTo>
                  <a:lnTo>
                    <a:pt x="2895737" y="21314"/>
                  </a:lnTo>
                  <a:lnTo>
                    <a:pt x="2898864" y="21314"/>
                  </a:lnTo>
                  <a:lnTo>
                    <a:pt x="2901991" y="21314"/>
                  </a:lnTo>
                  <a:lnTo>
                    <a:pt x="2905118" y="21314"/>
                  </a:lnTo>
                  <a:lnTo>
                    <a:pt x="2908245" y="21314"/>
                  </a:lnTo>
                  <a:lnTo>
                    <a:pt x="2911372" y="21314"/>
                  </a:lnTo>
                  <a:lnTo>
                    <a:pt x="2914499" y="21314"/>
                  </a:lnTo>
                  <a:lnTo>
                    <a:pt x="2917627" y="21314"/>
                  </a:lnTo>
                  <a:lnTo>
                    <a:pt x="2920754" y="21314"/>
                  </a:lnTo>
                  <a:lnTo>
                    <a:pt x="2923881" y="21314"/>
                  </a:lnTo>
                  <a:lnTo>
                    <a:pt x="2927008" y="21314"/>
                  </a:lnTo>
                  <a:lnTo>
                    <a:pt x="2930135" y="21314"/>
                  </a:lnTo>
                  <a:lnTo>
                    <a:pt x="2933262" y="21314"/>
                  </a:lnTo>
                  <a:lnTo>
                    <a:pt x="2936389" y="21314"/>
                  </a:lnTo>
                  <a:lnTo>
                    <a:pt x="2939517" y="21314"/>
                  </a:lnTo>
                  <a:lnTo>
                    <a:pt x="2942644" y="21314"/>
                  </a:lnTo>
                  <a:lnTo>
                    <a:pt x="2945771" y="21314"/>
                  </a:lnTo>
                  <a:lnTo>
                    <a:pt x="2948898" y="21314"/>
                  </a:lnTo>
                  <a:lnTo>
                    <a:pt x="2952025" y="21314"/>
                  </a:lnTo>
                  <a:lnTo>
                    <a:pt x="2955152" y="21314"/>
                  </a:lnTo>
                  <a:lnTo>
                    <a:pt x="2958279" y="21314"/>
                  </a:lnTo>
                  <a:lnTo>
                    <a:pt x="2961407" y="21314"/>
                  </a:lnTo>
                  <a:lnTo>
                    <a:pt x="2964534" y="21314"/>
                  </a:lnTo>
                  <a:lnTo>
                    <a:pt x="2967661" y="21314"/>
                  </a:lnTo>
                  <a:lnTo>
                    <a:pt x="2970788" y="21314"/>
                  </a:lnTo>
                  <a:lnTo>
                    <a:pt x="2973915" y="21314"/>
                  </a:lnTo>
                  <a:lnTo>
                    <a:pt x="2977042" y="21314"/>
                  </a:lnTo>
                  <a:lnTo>
                    <a:pt x="2980169" y="21314"/>
                  </a:lnTo>
                  <a:lnTo>
                    <a:pt x="2983297" y="21314"/>
                  </a:lnTo>
                  <a:lnTo>
                    <a:pt x="2986424" y="21314"/>
                  </a:lnTo>
                  <a:lnTo>
                    <a:pt x="2989551" y="21314"/>
                  </a:lnTo>
                  <a:lnTo>
                    <a:pt x="2992678" y="21314"/>
                  </a:lnTo>
                  <a:lnTo>
                    <a:pt x="2995805" y="21314"/>
                  </a:lnTo>
                  <a:lnTo>
                    <a:pt x="2998932" y="21314"/>
                  </a:lnTo>
                  <a:lnTo>
                    <a:pt x="3002059" y="21314"/>
                  </a:lnTo>
                  <a:lnTo>
                    <a:pt x="3002059" y="19893"/>
                  </a:lnTo>
                  <a:lnTo>
                    <a:pt x="3005187" y="19893"/>
                  </a:lnTo>
                  <a:lnTo>
                    <a:pt x="3008314" y="19893"/>
                  </a:lnTo>
                  <a:lnTo>
                    <a:pt x="3011441" y="19893"/>
                  </a:lnTo>
                  <a:lnTo>
                    <a:pt x="3014568" y="19893"/>
                  </a:lnTo>
                  <a:lnTo>
                    <a:pt x="3017695" y="19893"/>
                  </a:lnTo>
                  <a:lnTo>
                    <a:pt x="3020822" y="19893"/>
                  </a:lnTo>
                  <a:lnTo>
                    <a:pt x="3023949" y="19893"/>
                  </a:lnTo>
                  <a:lnTo>
                    <a:pt x="3027077" y="19893"/>
                  </a:lnTo>
                  <a:lnTo>
                    <a:pt x="3030204" y="19893"/>
                  </a:lnTo>
                  <a:lnTo>
                    <a:pt x="3033331" y="19893"/>
                  </a:lnTo>
                  <a:lnTo>
                    <a:pt x="3036458" y="19893"/>
                  </a:lnTo>
                  <a:lnTo>
                    <a:pt x="3039585" y="19893"/>
                  </a:lnTo>
                  <a:lnTo>
                    <a:pt x="3042712" y="19893"/>
                  </a:lnTo>
                  <a:lnTo>
                    <a:pt x="3045840" y="19893"/>
                  </a:lnTo>
                  <a:lnTo>
                    <a:pt x="3048967" y="19893"/>
                  </a:lnTo>
                  <a:lnTo>
                    <a:pt x="3052094" y="19893"/>
                  </a:lnTo>
                  <a:lnTo>
                    <a:pt x="3055221" y="19893"/>
                  </a:lnTo>
                  <a:lnTo>
                    <a:pt x="3058348" y="19893"/>
                  </a:lnTo>
                  <a:lnTo>
                    <a:pt x="3061475" y="19893"/>
                  </a:lnTo>
                  <a:lnTo>
                    <a:pt x="3064602" y="19893"/>
                  </a:lnTo>
                  <a:lnTo>
                    <a:pt x="3067730" y="19893"/>
                  </a:lnTo>
                  <a:lnTo>
                    <a:pt x="3070857" y="19893"/>
                  </a:lnTo>
                  <a:lnTo>
                    <a:pt x="3073984" y="19893"/>
                  </a:lnTo>
                  <a:lnTo>
                    <a:pt x="3077111" y="19893"/>
                  </a:lnTo>
                  <a:lnTo>
                    <a:pt x="3080238" y="19893"/>
                  </a:lnTo>
                  <a:lnTo>
                    <a:pt x="3083365" y="19893"/>
                  </a:lnTo>
                  <a:lnTo>
                    <a:pt x="3086492" y="19893"/>
                  </a:lnTo>
                  <a:lnTo>
                    <a:pt x="3089620" y="19893"/>
                  </a:lnTo>
                  <a:lnTo>
                    <a:pt x="3092747" y="19893"/>
                  </a:lnTo>
                  <a:lnTo>
                    <a:pt x="3095874" y="19893"/>
                  </a:lnTo>
                  <a:lnTo>
                    <a:pt x="3099001" y="19893"/>
                  </a:lnTo>
                  <a:lnTo>
                    <a:pt x="3102128" y="19893"/>
                  </a:lnTo>
                  <a:lnTo>
                    <a:pt x="3105255" y="19893"/>
                  </a:lnTo>
                  <a:lnTo>
                    <a:pt x="3108382" y="19893"/>
                  </a:lnTo>
                  <a:lnTo>
                    <a:pt x="3111510" y="19893"/>
                  </a:lnTo>
                  <a:lnTo>
                    <a:pt x="3114637" y="19893"/>
                  </a:lnTo>
                  <a:lnTo>
                    <a:pt x="3117764" y="19893"/>
                  </a:lnTo>
                  <a:lnTo>
                    <a:pt x="3120891" y="19893"/>
                  </a:lnTo>
                  <a:lnTo>
                    <a:pt x="3124018" y="19893"/>
                  </a:lnTo>
                  <a:lnTo>
                    <a:pt x="3124018" y="18472"/>
                  </a:lnTo>
                  <a:lnTo>
                    <a:pt x="3127145" y="18472"/>
                  </a:lnTo>
                  <a:lnTo>
                    <a:pt x="3130272" y="18472"/>
                  </a:lnTo>
                  <a:lnTo>
                    <a:pt x="3133400" y="18472"/>
                  </a:lnTo>
                  <a:lnTo>
                    <a:pt x="3136527" y="18472"/>
                  </a:lnTo>
                  <a:lnTo>
                    <a:pt x="3139654" y="18472"/>
                  </a:lnTo>
                  <a:lnTo>
                    <a:pt x="3142781" y="18472"/>
                  </a:lnTo>
                  <a:lnTo>
                    <a:pt x="3145908" y="18472"/>
                  </a:lnTo>
                  <a:lnTo>
                    <a:pt x="3149035" y="18472"/>
                  </a:lnTo>
                  <a:lnTo>
                    <a:pt x="3152162" y="18472"/>
                  </a:lnTo>
                  <a:lnTo>
                    <a:pt x="3155290" y="18472"/>
                  </a:lnTo>
                  <a:lnTo>
                    <a:pt x="3158417" y="18472"/>
                  </a:lnTo>
                  <a:lnTo>
                    <a:pt x="3161544" y="18472"/>
                  </a:lnTo>
                  <a:lnTo>
                    <a:pt x="3164671" y="18472"/>
                  </a:lnTo>
                  <a:lnTo>
                    <a:pt x="3167798" y="18472"/>
                  </a:lnTo>
                  <a:lnTo>
                    <a:pt x="3170925" y="18472"/>
                  </a:lnTo>
                  <a:lnTo>
                    <a:pt x="3174052" y="18472"/>
                  </a:lnTo>
                  <a:lnTo>
                    <a:pt x="3177180" y="18472"/>
                  </a:lnTo>
                  <a:lnTo>
                    <a:pt x="3180307" y="18472"/>
                  </a:lnTo>
                  <a:lnTo>
                    <a:pt x="3183434" y="18472"/>
                  </a:lnTo>
                  <a:lnTo>
                    <a:pt x="3183434" y="17051"/>
                  </a:lnTo>
                  <a:lnTo>
                    <a:pt x="3186561" y="17051"/>
                  </a:lnTo>
                  <a:lnTo>
                    <a:pt x="3189688" y="17051"/>
                  </a:lnTo>
                  <a:lnTo>
                    <a:pt x="3192815" y="17051"/>
                  </a:lnTo>
                  <a:lnTo>
                    <a:pt x="3195943" y="17051"/>
                  </a:lnTo>
                  <a:lnTo>
                    <a:pt x="3199070" y="17051"/>
                  </a:lnTo>
                  <a:lnTo>
                    <a:pt x="3202197" y="17051"/>
                  </a:lnTo>
                  <a:lnTo>
                    <a:pt x="3205324" y="17051"/>
                  </a:lnTo>
                  <a:lnTo>
                    <a:pt x="3208451" y="17051"/>
                  </a:lnTo>
                  <a:lnTo>
                    <a:pt x="3211578" y="17051"/>
                  </a:lnTo>
                  <a:lnTo>
                    <a:pt x="3214705" y="17051"/>
                  </a:lnTo>
                  <a:lnTo>
                    <a:pt x="3217833" y="17051"/>
                  </a:lnTo>
                  <a:lnTo>
                    <a:pt x="3220960" y="17051"/>
                  </a:lnTo>
                  <a:lnTo>
                    <a:pt x="3224087" y="17051"/>
                  </a:lnTo>
                  <a:lnTo>
                    <a:pt x="3227214" y="17051"/>
                  </a:lnTo>
                  <a:lnTo>
                    <a:pt x="3230341" y="17051"/>
                  </a:lnTo>
                  <a:lnTo>
                    <a:pt x="3233468" y="17051"/>
                  </a:lnTo>
                  <a:lnTo>
                    <a:pt x="3236595" y="17051"/>
                  </a:lnTo>
                  <a:lnTo>
                    <a:pt x="3239723" y="17051"/>
                  </a:lnTo>
                  <a:lnTo>
                    <a:pt x="3239723" y="15630"/>
                  </a:lnTo>
                  <a:lnTo>
                    <a:pt x="3242850" y="15630"/>
                  </a:lnTo>
                  <a:lnTo>
                    <a:pt x="3245977" y="15630"/>
                  </a:lnTo>
                  <a:lnTo>
                    <a:pt x="3249104" y="15630"/>
                  </a:lnTo>
                  <a:lnTo>
                    <a:pt x="3252231" y="15630"/>
                  </a:lnTo>
                  <a:lnTo>
                    <a:pt x="3255358" y="15630"/>
                  </a:lnTo>
                  <a:lnTo>
                    <a:pt x="3258485" y="15630"/>
                  </a:lnTo>
                  <a:lnTo>
                    <a:pt x="3261613" y="15630"/>
                  </a:lnTo>
                  <a:lnTo>
                    <a:pt x="3264740" y="15630"/>
                  </a:lnTo>
                  <a:lnTo>
                    <a:pt x="3267867" y="15630"/>
                  </a:lnTo>
                  <a:lnTo>
                    <a:pt x="3270994" y="15630"/>
                  </a:lnTo>
                  <a:lnTo>
                    <a:pt x="3274121" y="15630"/>
                  </a:lnTo>
                  <a:lnTo>
                    <a:pt x="3277248" y="15630"/>
                  </a:lnTo>
                  <a:lnTo>
                    <a:pt x="3280375" y="15630"/>
                  </a:lnTo>
                  <a:lnTo>
                    <a:pt x="3283503" y="15630"/>
                  </a:lnTo>
                  <a:lnTo>
                    <a:pt x="3286630" y="15630"/>
                  </a:lnTo>
                  <a:lnTo>
                    <a:pt x="3289757" y="15630"/>
                  </a:lnTo>
                  <a:lnTo>
                    <a:pt x="3292884" y="15630"/>
                  </a:lnTo>
                  <a:lnTo>
                    <a:pt x="3296011" y="15630"/>
                  </a:lnTo>
                  <a:lnTo>
                    <a:pt x="3299138" y="15630"/>
                  </a:lnTo>
                  <a:lnTo>
                    <a:pt x="3302265" y="15630"/>
                  </a:lnTo>
                  <a:lnTo>
                    <a:pt x="3305393" y="15630"/>
                  </a:lnTo>
                  <a:lnTo>
                    <a:pt x="3308520" y="15630"/>
                  </a:lnTo>
                  <a:lnTo>
                    <a:pt x="3311647" y="15630"/>
                  </a:lnTo>
                  <a:lnTo>
                    <a:pt x="3314774" y="15630"/>
                  </a:lnTo>
                  <a:lnTo>
                    <a:pt x="3317901" y="15630"/>
                  </a:lnTo>
                  <a:lnTo>
                    <a:pt x="3321028" y="15630"/>
                  </a:lnTo>
                  <a:lnTo>
                    <a:pt x="3324155" y="15630"/>
                  </a:lnTo>
                  <a:lnTo>
                    <a:pt x="3327283" y="15630"/>
                  </a:lnTo>
                  <a:lnTo>
                    <a:pt x="3330410" y="15630"/>
                  </a:lnTo>
                  <a:lnTo>
                    <a:pt x="3333537" y="15630"/>
                  </a:lnTo>
                  <a:lnTo>
                    <a:pt x="3336664" y="15630"/>
                  </a:lnTo>
                  <a:lnTo>
                    <a:pt x="3339791" y="15630"/>
                  </a:lnTo>
                  <a:lnTo>
                    <a:pt x="3342918" y="15630"/>
                  </a:lnTo>
                  <a:lnTo>
                    <a:pt x="3346046" y="15630"/>
                  </a:lnTo>
                  <a:lnTo>
                    <a:pt x="3349173" y="15630"/>
                  </a:lnTo>
                  <a:lnTo>
                    <a:pt x="3352300" y="15630"/>
                  </a:lnTo>
                  <a:lnTo>
                    <a:pt x="3355427" y="15630"/>
                  </a:lnTo>
                  <a:lnTo>
                    <a:pt x="3358554" y="15630"/>
                  </a:lnTo>
                  <a:lnTo>
                    <a:pt x="3361681" y="15630"/>
                  </a:lnTo>
                  <a:lnTo>
                    <a:pt x="3364808" y="15630"/>
                  </a:lnTo>
                  <a:lnTo>
                    <a:pt x="3367936" y="15630"/>
                  </a:lnTo>
                  <a:lnTo>
                    <a:pt x="3371063" y="15630"/>
                  </a:lnTo>
                  <a:lnTo>
                    <a:pt x="3374190" y="15630"/>
                  </a:lnTo>
                  <a:lnTo>
                    <a:pt x="3377317" y="15630"/>
                  </a:lnTo>
                  <a:lnTo>
                    <a:pt x="3380444" y="15630"/>
                  </a:lnTo>
                  <a:lnTo>
                    <a:pt x="3383571" y="15630"/>
                  </a:lnTo>
                  <a:lnTo>
                    <a:pt x="3386698" y="15630"/>
                  </a:lnTo>
                  <a:lnTo>
                    <a:pt x="3389826" y="15630"/>
                  </a:lnTo>
                  <a:lnTo>
                    <a:pt x="3392953" y="15630"/>
                  </a:lnTo>
                  <a:lnTo>
                    <a:pt x="3396080" y="15630"/>
                  </a:lnTo>
                  <a:lnTo>
                    <a:pt x="3399207" y="15630"/>
                  </a:lnTo>
                  <a:lnTo>
                    <a:pt x="3402334" y="15630"/>
                  </a:lnTo>
                  <a:lnTo>
                    <a:pt x="3405461" y="15630"/>
                  </a:lnTo>
                  <a:lnTo>
                    <a:pt x="3408588" y="15630"/>
                  </a:lnTo>
                  <a:lnTo>
                    <a:pt x="3411716" y="15630"/>
                  </a:lnTo>
                  <a:lnTo>
                    <a:pt x="3414843" y="15630"/>
                  </a:lnTo>
                  <a:lnTo>
                    <a:pt x="3417970" y="15630"/>
                  </a:lnTo>
                  <a:lnTo>
                    <a:pt x="3421097" y="15630"/>
                  </a:lnTo>
                  <a:lnTo>
                    <a:pt x="3424224" y="15630"/>
                  </a:lnTo>
                  <a:lnTo>
                    <a:pt x="3427351" y="15630"/>
                  </a:lnTo>
                  <a:lnTo>
                    <a:pt x="3430478" y="15630"/>
                  </a:lnTo>
                  <a:lnTo>
                    <a:pt x="3433606" y="15630"/>
                  </a:lnTo>
                  <a:lnTo>
                    <a:pt x="3436733" y="15630"/>
                  </a:lnTo>
                  <a:lnTo>
                    <a:pt x="3439860" y="15630"/>
                  </a:lnTo>
                  <a:lnTo>
                    <a:pt x="3442987" y="15630"/>
                  </a:lnTo>
                  <a:lnTo>
                    <a:pt x="3446114" y="15630"/>
                  </a:lnTo>
                  <a:lnTo>
                    <a:pt x="3449241" y="15630"/>
                  </a:lnTo>
                  <a:lnTo>
                    <a:pt x="3452368" y="15630"/>
                  </a:lnTo>
                  <a:lnTo>
                    <a:pt x="3455496" y="15630"/>
                  </a:lnTo>
                  <a:lnTo>
                    <a:pt x="3458623" y="15630"/>
                  </a:lnTo>
                  <a:lnTo>
                    <a:pt x="3461750" y="15630"/>
                  </a:lnTo>
                  <a:lnTo>
                    <a:pt x="3464877" y="15630"/>
                  </a:lnTo>
                  <a:lnTo>
                    <a:pt x="3468004" y="15630"/>
                  </a:lnTo>
                  <a:lnTo>
                    <a:pt x="3471131" y="15630"/>
                  </a:lnTo>
                  <a:lnTo>
                    <a:pt x="3474258" y="15630"/>
                  </a:lnTo>
                  <a:lnTo>
                    <a:pt x="3477386" y="15630"/>
                  </a:lnTo>
                  <a:lnTo>
                    <a:pt x="3480513" y="15630"/>
                  </a:lnTo>
                  <a:lnTo>
                    <a:pt x="3483640" y="15630"/>
                  </a:lnTo>
                  <a:lnTo>
                    <a:pt x="3486767" y="15630"/>
                  </a:lnTo>
                  <a:lnTo>
                    <a:pt x="3489894" y="15630"/>
                  </a:lnTo>
                  <a:lnTo>
                    <a:pt x="3493021" y="15630"/>
                  </a:lnTo>
                  <a:lnTo>
                    <a:pt x="3496149" y="15630"/>
                  </a:lnTo>
                  <a:lnTo>
                    <a:pt x="3499276" y="15630"/>
                  </a:lnTo>
                  <a:lnTo>
                    <a:pt x="3502403" y="15630"/>
                  </a:lnTo>
                  <a:lnTo>
                    <a:pt x="3505530" y="15630"/>
                  </a:lnTo>
                  <a:lnTo>
                    <a:pt x="3508657" y="15630"/>
                  </a:lnTo>
                  <a:lnTo>
                    <a:pt x="3511784" y="15630"/>
                  </a:lnTo>
                  <a:lnTo>
                    <a:pt x="3514911" y="15630"/>
                  </a:lnTo>
                  <a:lnTo>
                    <a:pt x="3518039" y="15630"/>
                  </a:lnTo>
                  <a:lnTo>
                    <a:pt x="3521166" y="15630"/>
                  </a:lnTo>
                  <a:lnTo>
                    <a:pt x="3524293" y="15630"/>
                  </a:lnTo>
                  <a:lnTo>
                    <a:pt x="3527420" y="15630"/>
                  </a:lnTo>
                  <a:lnTo>
                    <a:pt x="3530547" y="15630"/>
                  </a:lnTo>
                  <a:lnTo>
                    <a:pt x="3533674" y="15630"/>
                  </a:lnTo>
                  <a:lnTo>
                    <a:pt x="3536801" y="15630"/>
                  </a:lnTo>
                  <a:lnTo>
                    <a:pt x="3539929" y="15630"/>
                  </a:lnTo>
                  <a:lnTo>
                    <a:pt x="3539929" y="14209"/>
                  </a:lnTo>
                  <a:lnTo>
                    <a:pt x="3543056" y="14209"/>
                  </a:lnTo>
                  <a:lnTo>
                    <a:pt x="3546183" y="14209"/>
                  </a:lnTo>
                  <a:lnTo>
                    <a:pt x="3549310" y="14209"/>
                  </a:lnTo>
                  <a:lnTo>
                    <a:pt x="3552437" y="14209"/>
                  </a:lnTo>
                  <a:lnTo>
                    <a:pt x="3555564" y="14209"/>
                  </a:lnTo>
                  <a:lnTo>
                    <a:pt x="3558691" y="14209"/>
                  </a:lnTo>
                  <a:lnTo>
                    <a:pt x="3558691" y="12788"/>
                  </a:lnTo>
                  <a:lnTo>
                    <a:pt x="3561819" y="12788"/>
                  </a:lnTo>
                  <a:lnTo>
                    <a:pt x="3564946" y="12788"/>
                  </a:lnTo>
                  <a:lnTo>
                    <a:pt x="3568073" y="12788"/>
                  </a:lnTo>
                  <a:lnTo>
                    <a:pt x="3571200" y="12788"/>
                  </a:lnTo>
                  <a:lnTo>
                    <a:pt x="3574327" y="12788"/>
                  </a:lnTo>
                  <a:lnTo>
                    <a:pt x="3577454" y="12788"/>
                  </a:lnTo>
                  <a:lnTo>
                    <a:pt x="3580581" y="12788"/>
                  </a:lnTo>
                  <a:lnTo>
                    <a:pt x="3583709" y="12788"/>
                  </a:lnTo>
                  <a:lnTo>
                    <a:pt x="3586836" y="12788"/>
                  </a:lnTo>
                  <a:lnTo>
                    <a:pt x="3589963" y="12788"/>
                  </a:lnTo>
                  <a:lnTo>
                    <a:pt x="3593090" y="12788"/>
                  </a:lnTo>
                  <a:lnTo>
                    <a:pt x="3596217" y="12788"/>
                  </a:lnTo>
                  <a:lnTo>
                    <a:pt x="3599344" y="12788"/>
                  </a:lnTo>
                  <a:lnTo>
                    <a:pt x="3602471" y="12788"/>
                  </a:lnTo>
                  <a:lnTo>
                    <a:pt x="3605599" y="12788"/>
                  </a:lnTo>
                  <a:lnTo>
                    <a:pt x="3608726" y="12788"/>
                  </a:lnTo>
                  <a:lnTo>
                    <a:pt x="3611853" y="12788"/>
                  </a:lnTo>
                  <a:lnTo>
                    <a:pt x="3614980" y="12788"/>
                  </a:lnTo>
                  <a:lnTo>
                    <a:pt x="3618107" y="12788"/>
                  </a:lnTo>
                  <a:lnTo>
                    <a:pt x="3621234" y="12788"/>
                  </a:lnTo>
                  <a:lnTo>
                    <a:pt x="3624361" y="12788"/>
                  </a:lnTo>
                  <a:lnTo>
                    <a:pt x="3627489" y="12788"/>
                  </a:lnTo>
                  <a:lnTo>
                    <a:pt x="3630616" y="12788"/>
                  </a:lnTo>
                  <a:lnTo>
                    <a:pt x="3633743" y="12788"/>
                  </a:lnTo>
                  <a:lnTo>
                    <a:pt x="3636870" y="12788"/>
                  </a:lnTo>
                  <a:lnTo>
                    <a:pt x="3639997" y="12788"/>
                  </a:lnTo>
                  <a:lnTo>
                    <a:pt x="3643124" y="12788"/>
                  </a:lnTo>
                  <a:lnTo>
                    <a:pt x="3646252" y="12788"/>
                  </a:lnTo>
                  <a:lnTo>
                    <a:pt x="3649379" y="12788"/>
                  </a:lnTo>
                  <a:lnTo>
                    <a:pt x="3652506" y="12788"/>
                  </a:lnTo>
                  <a:lnTo>
                    <a:pt x="3655633" y="12788"/>
                  </a:lnTo>
                  <a:lnTo>
                    <a:pt x="3658760" y="12788"/>
                  </a:lnTo>
                  <a:lnTo>
                    <a:pt x="3661887" y="12788"/>
                  </a:lnTo>
                  <a:lnTo>
                    <a:pt x="3665014" y="12788"/>
                  </a:lnTo>
                  <a:lnTo>
                    <a:pt x="3668142" y="12788"/>
                  </a:lnTo>
                  <a:lnTo>
                    <a:pt x="3671269" y="12788"/>
                  </a:lnTo>
                  <a:lnTo>
                    <a:pt x="3674396" y="12788"/>
                  </a:lnTo>
                  <a:lnTo>
                    <a:pt x="3677523" y="12788"/>
                  </a:lnTo>
                  <a:lnTo>
                    <a:pt x="3680650" y="12788"/>
                  </a:lnTo>
                  <a:lnTo>
                    <a:pt x="3683777" y="12788"/>
                  </a:lnTo>
                  <a:lnTo>
                    <a:pt x="3686904" y="12788"/>
                  </a:lnTo>
                  <a:lnTo>
                    <a:pt x="3690032" y="12788"/>
                  </a:lnTo>
                  <a:lnTo>
                    <a:pt x="3693159" y="12788"/>
                  </a:lnTo>
                  <a:lnTo>
                    <a:pt x="3696286" y="12788"/>
                  </a:lnTo>
                  <a:lnTo>
                    <a:pt x="3699413" y="12788"/>
                  </a:lnTo>
                  <a:lnTo>
                    <a:pt x="3702540" y="12788"/>
                  </a:lnTo>
                  <a:lnTo>
                    <a:pt x="3705667" y="12788"/>
                  </a:lnTo>
                  <a:lnTo>
                    <a:pt x="3708794" y="12788"/>
                  </a:lnTo>
                  <a:lnTo>
                    <a:pt x="3711922" y="12788"/>
                  </a:lnTo>
                  <a:lnTo>
                    <a:pt x="3715049" y="12788"/>
                  </a:lnTo>
                  <a:lnTo>
                    <a:pt x="3718176" y="12788"/>
                  </a:lnTo>
                  <a:lnTo>
                    <a:pt x="3721303" y="12788"/>
                  </a:lnTo>
                  <a:lnTo>
                    <a:pt x="3724430" y="12788"/>
                  </a:lnTo>
                  <a:lnTo>
                    <a:pt x="3727557" y="12788"/>
                  </a:lnTo>
                  <a:lnTo>
                    <a:pt x="3730684" y="12788"/>
                  </a:lnTo>
                  <a:lnTo>
                    <a:pt x="3733812" y="12788"/>
                  </a:lnTo>
                  <a:lnTo>
                    <a:pt x="3736939" y="12788"/>
                  </a:lnTo>
                  <a:lnTo>
                    <a:pt x="3740066" y="12788"/>
                  </a:lnTo>
                  <a:lnTo>
                    <a:pt x="3743193" y="12788"/>
                  </a:lnTo>
                  <a:lnTo>
                    <a:pt x="3746320" y="12788"/>
                  </a:lnTo>
                  <a:lnTo>
                    <a:pt x="3749447" y="12788"/>
                  </a:lnTo>
                  <a:lnTo>
                    <a:pt x="3752574" y="12788"/>
                  </a:lnTo>
                  <a:lnTo>
                    <a:pt x="3755702" y="12788"/>
                  </a:lnTo>
                  <a:lnTo>
                    <a:pt x="3758829" y="12788"/>
                  </a:lnTo>
                  <a:lnTo>
                    <a:pt x="3761956" y="12788"/>
                  </a:lnTo>
                  <a:lnTo>
                    <a:pt x="3765083" y="12788"/>
                  </a:lnTo>
                  <a:lnTo>
                    <a:pt x="3768210" y="12788"/>
                  </a:lnTo>
                  <a:lnTo>
                    <a:pt x="3771337" y="12788"/>
                  </a:lnTo>
                  <a:lnTo>
                    <a:pt x="3771337" y="11367"/>
                  </a:lnTo>
                  <a:lnTo>
                    <a:pt x="3774464" y="11367"/>
                  </a:lnTo>
                  <a:lnTo>
                    <a:pt x="3777592" y="11367"/>
                  </a:lnTo>
                  <a:lnTo>
                    <a:pt x="3780719" y="11367"/>
                  </a:lnTo>
                  <a:lnTo>
                    <a:pt x="3783846" y="11367"/>
                  </a:lnTo>
                  <a:lnTo>
                    <a:pt x="3786973" y="11367"/>
                  </a:lnTo>
                  <a:lnTo>
                    <a:pt x="3790100" y="11367"/>
                  </a:lnTo>
                  <a:lnTo>
                    <a:pt x="3793227" y="11367"/>
                  </a:lnTo>
                  <a:lnTo>
                    <a:pt x="3796355" y="11367"/>
                  </a:lnTo>
                  <a:lnTo>
                    <a:pt x="3799482" y="11367"/>
                  </a:lnTo>
                  <a:lnTo>
                    <a:pt x="3802609" y="11367"/>
                  </a:lnTo>
                  <a:lnTo>
                    <a:pt x="3805736" y="11367"/>
                  </a:lnTo>
                  <a:lnTo>
                    <a:pt x="3808863" y="11367"/>
                  </a:lnTo>
                  <a:lnTo>
                    <a:pt x="3811990" y="11367"/>
                  </a:lnTo>
                  <a:lnTo>
                    <a:pt x="3815117" y="11367"/>
                  </a:lnTo>
                  <a:lnTo>
                    <a:pt x="3818245" y="11367"/>
                  </a:lnTo>
                  <a:lnTo>
                    <a:pt x="3821372" y="11367"/>
                  </a:lnTo>
                  <a:lnTo>
                    <a:pt x="3824499" y="11367"/>
                  </a:lnTo>
                  <a:lnTo>
                    <a:pt x="3827626" y="11367"/>
                  </a:lnTo>
                  <a:lnTo>
                    <a:pt x="3830753" y="11367"/>
                  </a:lnTo>
                  <a:lnTo>
                    <a:pt x="3833880" y="11367"/>
                  </a:lnTo>
                  <a:lnTo>
                    <a:pt x="3837007" y="11367"/>
                  </a:lnTo>
                  <a:lnTo>
                    <a:pt x="3840135" y="11367"/>
                  </a:lnTo>
                  <a:lnTo>
                    <a:pt x="3843262" y="11367"/>
                  </a:lnTo>
                  <a:lnTo>
                    <a:pt x="3846389" y="11367"/>
                  </a:lnTo>
                  <a:lnTo>
                    <a:pt x="3849516" y="11367"/>
                  </a:lnTo>
                  <a:lnTo>
                    <a:pt x="3852643" y="11367"/>
                  </a:lnTo>
                  <a:lnTo>
                    <a:pt x="3855770" y="11367"/>
                  </a:lnTo>
                  <a:lnTo>
                    <a:pt x="3858897" y="11367"/>
                  </a:lnTo>
                  <a:lnTo>
                    <a:pt x="3862025" y="11367"/>
                  </a:lnTo>
                  <a:lnTo>
                    <a:pt x="3865152" y="11367"/>
                  </a:lnTo>
                  <a:lnTo>
                    <a:pt x="3868279" y="11367"/>
                  </a:lnTo>
                  <a:lnTo>
                    <a:pt x="3871406" y="11367"/>
                  </a:lnTo>
                  <a:lnTo>
                    <a:pt x="3874533" y="11367"/>
                  </a:lnTo>
                  <a:lnTo>
                    <a:pt x="3877660" y="11367"/>
                  </a:lnTo>
                  <a:lnTo>
                    <a:pt x="3880787" y="11367"/>
                  </a:lnTo>
                  <a:lnTo>
                    <a:pt x="3883915" y="11367"/>
                  </a:lnTo>
                  <a:lnTo>
                    <a:pt x="3887042" y="11367"/>
                  </a:lnTo>
                  <a:lnTo>
                    <a:pt x="3890169" y="11367"/>
                  </a:lnTo>
                  <a:lnTo>
                    <a:pt x="3893296" y="11367"/>
                  </a:lnTo>
                  <a:lnTo>
                    <a:pt x="3896423" y="11367"/>
                  </a:lnTo>
                  <a:lnTo>
                    <a:pt x="3899550" y="11367"/>
                  </a:lnTo>
                  <a:lnTo>
                    <a:pt x="3902677" y="11367"/>
                  </a:lnTo>
                  <a:lnTo>
                    <a:pt x="3905805" y="11367"/>
                  </a:lnTo>
                  <a:lnTo>
                    <a:pt x="3905805" y="9946"/>
                  </a:lnTo>
                  <a:lnTo>
                    <a:pt x="3908932" y="9946"/>
                  </a:lnTo>
                  <a:lnTo>
                    <a:pt x="3912059" y="9946"/>
                  </a:lnTo>
                  <a:lnTo>
                    <a:pt x="3915186" y="9946"/>
                  </a:lnTo>
                  <a:lnTo>
                    <a:pt x="3918313" y="9946"/>
                  </a:lnTo>
                  <a:lnTo>
                    <a:pt x="3921440" y="9946"/>
                  </a:lnTo>
                  <a:lnTo>
                    <a:pt x="3924567" y="9946"/>
                  </a:lnTo>
                  <a:lnTo>
                    <a:pt x="3927695" y="9946"/>
                  </a:lnTo>
                  <a:lnTo>
                    <a:pt x="3930822" y="9946"/>
                  </a:lnTo>
                  <a:lnTo>
                    <a:pt x="3930822" y="8525"/>
                  </a:lnTo>
                  <a:lnTo>
                    <a:pt x="3933949" y="8525"/>
                  </a:lnTo>
                  <a:lnTo>
                    <a:pt x="3937076" y="8525"/>
                  </a:lnTo>
                  <a:lnTo>
                    <a:pt x="3940203" y="8525"/>
                  </a:lnTo>
                  <a:lnTo>
                    <a:pt x="3943330" y="8525"/>
                  </a:lnTo>
                  <a:lnTo>
                    <a:pt x="3946458" y="8525"/>
                  </a:lnTo>
                  <a:lnTo>
                    <a:pt x="3949585" y="8525"/>
                  </a:lnTo>
                  <a:lnTo>
                    <a:pt x="3952712" y="8525"/>
                  </a:lnTo>
                  <a:lnTo>
                    <a:pt x="3955839" y="8525"/>
                  </a:lnTo>
                  <a:lnTo>
                    <a:pt x="3958966" y="8525"/>
                  </a:lnTo>
                  <a:lnTo>
                    <a:pt x="3962093" y="8525"/>
                  </a:lnTo>
                  <a:lnTo>
                    <a:pt x="3965220" y="8525"/>
                  </a:lnTo>
                  <a:lnTo>
                    <a:pt x="3968348" y="8525"/>
                  </a:lnTo>
                  <a:lnTo>
                    <a:pt x="3971475" y="8525"/>
                  </a:lnTo>
                  <a:lnTo>
                    <a:pt x="3974602" y="8525"/>
                  </a:lnTo>
                  <a:lnTo>
                    <a:pt x="3977729" y="8525"/>
                  </a:lnTo>
                  <a:lnTo>
                    <a:pt x="3980856" y="8525"/>
                  </a:lnTo>
                  <a:lnTo>
                    <a:pt x="3983983" y="8525"/>
                  </a:lnTo>
                  <a:lnTo>
                    <a:pt x="3987110" y="8525"/>
                  </a:lnTo>
                  <a:lnTo>
                    <a:pt x="3990238" y="8525"/>
                  </a:lnTo>
                  <a:lnTo>
                    <a:pt x="3993365" y="8525"/>
                  </a:lnTo>
                  <a:lnTo>
                    <a:pt x="3996492" y="8525"/>
                  </a:lnTo>
                  <a:lnTo>
                    <a:pt x="3999619" y="8525"/>
                  </a:lnTo>
                  <a:lnTo>
                    <a:pt x="4002746" y="8525"/>
                  </a:lnTo>
                  <a:lnTo>
                    <a:pt x="4005873" y="8525"/>
                  </a:lnTo>
                  <a:lnTo>
                    <a:pt x="4009000" y="8525"/>
                  </a:lnTo>
                  <a:lnTo>
                    <a:pt x="4012128" y="8525"/>
                  </a:lnTo>
                  <a:lnTo>
                    <a:pt x="4015255" y="8525"/>
                  </a:lnTo>
                  <a:lnTo>
                    <a:pt x="4018382" y="8525"/>
                  </a:lnTo>
                  <a:lnTo>
                    <a:pt x="4021509" y="8525"/>
                  </a:lnTo>
                  <a:lnTo>
                    <a:pt x="4024636" y="8525"/>
                  </a:lnTo>
                  <a:lnTo>
                    <a:pt x="4027763" y="8525"/>
                  </a:lnTo>
                  <a:lnTo>
                    <a:pt x="4030890" y="8525"/>
                  </a:lnTo>
                  <a:lnTo>
                    <a:pt x="4034018" y="8525"/>
                  </a:lnTo>
                  <a:lnTo>
                    <a:pt x="4037145" y="8525"/>
                  </a:lnTo>
                  <a:lnTo>
                    <a:pt x="4040272" y="8525"/>
                  </a:lnTo>
                  <a:lnTo>
                    <a:pt x="4043399" y="8525"/>
                  </a:lnTo>
                  <a:lnTo>
                    <a:pt x="4046526" y="8525"/>
                  </a:lnTo>
                  <a:lnTo>
                    <a:pt x="4049653" y="8525"/>
                  </a:lnTo>
                  <a:lnTo>
                    <a:pt x="4052780" y="8525"/>
                  </a:lnTo>
                  <a:lnTo>
                    <a:pt x="4055908" y="8525"/>
                  </a:lnTo>
                  <a:lnTo>
                    <a:pt x="4059035" y="8525"/>
                  </a:lnTo>
                  <a:lnTo>
                    <a:pt x="4062162" y="8525"/>
                  </a:lnTo>
                  <a:lnTo>
                    <a:pt x="4065289" y="8525"/>
                  </a:lnTo>
                  <a:lnTo>
                    <a:pt x="4068416" y="8525"/>
                  </a:lnTo>
                  <a:lnTo>
                    <a:pt x="4071543" y="8525"/>
                  </a:lnTo>
                  <a:lnTo>
                    <a:pt x="4074670" y="8525"/>
                  </a:lnTo>
                  <a:lnTo>
                    <a:pt x="4077798" y="8525"/>
                  </a:lnTo>
                  <a:lnTo>
                    <a:pt x="4080925" y="8525"/>
                  </a:lnTo>
                  <a:lnTo>
                    <a:pt x="4084052" y="8525"/>
                  </a:lnTo>
                  <a:lnTo>
                    <a:pt x="4087179" y="8525"/>
                  </a:lnTo>
                  <a:lnTo>
                    <a:pt x="4090306" y="8525"/>
                  </a:lnTo>
                  <a:lnTo>
                    <a:pt x="4093433" y="8525"/>
                  </a:lnTo>
                  <a:lnTo>
                    <a:pt x="4096561" y="8525"/>
                  </a:lnTo>
                  <a:lnTo>
                    <a:pt x="4099688" y="8525"/>
                  </a:lnTo>
                  <a:lnTo>
                    <a:pt x="4102815" y="8525"/>
                  </a:lnTo>
                  <a:lnTo>
                    <a:pt x="4105942" y="8525"/>
                  </a:lnTo>
                  <a:lnTo>
                    <a:pt x="4109069" y="8525"/>
                  </a:lnTo>
                  <a:lnTo>
                    <a:pt x="4112196" y="8525"/>
                  </a:lnTo>
                  <a:lnTo>
                    <a:pt x="4115323" y="8525"/>
                  </a:lnTo>
                  <a:lnTo>
                    <a:pt x="4118451" y="8525"/>
                  </a:lnTo>
                  <a:lnTo>
                    <a:pt x="4121578" y="8525"/>
                  </a:lnTo>
                  <a:lnTo>
                    <a:pt x="4124705" y="8525"/>
                  </a:lnTo>
                  <a:lnTo>
                    <a:pt x="4127832" y="8525"/>
                  </a:lnTo>
                  <a:lnTo>
                    <a:pt x="4130959" y="8525"/>
                  </a:lnTo>
                  <a:lnTo>
                    <a:pt x="4134086" y="8525"/>
                  </a:lnTo>
                  <a:lnTo>
                    <a:pt x="4137213" y="8525"/>
                  </a:lnTo>
                  <a:lnTo>
                    <a:pt x="4140341" y="8525"/>
                  </a:lnTo>
                  <a:lnTo>
                    <a:pt x="4143468" y="8525"/>
                  </a:lnTo>
                  <a:lnTo>
                    <a:pt x="4146595" y="8525"/>
                  </a:lnTo>
                  <a:lnTo>
                    <a:pt x="4149722" y="8525"/>
                  </a:lnTo>
                  <a:lnTo>
                    <a:pt x="4152849" y="8525"/>
                  </a:lnTo>
                  <a:lnTo>
                    <a:pt x="4155976" y="8525"/>
                  </a:lnTo>
                  <a:lnTo>
                    <a:pt x="4159103" y="8525"/>
                  </a:lnTo>
                  <a:lnTo>
                    <a:pt x="4162231" y="8525"/>
                  </a:lnTo>
                  <a:lnTo>
                    <a:pt x="4165358" y="8525"/>
                  </a:lnTo>
                  <a:lnTo>
                    <a:pt x="4168485" y="8525"/>
                  </a:lnTo>
                  <a:lnTo>
                    <a:pt x="4171612" y="8525"/>
                  </a:lnTo>
                  <a:lnTo>
                    <a:pt x="4174739" y="8525"/>
                  </a:lnTo>
                  <a:lnTo>
                    <a:pt x="4177866" y="8525"/>
                  </a:lnTo>
                  <a:lnTo>
                    <a:pt x="4180993" y="8525"/>
                  </a:lnTo>
                  <a:lnTo>
                    <a:pt x="4184121" y="8525"/>
                  </a:lnTo>
                  <a:lnTo>
                    <a:pt x="4187248" y="8525"/>
                  </a:lnTo>
                  <a:lnTo>
                    <a:pt x="4190375" y="8525"/>
                  </a:lnTo>
                  <a:lnTo>
                    <a:pt x="4193502" y="8525"/>
                  </a:lnTo>
                  <a:lnTo>
                    <a:pt x="4196629" y="8525"/>
                  </a:lnTo>
                  <a:lnTo>
                    <a:pt x="4199756" y="8525"/>
                  </a:lnTo>
                  <a:lnTo>
                    <a:pt x="4202883" y="8525"/>
                  </a:lnTo>
                  <a:lnTo>
                    <a:pt x="4206011" y="8525"/>
                  </a:lnTo>
                  <a:lnTo>
                    <a:pt x="4209138" y="8525"/>
                  </a:lnTo>
                  <a:lnTo>
                    <a:pt x="4212265" y="8525"/>
                  </a:lnTo>
                  <a:lnTo>
                    <a:pt x="4215392" y="8525"/>
                  </a:lnTo>
                  <a:lnTo>
                    <a:pt x="4218519" y="8525"/>
                  </a:lnTo>
                  <a:lnTo>
                    <a:pt x="4221646" y="8525"/>
                  </a:lnTo>
                  <a:lnTo>
                    <a:pt x="4224773" y="8525"/>
                  </a:lnTo>
                  <a:lnTo>
                    <a:pt x="4224773" y="7104"/>
                  </a:lnTo>
                  <a:lnTo>
                    <a:pt x="4227901" y="7104"/>
                  </a:lnTo>
                  <a:lnTo>
                    <a:pt x="4231028" y="7104"/>
                  </a:lnTo>
                  <a:lnTo>
                    <a:pt x="4234155" y="7104"/>
                  </a:lnTo>
                  <a:lnTo>
                    <a:pt x="4237282" y="7104"/>
                  </a:lnTo>
                  <a:lnTo>
                    <a:pt x="4240409" y="7104"/>
                  </a:lnTo>
                  <a:lnTo>
                    <a:pt x="4243536" y="7104"/>
                  </a:lnTo>
                  <a:lnTo>
                    <a:pt x="4246664" y="7104"/>
                  </a:lnTo>
                  <a:lnTo>
                    <a:pt x="4249791" y="7104"/>
                  </a:lnTo>
                  <a:lnTo>
                    <a:pt x="4252918" y="7104"/>
                  </a:lnTo>
                  <a:lnTo>
                    <a:pt x="4256045" y="7104"/>
                  </a:lnTo>
                  <a:lnTo>
                    <a:pt x="4259172" y="7104"/>
                  </a:lnTo>
                  <a:lnTo>
                    <a:pt x="4262299" y="7104"/>
                  </a:lnTo>
                  <a:lnTo>
                    <a:pt x="4265426" y="7104"/>
                  </a:lnTo>
                  <a:lnTo>
                    <a:pt x="4268554" y="7104"/>
                  </a:lnTo>
                  <a:lnTo>
                    <a:pt x="4271681" y="7104"/>
                  </a:lnTo>
                  <a:lnTo>
                    <a:pt x="4274808" y="7104"/>
                  </a:lnTo>
                  <a:lnTo>
                    <a:pt x="4277935" y="7104"/>
                  </a:lnTo>
                  <a:lnTo>
                    <a:pt x="4281062" y="7104"/>
                  </a:lnTo>
                  <a:lnTo>
                    <a:pt x="4284189" y="7104"/>
                  </a:lnTo>
                  <a:lnTo>
                    <a:pt x="4287316" y="7104"/>
                  </a:lnTo>
                  <a:lnTo>
                    <a:pt x="4290444" y="7104"/>
                  </a:lnTo>
                  <a:lnTo>
                    <a:pt x="4293571" y="7104"/>
                  </a:lnTo>
                  <a:lnTo>
                    <a:pt x="4296698" y="7104"/>
                  </a:lnTo>
                  <a:lnTo>
                    <a:pt x="4299825" y="7104"/>
                  </a:lnTo>
                  <a:lnTo>
                    <a:pt x="4302952" y="7104"/>
                  </a:lnTo>
                  <a:lnTo>
                    <a:pt x="4306079" y="7104"/>
                  </a:lnTo>
                  <a:lnTo>
                    <a:pt x="4309206" y="7104"/>
                  </a:lnTo>
                  <a:lnTo>
                    <a:pt x="4312334" y="7104"/>
                  </a:lnTo>
                  <a:lnTo>
                    <a:pt x="4315461" y="7104"/>
                  </a:lnTo>
                  <a:lnTo>
                    <a:pt x="4318588" y="7104"/>
                  </a:lnTo>
                  <a:lnTo>
                    <a:pt x="4321715" y="7104"/>
                  </a:lnTo>
                  <a:lnTo>
                    <a:pt x="4324842" y="7104"/>
                  </a:lnTo>
                  <a:lnTo>
                    <a:pt x="4327969" y="7104"/>
                  </a:lnTo>
                  <a:lnTo>
                    <a:pt x="4331096" y="7104"/>
                  </a:lnTo>
                  <a:lnTo>
                    <a:pt x="4334224" y="7104"/>
                  </a:lnTo>
                  <a:lnTo>
                    <a:pt x="4337351" y="7104"/>
                  </a:lnTo>
                  <a:lnTo>
                    <a:pt x="4340478" y="7104"/>
                  </a:lnTo>
                  <a:lnTo>
                    <a:pt x="4343605" y="7104"/>
                  </a:lnTo>
                  <a:lnTo>
                    <a:pt x="4346732" y="7104"/>
                  </a:lnTo>
                  <a:lnTo>
                    <a:pt x="4349859" y="7104"/>
                  </a:lnTo>
                  <a:lnTo>
                    <a:pt x="4352986" y="7104"/>
                  </a:lnTo>
                  <a:lnTo>
                    <a:pt x="4356114" y="7104"/>
                  </a:lnTo>
                  <a:lnTo>
                    <a:pt x="4359241" y="7104"/>
                  </a:lnTo>
                  <a:lnTo>
                    <a:pt x="4362368" y="7104"/>
                  </a:lnTo>
                  <a:lnTo>
                    <a:pt x="4365495" y="7104"/>
                  </a:lnTo>
                  <a:lnTo>
                    <a:pt x="4368622" y="7104"/>
                  </a:lnTo>
                  <a:lnTo>
                    <a:pt x="4371749" y="7104"/>
                  </a:lnTo>
                  <a:lnTo>
                    <a:pt x="4374876" y="7104"/>
                  </a:lnTo>
                  <a:lnTo>
                    <a:pt x="4378004" y="7104"/>
                  </a:lnTo>
                  <a:lnTo>
                    <a:pt x="4381131" y="7104"/>
                  </a:lnTo>
                  <a:lnTo>
                    <a:pt x="4384258" y="7104"/>
                  </a:lnTo>
                  <a:lnTo>
                    <a:pt x="4387385" y="7104"/>
                  </a:lnTo>
                  <a:lnTo>
                    <a:pt x="4390512" y="7104"/>
                  </a:lnTo>
                  <a:lnTo>
                    <a:pt x="4393639" y="7104"/>
                  </a:lnTo>
                  <a:lnTo>
                    <a:pt x="4396766" y="7104"/>
                  </a:lnTo>
                  <a:lnTo>
                    <a:pt x="4399894" y="7104"/>
                  </a:lnTo>
                  <a:lnTo>
                    <a:pt x="4403021" y="7104"/>
                  </a:lnTo>
                  <a:lnTo>
                    <a:pt x="4406148" y="7104"/>
                  </a:lnTo>
                  <a:lnTo>
                    <a:pt x="4409275" y="7104"/>
                  </a:lnTo>
                  <a:lnTo>
                    <a:pt x="4412402" y="7104"/>
                  </a:lnTo>
                  <a:lnTo>
                    <a:pt x="4415529" y="7104"/>
                  </a:lnTo>
                  <a:lnTo>
                    <a:pt x="4418657" y="7104"/>
                  </a:lnTo>
                  <a:lnTo>
                    <a:pt x="4421784" y="7104"/>
                  </a:lnTo>
                  <a:lnTo>
                    <a:pt x="4424911" y="7104"/>
                  </a:lnTo>
                  <a:lnTo>
                    <a:pt x="4428038" y="7104"/>
                  </a:lnTo>
                  <a:lnTo>
                    <a:pt x="4431165" y="7104"/>
                  </a:lnTo>
                  <a:lnTo>
                    <a:pt x="4434292" y="7104"/>
                  </a:lnTo>
                  <a:lnTo>
                    <a:pt x="4437419" y="7104"/>
                  </a:lnTo>
                  <a:lnTo>
                    <a:pt x="4440547" y="7104"/>
                  </a:lnTo>
                  <a:lnTo>
                    <a:pt x="4443674" y="7104"/>
                  </a:lnTo>
                  <a:lnTo>
                    <a:pt x="4446801" y="7104"/>
                  </a:lnTo>
                  <a:lnTo>
                    <a:pt x="4449928" y="7104"/>
                  </a:lnTo>
                  <a:lnTo>
                    <a:pt x="4453055" y="7104"/>
                  </a:lnTo>
                  <a:lnTo>
                    <a:pt x="4456182" y="7104"/>
                  </a:lnTo>
                  <a:lnTo>
                    <a:pt x="4459309" y="7104"/>
                  </a:lnTo>
                  <a:lnTo>
                    <a:pt x="4462437" y="7104"/>
                  </a:lnTo>
                  <a:lnTo>
                    <a:pt x="4465564" y="7104"/>
                  </a:lnTo>
                  <a:lnTo>
                    <a:pt x="4468691" y="7104"/>
                  </a:lnTo>
                  <a:lnTo>
                    <a:pt x="4471818" y="7104"/>
                  </a:lnTo>
                  <a:lnTo>
                    <a:pt x="4474945" y="7104"/>
                  </a:lnTo>
                  <a:lnTo>
                    <a:pt x="4478072" y="7104"/>
                  </a:lnTo>
                  <a:lnTo>
                    <a:pt x="4481199" y="7104"/>
                  </a:lnTo>
                  <a:lnTo>
                    <a:pt x="4484327" y="7104"/>
                  </a:lnTo>
                  <a:lnTo>
                    <a:pt x="4487454" y="7104"/>
                  </a:lnTo>
                  <a:lnTo>
                    <a:pt x="4490581" y="7104"/>
                  </a:lnTo>
                  <a:lnTo>
                    <a:pt x="4493708" y="7104"/>
                  </a:lnTo>
                  <a:lnTo>
                    <a:pt x="4496835" y="7104"/>
                  </a:lnTo>
                  <a:lnTo>
                    <a:pt x="4499962" y="7104"/>
                  </a:lnTo>
                  <a:lnTo>
                    <a:pt x="4503089" y="7104"/>
                  </a:lnTo>
                  <a:lnTo>
                    <a:pt x="4506217" y="7104"/>
                  </a:lnTo>
                  <a:lnTo>
                    <a:pt x="4509344" y="7104"/>
                  </a:lnTo>
                  <a:lnTo>
                    <a:pt x="4512471" y="7104"/>
                  </a:lnTo>
                  <a:lnTo>
                    <a:pt x="4515598" y="7104"/>
                  </a:lnTo>
                  <a:lnTo>
                    <a:pt x="4518725" y="7104"/>
                  </a:lnTo>
                  <a:lnTo>
                    <a:pt x="4521852" y="7104"/>
                  </a:lnTo>
                  <a:lnTo>
                    <a:pt x="4524979" y="7104"/>
                  </a:lnTo>
                  <a:lnTo>
                    <a:pt x="4528107" y="7104"/>
                  </a:lnTo>
                  <a:lnTo>
                    <a:pt x="4531234" y="7104"/>
                  </a:lnTo>
                  <a:lnTo>
                    <a:pt x="4534361" y="7104"/>
                  </a:lnTo>
                  <a:lnTo>
                    <a:pt x="4537488" y="7104"/>
                  </a:lnTo>
                  <a:lnTo>
                    <a:pt x="4540615" y="7104"/>
                  </a:lnTo>
                  <a:lnTo>
                    <a:pt x="4543742" y="7104"/>
                  </a:lnTo>
                  <a:lnTo>
                    <a:pt x="4546869" y="7104"/>
                  </a:lnTo>
                  <a:lnTo>
                    <a:pt x="4549997" y="7104"/>
                  </a:lnTo>
                  <a:lnTo>
                    <a:pt x="4553124" y="7104"/>
                  </a:lnTo>
                  <a:lnTo>
                    <a:pt x="4556251" y="7104"/>
                  </a:lnTo>
                  <a:lnTo>
                    <a:pt x="4559378" y="7104"/>
                  </a:lnTo>
                  <a:lnTo>
                    <a:pt x="4562505" y="7104"/>
                  </a:lnTo>
                  <a:lnTo>
                    <a:pt x="4565632" y="7104"/>
                  </a:lnTo>
                  <a:lnTo>
                    <a:pt x="4568760" y="7104"/>
                  </a:lnTo>
                  <a:lnTo>
                    <a:pt x="4571887" y="7104"/>
                  </a:lnTo>
                  <a:lnTo>
                    <a:pt x="4575014" y="7104"/>
                  </a:lnTo>
                  <a:lnTo>
                    <a:pt x="4578141" y="7104"/>
                  </a:lnTo>
                  <a:lnTo>
                    <a:pt x="4581268" y="7104"/>
                  </a:lnTo>
                  <a:lnTo>
                    <a:pt x="4584395" y="7104"/>
                  </a:lnTo>
                  <a:lnTo>
                    <a:pt x="4587522" y="7104"/>
                  </a:lnTo>
                  <a:lnTo>
                    <a:pt x="4590650" y="7104"/>
                  </a:lnTo>
                  <a:lnTo>
                    <a:pt x="4593777" y="7104"/>
                  </a:lnTo>
                  <a:lnTo>
                    <a:pt x="4596904" y="7104"/>
                  </a:lnTo>
                  <a:lnTo>
                    <a:pt x="4600031" y="7104"/>
                  </a:lnTo>
                  <a:lnTo>
                    <a:pt x="4603158" y="7104"/>
                  </a:lnTo>
                  <a:lnTo>
                    <a:pt x="4606285" y="7104"/>
                  </a:lnTo>
                  <a:lnTo>
                    <a:pt x="4609412" y="7104"/>
                  </a:lnTo>
                  <a:lnTo>
                    <a:pt x="4612540" y="7104"/>
                  </a:lnTo>
                  <a:lnTo>
                    <a:pt x="4615667" y="7104"/>
                  </a:lnTo>
                  <a:lnTo>
                    <a:pt x="4618794" y="7104"/>
                  </a:lnTo>
                  <a:lnTo>
                    <a:pt x="4621921" y="7104"/>
                  </a:lnTo>
                  <a:lnTo>
                    <a:pt x="4625048" y="7104"/>
                  </a:lnTo>
                  <a:lnTo>
                    <a:pt x="4628175" y="7104"/>
                  </a:lnTo>
                  <a:lnTo>
                    <a:pt x="4631302" y="7104"/>
                  </a:lnTo>
                  <a:lnTo>
                    <a:pt x="4634430" y="7104"/>
                  </a:lnTo>
                  <a:lnTo>
                    <a:pt x="4637557" y="7104"/>
                  </a:lnTo>
                  <a:lnTo>
                    <a:pt x="4640684" y="7104"/>
                  </a:lnTo>
                  <a:lnTo>
                    <a:pt x="4643811" y="7104"/>
                  </a:lnTo>
                  <a:lnTo>
                    <a:pt x="4646938" y="7104"/>
                  </a:lnTo>
                  <a:lnTo>
                    <a:pt x="4650065" y="7104"/>
                  </a:lnTo>
                  <a:lnTo>
                    <a:pt x="4653192" y="7104"/>
                  </a:lnTo>
                  <a:lnTo>
                    <a:pt x="4656320" y="7104"/>
                  </a:lnTo>
                  <a:lnTo>
                    <a:pt x="4659447" y="7104"/>
                  </a:lnTo>
                  <a:lnTo>
                    <a:pt x="4662574" y="7104"/>
                  </a:lnTo>
                  <a:lnTo>
                    <a:pt x="4665701" y="7104"/>
                  </a:lnTo>
                  <a:lnTo>
                    <a:pt x="4668828" y="7104"/>
                  </a:lnTo>
                  <a:lnTo>
                    <a:pt x="4671955" y="7104"/>
                  </a:lnTo>
                  <a:lnTo>
                    <a:pt x="4675082" y="7104"/>
                  </a:lnTo>
                  <a:lnTo>
                    <a:pt x="4678210" y="7104"/>
                  </a:lnTo>
                  <a:lnTo>
                    <a:pt x="4681337" y="7104"/>
                  </a:lnTo>
                  <a:lnTo>
                    <a:pt x="4684464" y="7104"/>
                  </a:lnTo>
                  <a:lnTo>
                    <a:pt x="4687591" y="7104"/>
                  </a:lnTo>
                  <a:lnTo>
                    <a:pt x="4690718" y="7104"/>
                  </a:lnTo>
                  <a:lnTo>
                    <a:pt x="4693845" y="7104"/>
                  </a:lnTo>
                  <a:lnTo>
                    <a:pt x="4696972" y="7104"/>
                  </a:lnTo>
                  <a:lnTo>
                    <a:pt x="4700100" y="7104"/>
                  </a:lnTo>
                  <a:lnTo>
                    <a:pt x="4703227" y="7104"/>
                  </a:lnTo>
                  <a:lnTo>
                    <a:pt x="4706354" y="7104"/>
                  </a:lnTo>
                  <a:lnTo>
                    <a:pt x="4709481" y="7104"/>
                  </a:lnTo>
                  <a:lnTo>
                    <a:pt x="4712608" y="7104"/>
                  </a:lnTo>
                  <a:lnTo>
                    <a:pt x="4715735" y="7104"/>
                  </a:lnTo>
                  <a:lnTo>
                    <a:pt x="4718863" y="7104"/>
                  </a:lnTo>
                  <a:lnTo>
                    <a:pt x="4721990" y="7104"/>
                  </a:lnTo>
                  <a:lnTo>
                    <a:pt x="4725117" y="7104"/>
                  </a:lnTo>
                  <a:lnTo>
                    <a:pt x="4728244" y="7104"/>
                  </a:lnTo>
                  <a:lnTo>
                    <a:pt x="4731371" y="7104"/>
                  </a:lnTo>
                  <a:lnTo>
                    <a:pt x="4734498" y="7104"/>
                  </a:lnTo>
                  <a:lnTo>
                    <a:pt x="4737625" y="7104"/>
                  </a:lnTo>
                  <a:lnTo>
                    <a:pt x="4740753" y="7104"/>
                  </a:lnTo>
                  <a:lnTo>
                    <a:pt x="4743880" y="7104"/>
                  </a:lnTo>
                  <a:lnTo>
                    <a:pt x="4747007" y="7104"/>
                  </a:lnTo>
                  <a:lnTo>
                    <a:pt x="4750134" y="7104"/>
                  </a:lnTo>
                  <a:lnTo>
                    <a:pt x="4753261" y="7104"/>
                  </a:lnTo>
                  <a:lnTo>
                    <a:pt x="4756388" y="7104"/>
                  </a:lnTo>
                  <a:lnTo>
                    <a:pt x="4759515" y="7104"/>
                  </a:lnTo>
                  <a:lnTo>
                    <a:pt x="4762643" y="7104"/>
                  </a:lnTo>
                  <a:lnTo>
                    <a:pt x="4765770" y="7104"/>
                  </a:lnTo>
                  <a:lnTo>
                    <a:pt x="4768897" y="7104"/>
                  </a:lnTo>
                  <a:lnTo>
                    <a:pt x="4772024" y="7104"/>
                  </a:lnTo>
                  <a:lnTo>
                    <a:pt x="4775151" y="7104"/>
                  </a:lnTo>
                  <a:lnTo>
                    <a:pt x="4778278" y="7104"/>
                  </a:lnTo>
                  <a:lnTo>
                    <a:pt x="4781405" y="7104"/>
                  </a:lnTo>
                  <a:lnTo>
                    <a:pt x="4784533" y="7104"/>
                  </a:lnTo>
                  <a:lnTo>
                    <a:pt x="4787660" y="7104"/>
                  </a:lnTo>
                  <a:lnTo>
                    <a:pt x="4790787" y="7104"/>
                  </a:lnTo>
                  <a:lnTo>
                    <a:pt x="4793914" y="7104"/>
                  </a:lnTo>
                  <a:lnTo>
                    <a:pt x="4797041" y="7104"/>
                  </a:lnTo>
                  <a:lnTo>
                    <a:pt x="4800168" y="7104"/>
                  </a:lnTo>
                  <a:lnTo>
                    <a:pt x="4803295" y="7104"/>
                  </a:lnTo>
                  <a:lnTo>
                    <a:pt x="4806423" y="7104"/>
                  </a:lnTo>
                  <a:lnTo>
                    <a:pt x="4809550" y="7104"/>
                  </a:lnTo>
                  <a:lnTo>
                    <a:pt x="4812677" y="7104"/>
                  </a:lnTo>
                  <a:lnTo>
                    <a:pt x="4815804" y="7104"/>
                  </a:lnTo>
                  <a:lnTo>
                    <a:pt x="4818931" y="7104"/>
                  </a:lnTo>
                  <a:lnTo>
                    <a:pt x="4822058" y="7104"/>
                  </a:lnTo>
                  <a:lnTo>
                    <a:pt x="4825185" y="7104"/>
                  </a:lnTo>
                  <a:lnTo>
                    <a:pt x="4828313" y="7104"/>
                  </a:lnTo>
                  <a:lnTo>
                    <a:pt x="4831440" y="7104"/>
                  </a:lnTo>
                  <a:lnTo>
                    <a:pt x="4834567" y="7104"/>
                  </a:lnTo>
                  <a:lnTo>
                    <a:pt x="4837694" y="7104"/>
                  </a:lnTo>
                  <a:lnTo>
                    <a:pt x="4840821" y="7104"/>
                  </a:lnTo>
                  <a:lnTo>
                    <a:pt x="4843948" y="7104"/>
                  </a:lnTo>
                  <a:lnTo>
                    <a:pt x="4847075" y="7104"/>
                  </a:lnTo>
                  <a:lnTo>
                    <a:pt x="4847075" y="5683"/>
                  </a:lnTo>
                  <a:lnTo>
                    <a:pt x="4850203" y="5683"/>
                  </a:lnTo>
                  <a:lnTo>
                    <a:pt x="4853330" y="5683"/>
                  </a:lnTo>
                  <a:lnTo>
                    <a:pt x="4856457" y="5683"/>
                  </a:lnTo>
                  <a:lnTo>
                    <a:pt x="4859584" y="5683"/>
                  </a:lnTo>
                  <a:lnTo>
                    <a:pt x="4862711" y="5683"/>
                  </a:lnTo>
                  <a:lnTo>
                    <a:pt x="4865838" y="5683"/>
                  </a:lnTo>
                  <a:lnTo>
                    <a:pt x="4868966" y="5683"/>
                  </a:lnTo>
                  <a:lnTo>
                    <a:pt x="4872093" y="5683"/>
                  </a:lnTo>
                  <a:lnTo>
                    <a:pt x="4875220" y="5683"/>
                  </a:lnTo>
                  <a:lnTo>
                    <a:pt x="4875220" y="4262"/>
                  </a:lnTo>
                  <a:lnTo>
                    <a:pt x="4878347" y="4262"/>
                  </a:lnTo>
                  <a:lnTo>
                    <a:pt x="4881474" y="4262"/>
                  </a:lnTo>
                  <a:lnTo>
                    <a:pt x="4884601" y="4262"/>
                  </a:lnTo>
                  <a:lnTo>
                    <a:pt x="4887728" y="4262"/>
                  </a:lnTo>
                  <a:lnTo>
                    <a:pt x="4890856" y="4262"/>
                  </a:lnTo>
                  <a:lnTo>
                    <a:pt x="4893983" y="4262"/>
                  </a:lnTo>
                  <a:lnTo>
                    <a:pt x="4897110" y="4262"/>
                  </a:lnTo>
                  <a:lnTo>
                    <a:pt x="4900237" y="4262"/>
                  </a:lnTo>
                  <a:lnTo>
                    <a:pt x="4903364" y="4262"/>
                  </a:lnTo>
                  <a:lnTo>
                    <a:pt x="4906491" y="4262"/>
                  </a:lnTo>
                  <a:lnTo>
                    <a:pt x="4909618" y="4262"/>
                  </a:lnTo>
                  <a:lnTo>
                    <a:pt x="4912746" y="4262"/>
                  </a:lnTo>
                  <a:lnTo>
                    <a:pt x="4915873" y="4262"/>
                  </a:lnTo>
                  <a:lnTo>
                    <a:pt x="4919000" y="4262"/>
                  </a:lnTo>
                  <a:lnTo>
                    <a:pt x="4922127" y="4262"/>
                  </a:lnTo>
                  <a:lnTo>
                    <a:pt x="4925254" y="4262"/>
                  </a:lnTo>
                  <a:lnTo>
                    <a:pt x="4928381" y="4262"/>
                  </a:lnTo>
                  <a:lnTo>
                    <a:pt x="4931508" y="4262"/>
                  </a:lnTo>
                  <a:lnTo>
                    <a:pt x="4934636" y="4262"/>
                  </a:lnTo>
                  <a:lnTo>
                    <a:pt x="4937763" y="4262"/>
                  </a:lnTo>
                  <a:lnTo>
                    <a:pt x="4940890" y="4262"/>
                  </a:lnTo>
                  <a:lnTo>
                    <a:pt x="4944017" y="4262"/>
                  </a:lnTo>
                  <a:lnTo>
                    <a:pt x="4947144" y="4262"/>
                  </a:lnTo>
                  <a:lnTo>
                    <a:pt x="4950271" y="4262"/>
                  </a:lnTo>
                  <a:lnTo>
                    <a:pt x="4953398" y="4262"/>
                  </a:lnTo>
                  <a:lnTo>
                    <a:pt x="4956526" y="4262"/>
                  </a:lnTo>
                  <a:lnTo>
                    <a:pt x="4959653" y="4262"/>
                  </a:lnTo>
                  <a:lnTo>
                    <a:pt x="4962780" y="4262"/>
                  </a:lnTo>
                  <a:lnTo>
                    <a:pt x="4965907" y="4262"/>
                  </a:lnTo>
                  <a:lnTo>
                    <a:pt x="4969034" y="4262"/>
                  </a:lnTo>
                  <a:lnTo>
                    <a:pt x="4972161" y="4262"/>
                  </a:lnTo>
                  <a:lnTo>
                    <a:pt x="4975288" y="4262"/>
                  </a:lnTo>
                  <a:lnTo>
                    <a:pt x="4978416" y="4262"/>
                  </a:lnTo>
                  <a:lnTo>
                    <a:pt x="4981543" y="4262"/>
                  </a:lnTo>
                  <a:lnTo>
                    <a:pt x="4984670" y="4262"/>
                  </a:lnTo>
                  <a:lnTo>
                    <a:pt x="4987797" y="4262"/>
                  </a:lnTo>
                  <a:lnTo>
                    <a:pt x="4990924" y="4262"/>
                  </a:lnTo>
                  <a:lnTo>
                    <a:pt x="4994051" y="4262"/>
                  </a:lnTo>
                  <a:lnTo>
                    <a:pt x="4997178" y="4262"/>
                  </a:lnTo>
                  <a:lnTo>
                    <a:pt x="5000306" y="4262"/>
                  </a:lnTo>
                  <a:lnTo>
                    <a:pt x="5003433" y="4262"/>
                  </a:lnTo>
                  <a:lnTo>
                    <a:pt x="5006560" y="4262"/>
                  </a:lnTo>
                  <a:lnTo>
                    <a:pt x="5009687" y="4262"/>
                  </a:lnTo>
                  <a:lnTo>
                    <a:pt x="5012814" y="4262"/>
                  </a:lnTo>
                  <a:lnTo>
                    <a:pt x="5015941" y="4262"/>
                  </a:lnTo>
                  <a:lnTo>
                    <a:pt x="5019069" y="4262"/>
                  </a:lnTo>
                  <a:lnTo>
                    <a:pt x="5022196" y="4262"/>
                  </a:lnTo>
                  <a:lnTo>
                    <a:pt x="5025323" y="4262"/>
                  </a:lnTo>
                  <a:lnTo>
                    <a:pt x="5028450" y="4262"/>
                  </a:lnTo>
                  <a:lnTo>
                    <a:pt x="5031577" y="4262"/>
                  </a:lnTo>
                  <a:lnTo>
                    <a:pt x="5034704" y="4262"/>
                  </a:lnTo>
                  <a:lnTo>
                    <a:pt x="5037831" y="4262"/>
                  </a:lnTo>
                  <a:lnTo>
                    <a:pt x="5040959" y="4262"/>
                  </a:lnTo>
                  <a:lnTo>
                    <a:pt x="5044086" y="4262"/>
                  </a:lnTo>
                  <a:lnTo>
                    <a:pt x="5047213" y="4262"/>
                  </a:lnTo>
                  <a:lnTo>
                    <a:pt x="5050340" y="4262"/>
                  </a:lnTo>
                  <a:lnTo>
                    <a:pt x="5053467" y="4262"/>
                  </a:lnTo>
                  <a:lnTo>
                    <a:pt x="5056594" y="4262"/>
                  </a:lnTo>
                  <a:lnTo>
                    <a:pt x="5059721" y="4262"/>
                  </a:lnTo>
                  <a:lnTo>
                    <a:pt x="5062849" y="4262"/>
                  </a:lnTo>
                  <a:lnTo>
                    <a:pt x="5065976" y="4262"/>
                  </a:lnTo>
                  <a:lnTo>
                    <a:pt x="5069103" y="4262"/>
                  </a:lnTo>
                  <a:lnTo>
                    <a:pt x="5072230" y="4262"/>
                  </a:lnTo>
                  <a:lnTo>
                    <a:pt x="5075357" y="4262"/>
                  </a:lnTo>
                  <a:lnTo>
                    <a:pt x="5078484" y="4262"/>
                  </a:lnTo>
                  <a:lnTo>
                    <a:pt x="5081611" y="4262"/>
                  </a:lnTo>
                  <a:lnTo>
                    <a:pt x="5084739" y="4262"/>
                  </a:lnTo>
                  <a:lnTo>
                    <a:pt x="5087866" y="4262"/>
                  </a:lnTo>
                  <a:lnTo>
                    <a:pt x="5090993" y="4262"/>
                  </a:lnTo>
                  <a:lnTo>
                    <a:pt x="5094120" y="4262"/>
                  </a:lnTo>
                  <a:lnTo>
                    <a:pt x="5097247" y="4262"/>
                  </a:lnTo>
                  <a:lnTo>
                    <a:pt x="5100374" y="4262"/>
                  </a:lnTo>
                  <a:lnTo>
                    <a:pt x="5103501" y="4262"/>
                  </a:lnTo>
                  <a:lnTo>
                    <a:pt x="5106629" y="4262"/>
                  </a:lnTo>
                  <a:lnTo>
                    <a:pt x="5109756" y="4262"/>
                  </a:lnTo>
                  <a:lnTo>
                    <a:pt x="5112883" y="4262"/>
                  </a:lnTo>
                  <a:lnTo>
                    <a:pt x="5116010" y="4262"/>
                  </a:lnTo>
                  <a:lnTo>
                    <a:pt x="5119137" y="4262"/>
                  </a:lnTo>
                  <a:lnTo>
                    <a:pt x="5122264" y="4262"/>
                  </a:lnTo>
                  <a:lnTo>
                    <a:pt x="5125391" y="4262"/>
                  </a:lnTo>
                  <a:lnTo>
                    <a:pt x="5128519" y="4262"/>
                  </a:lnTo>
                  <a:lnTo>
                    <a:pt x="5131646" y="4262"/>
                  </a:lnTo>
                  <a:lnTo>
                    <a:pt x="5134773" y="4262"/>
                  </a:lnTo>
                  <a:lnTo>
                    <a:pt x="5137900" y="4262"/>
                  </a:lnTo>
                  <a:lnTo>
                    <a:pt x="5141027" y="4262"/>
                  </a:lnTo>
                  <a:lnTo>
                    <a:pt x="5144154" y="4262"/>
                  </a:lnTo>
                  <a:lnTo>
                    <a:pt x="5147281" y="4262"/>
                  </a:lnTo>
                  <a:lnTo>
                    <a:pt x="5150409" y="4262"/>
                  </a:lnTo>
                  <a:lnTo>
                    <a:pt x="5153536" y="4262"/>
                  </a:lnTo>
                  <a:lnTo>
                    <a:pt x="5156663" y="4262"/>
                  </a:lnTo>
                  <a:lnTo>
                    <a:pt x="5156663" y="2841"/>
                  </a:lnTo>
                  <a:lnTo>
                    <a:pt x="5159790" y="2841"/>
                  </a:lnTo>
                  <a:lnTo>
                    <a:pt x="5162917" y="2841"/>
                  </a:lnTo>
                  <a:lnTo>
                    <a:pt x="5166044" y="2841"/>
                  </a:lnTo>
                  <a:lnTo>
                    <a:pt x="5169172" y="2841"/>
                  </a:lnTo>
                  <a:lnTo>
                    <a:pt x="5172299" y="2841"/>
                  </a:lnTo>
                  <a:lnTo>
                    <a:pt x="5175426" y="2841"/>
                  </a:lnTo>
                  <a:lnTo>
                    <a:pt x="5178553" y="2841"/>
                  </a:lnTo>
                  <a:lnTo>
                    <a:pt x="5181680" y="2841"/>
                  </a:lnTo>
                  <a:lnTo>
                    <a:pt x="5184807" y="2841"/>
                  </a:lnTo>
                  <a:lnTo>
                    <a:pt x="5187934" y="2841"/>
                  </a:lnTo>
                  <a:lnTo>
                    <a:pt x="5191062" y="2841"/>
                  </a:lnTo>
                  <a:lnTo>
                    <a:pt x="5194189" y="2841"/>
                  </a:lnTo>
                  <a:lnTo>
                    <a:pt x="5197316" y="2841"/>
                  </a:lnTo>
                  <a:lnTo>
                    <a:pt x="5200443" y="2841"/>
                  </a:lnTo>
                  <a:lnTo>
                    <a:pt x="5203570" y="2841"/>
                  </a:lnTo>
                  <a:lnTo>
                    <a:pt x="5206697" y="2841"/>
                  </a:lnTo>
                  <a:lnTo>
                    <a:pt x="5209824" y="2841"/>
                  </a:lnTo>
                  <a:lnTo>
                    <a:pt x="5212952" y="2841"/>
                  </a:lnTo>
                  <a:lnTo>
                    <a:pt x="5216079" y="2841"/>
                  </a:lnTo>
                  <a:lnTo>
                    <a:pt x="5219206" y="2841"/>
                  </a:lnTo>
                  <a:lnTo>
                    <a:pt x="5222333" y="2841"/>
                  </a:lnTo>
                  <a:lnTo>
                    <a:pt x="5225460" y="2841"/>
                  </a:lnTo>
                  <a:lnTo>
                    <a:pt x="5228587" y="2841"/>
                  </a:lnTo>
                  <a:lnTo>
                    <a:pt x="5231714" y="2841"/>
                  </a:lnTo>
                  <a:lnTo>
                    <a:pt x="5234842" y="2841"/>
                  </a:lnTo>
                  <a:lnTo>
                    <a:pt x="5237969" y="2841"/>
                  </a:lnTo>
                  <a:lnTo>
                    <a:pt x="5241096" y="2841"/>
                  </a:lnTo>
                  <a:lnTo>
                    <a:pt x="5244223" y="2841"/>
                  </a:lnTo>
                  <a:lnTo>
                    <a:pt x="5247350" y="2841"/>
                  </a:lnTo>
                  <a:lnTo>
                    <a:pt x="5250477" y="2841"/>
                  </a:lnTo>
                  <a:lnTo>
                    <a:pt x="5253604" y="2841"/>
                  </a:lnTo>
                  <a:lnTo>
                    <a:pt x="5256732" y="2841"/>
                  </a:lnTo>
                  <a:lnTo>
                    <a:pt x="5259859" y="2841"/>
                  </a:lnTo>
                  <a:lnTo>
                    <a:pt x="5262986" y="2841"/>
                  </a:lnTo>
                  <a:lnTo>
                    <a:pt x="5266113" y="2841"/>
                  </a:lnTo>
                  <a:lnTo>
                    <a:pt x="5269240" y="2841"/>
                  </a:lnTo>
                  <a:lnTo>
                    <a:pt x="5272367" y="2841"/>
                  </a:lnTo>
                  <a:lnTo>
                    <a:pt x="5275494" y="2841"/>
                  </a:lnTo>
                  <a:lnTo>
                    <a:pt x="5278622" y="2841"/>
                  </a:lnTo>
                  <a:lnTo>
                    <a:pt x="5281749" y="2841"/>
                  </a:lnTo>
                  <a:lnTo>
                    <a:pt x="5284876" y="2841"/>
                  </a:lnTo>
                  <a:lnTo>
                    <a:pt x="5288003" y="2841"/>
                  </a:lnTo>
                  <a:lnTo>
                    <a:pt x="5291130" y="2841"/>
                  </a:lnTo>
                  <a:lnTo>
                    <a:pt x="5294257" y="2841"/>
                  </a:lnTo>
                  <a:lnTo>
                    <a:pt x="5297384" y="2841"/>
                  </a:lnTo>
                  <a:lnTo>
                    <a:pt x="5300512" y="2841"/>
                  </a:lnTo>
                  <a:lnTo>
                    <a:pt x="5303639" y="2841"/>
                  </a:lnTo>
                  <a:lnTo>
                    <a:pt x="5306766" y="2841"/>
                  </a:lnTo>
                  <a:lnTo>
                    <a:pt x="5309893" y="2841"/>
                  </a:lnTo>
                  <a:lnTo>
                    <a:pt x="5313020" y="2841"/>
                  </a:lnTo>
                  <a:lnTo>
                    <a:pt x="5316147" y="2841"/>
                  </a:lnTo>
                  <a:lnTo>
                    <a:pt x="5319275" y="2841"/>
                  </a:lnTo>
                  <a:lnTo>
                    <a:pt x="5322402" y="2841"/>
                  </a:lnTo>
                  <a:lnTo>
                    <a:pt x="5325529" y="2841"/>
                  </a:lnTo>
                  <a:lnTo>
                    <a:pt x="5328656" y="2841"/>
                  </a:lnTo>
                  <a:lnTo>
                    <a:pt x="5331783" y="2841"/>
                  </a:lnTo>
                  <a:lnTo>
                    <a:pt x="5334910" y="2841"/>
                  </a:lnTo>
                  <a:lnTo>
                    <a:pt x="5338037" y="2841"/>
                  </a:lnTo>
                  <a:lnTo>
                    <a:pt x="5341165" y="2841"/>
                  </a:lnTo>
                  <a:lnTo>
                    <a:pt x="5344292" y="2841"/>
                  </a:lnTo>
                  <a:lnTo>
                    <a:pt x="5347419" y="2841"/>
                  </a:lnTo>
                  <a:lnTo>
                    <a:pt x="5350546" y="2841"/>
                  </a:lnTo>
                  <a:lnTo>
                    <a:pt x="5353673" y="2841"/>
                  </a:lnTo>
                  <a:lnTo>
                    <a:pt x="5356800" y="2841"/>
                  </a:lnTo>
                  <a:lnTo>
                    <a:pt x="5359927" y="2841"/>
                  </a:lnTo>
                  <a:lnTo>
                    <a:pt x="5363055" y="2841"/>
                  </a:lnTo>
                  <a:lnTo>
                    <a:pt x="5366182" y="2841"/>
                  </a:lnTo>
                  <a:lnTo>
                    <a:pt x="5369309" y="2841"/>
                  </a:lnTo>
                  <a:lnTo>
                    <a:pt x="5372436" y="2841"/>
                  </a:lnTo>
                  <a:lnTo>
                    <a:pt x="5375563" y="2841"/>
                  </a:lnTo>
                  <a:lnTo>
                    <a:pt x="5378690" y="2841"/>
                  </a:lnTo>
                  <a:lnTo>
                    <a:pt x="5381817" y="2841"/>
                  </a:lnTo>
                  <a:lnTo>
                    <a:pt x="5384945" y="2841"/>
                  </a:lnTo>
                  <a:lnTo>
                    <a:pt x="5388072" y="2841"/>
                  </a:lnTo>
                  <a:lnTo>
                    <a:pt x="5391199" y="2841"/>
                  </a:lnTo>
                  <a:lnTo>
                    <a:pt x="5394326" y="2841"/>
                  </a:lnTo>
                  <a:lnTo>
                    <a:pt x="5397453" y="2841"/>
                  </a:lnTo>
                  <a:lnTo>
                    <a:pt x="5400580" y="2841"/>
                  </a:lnTo>
                  <a:lnTo>
                    <a:pt x="5403707" y="2841"/>
                  </a:lnTo>
                  <a:lnTo>
                    <a:pt x="5406835" y="2841"/>
                  </a:lnTo>
                  <a:lnTo>
                    <a:pt x="5409962" y="2841"/>
                  </a:lnTo>
                  <a:lnTo>
                    <a:pt x="5413089" y="2841"/>
                  </a:lnTo>
                  <a:lnTo>
                    <a:pt x="5416216" y="2841"/>
                  </a:lnTo>
                  <a:lnTo>
                    <a:pt x="5419343" y="2841"/>
                  </a:lnTo>
                  <a:lnTo>
                    <a:pt x="5422470" y="2841"/>
                  </a:lnTo>
                  <a:lnTo>
                    <a:pt x="5425597" y="2841"/>
                  </a:lnTo>
                  <a:lnTo>
                    <a:pt x="5428725" y="2841"/>
                  </a:lnTo>
                  <a:lnTo>
                    <a:pt x="5431852" y="2841"/>
                  </a:lnTo>
                  <a:lnTo>
                    <a:pt x="5434979" y="2841"/>
                  </a:lnTo>
                  <a:lnTo>
                    <a:pt x="5438106" y="2841"/>
                  </a:lnTo>
                  <a:lnTo>
                    <a:pt x="5441233" y="2841"/>
                  </a:lnTo>
                  <a:lnTo>
                    <a:pt x="5444360" y="2841"/>
                  </a:lnTo>
                  <a:lnTo>
                    <a:pt x="5447487" y="2841"/>
                  </a:lnTo>
                  <a:lnTo>
                    <a:pt x="5450615" y="2841"/>
                  </a:lnTo>
                  <a:lnTo>
                    <a:pt x="5453742" y="2841"/>
                  </a:lnTo>
                  <a:lnTo>
                    <a:pt x="5456869" y="2841"/>
                  </a:lnTo>
                  <a:lnTo>
                    <a:pt x="5456869" y="1420"/>
                  </a:lnTo>
                  <a:lnTo>
                    <a:pt x="5459996" y="1420"/>
                  </a:lnTo>
                  <a:lnTo>
                    <a:pt x="5463123" y="1420"/>
                  </a:lnTo>
                  <a:lnTo>
                    <a:pt x="5466250" y="1420"/>
                  </a:lnTo>
                  <a:lnTo>
                    <a:pt x="5469378" y="1420"/>
                  </a:lnTo>
                  <a:lnTo>
                    <a:pt x="5472505" y="1420"/>
                  </a:lnTo>
                  <a:lnTo>
                    <a:pt x="5475632" y="1420"/>
                  </a:lnTo>
                  <a:lnTo>
                    <a:pt x="5478759" y="1420"/>
                  </a:lnTo>
                  <a:lnTo>
                    <a:pt x="5481886" y="1420"/>
                  </a:lnTo>
                  <a:lnTo>
                    <a:pt x="5485013" y="1420"/>
                  </a:lnTo>
                  <a:lnTo>
                    <a:pt x="5488140" y="1420"/>
                  </a:lnTo>
                  <a:lnTo>
                    <a:pt x="5491268" y="1420"/>
                  </a:lnTo>
                  <a:lnTo>
                    <a:pt x="5494395" y="1420"/>
                  </a:lnTo>
                  <a:lnTo>
                    <a:pt x="5497522" y="1420"/>
                  </a:lnTo>
                  <a:lnTo>
                    <a:pt x="5500649" y="1420"/>
                  </a:lnTo>
                  <a:lnTo>
                    <a:pt x="5503776" y="1420"/>
                  </a:lnTo>
                  <a:lnTo>
                    <a:pt x="5506903" y="1420"/>
                  </a:lnTo>
                  <a:lnTo>
                    <a:pt x="5510030" y="1420"/>
                  </a:lnTo>
                  <a:lnTo>
                    <a:pt x="5513158" y="1420"/>
                  </a:lnTo>
                  <a:lnTo>
                    <a:pt x="5516285" y="1420"/>
                  </a:lnTo>
                  <a:lnTo>
                    <a:pt x="5519412" y="1420"/>
                  </a:lnTo>
                  <a:lnTo>
                    <a:pt x="5522539" y="1420"/>
                  </a:lnTo>
                  <a:lnTo>
                    <a:pt x="5525666" y="1420"/>
                  </a:lnTo>
                  <a:lnTo>
                    <a:pt x="5528793" y="1420"/>
                  </a:lnTo>
                  <a:lnTo>
                    <a:pt x="5531920" y="1420"/>
                  </a:lnTo>
                  <a:lnTo>
                    <a:pt x="5535048" y="1420"/>
                  </a:lnTo>
                  <a:lnTo>
                    <a:pt x="5538175" y="1420"/>
                  </a:lnTo>
                  <a:lnTo>
                    <a:pt x="5541302" y="1420"/>
                  </a:lnTo>
                  <a:lnTo>
                    <a:pt x="5544429" y="1420"/>
                  </a:lnTo>
                  <a:lnTo>
                    <a:pt x="5547556" y="1420"/>
                  </a:lnTo>
                  <a:lnTo>
                    <a:pt x="5550683" y="1420"/>
                  </a:lnTo>
                  <a:lnTo>
                    <a:pt x="5553810" y="1420"/>
                  </a:lnTo>
                  <a:lnTo>
                    <a:pt x="5556938" y="1420"/>
                  </a:lnTo>
                  <a:lnTo>
                    <a:pt x="5560065" y="1420"/>
                  </a:lnTo>
                  <a:lnTo>
                    <a:pt x="5563192" y="1420"/>
                  </a:lnTo>
                  <a:lnTo>
                    <a:pt x="5566319" y="1420"/>
                  </a:lnTo>
                  <a:lnTo>
                    <a:pt x="5569446" y="1420"/>
                  </a:lnTo>
                  <a:lnTo>
                    <a:pt x="5572573" y="1420"/>
                  </a:lnTo>
                  <a:lnTo>
                    <a:pt x="5575700" y="1420"/>
                  </a:lnTo>
                  <a:lnTo>
                    <a:pt x="5578828" y="1420"/>
                  </a:lnTo>
                  <a:lnTo>
                    <a:pt x="5581955" y="1420"/>
                  </a:lnTo>
                  <a:lnTo>
                    <a:pt x="5585082" y="1420"/>
                  </a:lnTo>
                  <a:lnTo>
                    <a:pt x="5588209" y="1420"/>
                  </a:lnTo>
                  <a:lnTo>
                    <a:pt x="5591336" y="1420"/>
                  </a:lnTo>
                  <a:lnTo>
                    <a:pt x="5594463" y="1420"/>
                  </a:lnTo>
                  <a:lnTo>
                    <a:pt x="5597590" y="1420"/>
                  </a:lnTo>
                  <a:lnTo>
                    <a:pt x="5600718" y="1420"/>
                  </a:lnTo>
                  <a:lnTo>
                    <a:pt x="5603845" y="1420"/>
                  </a:lnTo>
                  <a:lnTo>
                    <a:pt x="5606972" y="1420"/>
                  </a:lnTo>
                  <a:lnTo>
                    <a:pt x="5610099" y="1420"/>
                  </a:lnTo>
                  <a:lnTo>
                    <a:pt x="5613226" y="1420"/>
                  </a:lnTo>
                  <a:lnTo>
                    <a:pt x="5616353" y="1420"/>
                  </a:lnTo>
                  <a:lnTo>
                    <a:pt x="5619481" y="1420"/>
                  </a:lnTo>
                  <a:lnTo>
                    <a:pt x="5622608" y="1420"/>
                  </a:lnTo>
                  <a:lnTo>
                    <a:pt x="5625735" y="1420"/>
                  </a:lnTo>
                  <a:lnTo>
                    <a:pt x="5628862" y="1420"/>
                  </a:lnTo>
                  <a:lnTo>
                    <a:pt x="5631989" y="1420"/>
                  </a:lnTo>
                  <a:lnTo>
                    <a:pt x="5635116" y="1420"/>
                  </a:lnTo>
                  <a:lnTo>
                    <a:pt x="5638243" y="1420"/>
                  </a:lnTo>
                  <a:lnTo>
                    <a:pt x="5641371" y="1420"/>
                  </a:lnTo>
                  <a:lnTo>
                    <a:pt x="5644498" y="1420"/>
                  </a:lnTo>
                  <a:lnTo>
                    <a:pt x="5647625" y="1420"/>
                  </a:lnTo>
                  <a:lnTo>
                    <a:pt x="5650752" y="1420"/>
                  </a:lnTo>
                  <a:lnTo>
                    <a:pt x="5653879" y="1420"/>
                  </a:lnTo>
                  <a:lnTo>
                    <a:pt x="5657006" y="1420"/>
                  </a:lnTo>
                  <a:lnTo>
                    <a:pt x="5660133" y="1420"/>
                  </a:lnTo>
                  <a:lnTo>
                    <a:pt x="5663261" y="1420"/>
                  </a:lnTo>
                  <a:lnTo>
                    <a:pt x="5666388" y="1420"/>
                  </a:lnTo>
                  <a:lnTo>
                    <a:pt x="5669515" y="1420"/>
                  </a:lnTo>
                  <a:lnTo>
                    <a:pt x="5672642" y="1420"/>
                  </a:lnTo>
                  <a:lnTo>
                    <a:pt x="5675769" y="1420"/>
                  </a:lnTo>
                  <a:lnTo>
                    <a:pt x="5678896" y="1420"/>
                  </a:lnTo>
                  <a:lnTo>
                    <a:pt x="5682023" y="1420"/>
                  </a:lnTo>
                  <a:lnTo>
                    <a:pt x="5685151" y="1420"/>
                  </a:lnTo>
                  <a:lnTo>
                    <a:pt x="5688278" y="1420"/>
                  </a:lnTo>
                  <a:lnTo>
                    <a:pt x="5691405" y="1420"/>
                  </a:lnTo>
                  <a:lnTo>
                    <a:pt x="5694532" y="1420"/>
                  </a:lnTo>
                  <a:lnTo>
                    <a:pt x="5697659" y="1420"/>
                  </a:lnTo>
                  <a:lnTo>
                    <a:pt x="5700786" y="1420"/>
                  </a:lnTo>
                  <a:lnTo>
                    <a:pt x="5703913" y="1420"/>
                  </a:lnTo>
                  <a:lnTo>
                    <a:pt x="5707041" y="1420"/>
                  </a:lnTo>
                  <a:lnTo>
                    <a:pt x="5710168" y="1420"/>
                  </a:lnTo>
                  <a:lnTo>
                    <a:pt x="5713295" y="1420"/>
                  </a:lnTo>
                  <a:lnTo>
                    <a:pt x="5716422" y="1420"/>
                  </a:lnTo>
                  <a:lnTo>
                    <a:pt x="5719549" y="1420"/>
                  </a:lnTo>
                  <a:lnTo>
                    <a:pt x="5722676" y="1420"/>
                  </a:lnTo>
                  <a:lnTo>
                    <a:pt x="5725803" y="1420"/>
                  </a:lnTo>
                  <a:lnTo>
                    <a:pt x="5728931" y="1420"/>
                  </a:lnTo>
                  <a:lnTo>
                    <a:pt x="5732058" y="1420"/>
                  </a:lnTo>
                  <a:lnTo>
                    <a:pt x="5735185" y="1420"/>
                  </a:lnTo>
                  <a:lnTo>
                    <a:pt x="5738312" y="1420"/>
                  </a:lnTo>
                  <a:lnTo>
                    <a:pt x="5741439" y="1420"/>
                  </a:lnTo>
                  <a:lnTo>
                    <a:pt x="5744566" y="1420"/>
                  </a:lnTo>
                  <a:lnTo>
                    <a:pt x="5747693" y="1420"/>
                  </a:lnTo>
                  <a:lnTo>
                    <a:pt x="5750821" y="1420"/>
                  </a:lnTo>
                  <a:lnTo>
                    <a:pt x="5753948" y="1420"/>
                  </a:lnTo>
                  <a:lnTo>
                    <a:pt x="5757075" y="1420"/>
                  </a:lnTo>
                  <a:lnTo>
                    <a:pt x="5760202" y="1420"/>
                  </a:lnTo>
                  <a:lnTo>
                    <a:pt x="5763329" y="1420"/>
                  </a:lnTo>
                  <a:lnTo>
                    <a:pt x="5766456" y="1420"/>
                  </a:lnTo>
                  <a:lnTo>
                    <a:pt x="5769584" y="1420"/>
                  </a:lnTo>
                  <a:lnTo>
                    <a:pt x="5772711" y="1420"/>
                  </a:lnTo>
                  <a:lnTo>
                    <a:pt x="5775838" y="1420"/>
                  </a:lnTo>
                  <a:lnTo>
                    <a:pt x="5778965" y="1420"/>
                  </a:lnTo>
                  <a:lnTo>
                    <a:pt x="5782092" y="1420"/>
                  </a:lnTo>
                  <a:lnTo>
                    <a:pt x="5785219" y="1420"/>
                  </a:lnTo>
                  <a:lnTo>
                    <a:pt x="5788346" y="1420"/>
                  </a:lnTo>
                  <a:lnTo>
                    <a:pt x="5791474" y="1420"/>
                  </a:lnTo>
                  <a:lnTo>
                    <a:pt x="5794601" y="1420"/>
                  </a:lnTo>
                  <a:lnTo>
                    <a:pt x="5797728" y="1420"/>
                  </a:lnTo>
                  <a:lnTo>
                    <a:pt x="5800855" y="1420"/>
                  </a:lnTo>
                  <a:lnTo>
                    <a:pt x="5803982" y="1420"/>
                  </a:lnTo>
                  <a:lnTo>
                    <a:pt x="5807109" y="1420"/>
                  </a:lnTo>
                  <a:lnTo>
                    <a:pt x="5810236" y="1420"/>
                  </a:lnTo>
                  <a:lnTo>
                    <a:pt x="5813364" y="1420"/>
                  </a:lnTo>
                  <a:lnTo>
                    <a:pt x="5816491" y="1420"/>
                  </a:lnTo>
                  <a:lnTo>
                    <a:pt x="5819618" y="1420"/>
                  </a:lnTo>
                  <a:lnTo>
                    <a:pt x="5822745" y="1420"/>
                  </a:lnTo>
                  <a:lnTo>
                    <a:pt x="5825872" y="1420"/>
                  </a:lnTo>
                  <a:lnTo>
                    <a:pt x="5828999" y="1420"/>
                  </a:lnTo>
                  <a:lnTo>
                    <a:pt x="5832126" y="1420"/>
                  </a:lnTo>
                  <a:lnTo>
                    <a:pt x="5835254" y="1420"/>
                  </a:lnTo>
                  <a:lnTo>
                    <a:pt x="5838381" y="1420"/>
                  </a:lnTo>
                  <a:lnTo>
                    <a:pt x="5841508" y="1420"/>
                  </a:lnTo>
                  <a:lnTo>
                    <a:pt x="5844635" y="1420"/>
                  </a:lnTo>
                  <a:lnTo>
                    <a:pt x="5847762" y="1420"/>
                  </a:lnTo>
                  <a:lnTo>
                    <a:pt x="5850889" y="1420"/>
                  </a:lnTo>
                  <a:lnTo>
                    <a:pt x="5854016" y="1420"/>
                  </a:lnTo>
                  <a:lnTo>
                    <a:pt x="5857144" y="1420"/>
                  </a:lnTo>
                  <a:lnTo>
                    <a:pt x="5860271" y="1420"/>
                  </a:lnTo>
                  <a:lnTo>
                    <a:pt x="5863398" y="1420"/>
                  </a:lnTo>
                  <a:lnTo>
                    <a:pt x="5866525" y="1420"/>
                  </a:lnTo>
                  <a:lnTo>
                    <a:pt x="5869652" y="1420"/>
                  </a:lnTo>
                  <a:lnTo>
                    <a:pt x="5872779" y="1420"/>
                  </a:lnTo>
                  <a:lnTo>
                    <a:pt x="5875906" y="1420"/>
                  </a:lnTo>
                  <a:lnTo>
                    <a:pt x="5879034" y="1420"/>
                  </a:lnTo>
                  <a:lnTo>
                    <a:pt x="5882161" y="1420"/>
                  </a:lnTo>
                  <a:lnTo>
                    <a:pt x="5885288" y="1420"/>
                  </a:lnTo>
                  <a:lnTo>
                    <a:pt x="5888415" y="1420"/>
                  </a:lnTo>
                  <a:lnTo>
                    <a:pt x="5891542" y="1420"/>
                  </a:lnTo>
                  <a:lnTo>
                    <a:pt x="5894669" y="1420"/>
                  </a:lnTo>
                  <a:lnTo>
                    <a:pt x="5897796" y="1420"/>
                  </a:lnTo>
                  <a:lnTo>
                    <a:pt x="5900924" y="1420"/>
                  </a:lnTo>
                  <a:lnTo>
                    <a:pt x="5904051" y="1420"/>
                  </a:lnTo>
                  <a:lnTo>
                    <a:pt x="5907178" y="1420"/>
                  </a:lnTo>
                  <a:lnTo>
                    <a:pt x="5910305" y="1420"/>
                  </a:lnTo>
                  <a:lnTo>
                    <a:pt x="5913432" y="1420"/>
                  </a:lnTo>
                  <a:lnTo>
                    <a:pt x="5916559" y="1420"/>
                  </a:lnTo>
                  <a:lnTo>
                    <a:pt x="5919687" y="1420"/>
                  </a:lnTo>
                  <a:lnTo>
                    <a:pt x="5922814" y="1420"/>
                  </a:lnTo>
                  <a:lnTo>
                    <a:pt x="5925941" y="1420"/>
                  </a:lnTo>
                  <a:lnTo>
                    <a:pt x="5929068" y="1420"/>
                  </a:lnTo>
                  <a:lnTo>
                    <a:pt x="5932195" y="1420"/>
                  </a:lnTo>
                  <a:lnTo>
                    <a:pt x="5935322" y="1420"/>
                  </a:lnTo>
                  <a:lnTo>
                    <a:pt x="5938449" y="1420"/>
                  </a:lnTo>
                  <a:lnTo>
                    <a:pt x="5941577" y="1420"/>
                  </a:lnTo>
                  <a:lnTo>
                    <a:pt x="5944704" y="1420"/>
                  </a:lnTo>
                  <a:lnTo>
                    <a:pt x="5947831" y="1420"/>
                  </a:lnTo>
                  <a:lnTo>
                    <a:pt x="5950958" y="1420"/>
                  </a:lnTo>
                  <a:lnTo>
                    <a:pt x="5954085" y="1420"/>
                  </a:lnTo>
                  <a:lnTo>
                    <a:pt x="5957212" y="1420"/>
                  </a:lnTo>
                  <a:lnTo>
                    <a:pt x="5960339" y="1420"/>
                  </a:lnTo>
                  <a:lnTo>
                    <a:pt x="5963467" y="1420"/>
                  </a:lnTo>
                  <a:lnTo>
                    <a:pt x="5966594" y="1420"/>
                  </a:lnTo>
                  <a:lnTo>
                    <a:pt x="5969721" y="1420"/>
                  </a:lnTo>
                  <a:lnTo>
                    <a:pt x="5972848" y="1420"/>
                  </a:lnTo>
                  <a:lnTo>
                    <a:pt x="5975975" y="1420"/>
                  </a:lnTo>
                  <a:lnTo>
                    <a:pt x="5979102" y="1420"/>
                  </a:lnTo>
                  <a:lnTo>
                    <a:pt x="5982229" y="1420"/>
                  </a:lnTo>
                  <a:lnTo>
                    <a:pt x="5985357" y="1420"/>
                  </a:lnTo>
                  <a:lnTo>
                    <a:pt x="5988484" y="1420"/>
                  </a:lnTo>
                  <a:lnTo>
                    <a:pt x="5991611" y="1420"/>
                  </a:lnTo>
                  <a:lnTo>
                    <a:pt x="5994738" y="1420"/>
                  </a:lnTo>
                  <a:lnTo>
                    <a:pt x="5994738" y="0"/>
                  </a:lnTo>
                  <a:lnTo>
                    <a:pt x="5997865" y="0"/>
                  </a:lnTo>
                  <a:lnTo>
                    <a:pt x="6000992" y="0"/>
                  </a:lnTo>
                  <a:lnTo>
                    <a:pt x="6004119" y="0"/>
                  </a:lnTo>
                  <a:lnTo>
                    <a:pt x="6007247" y="0"/>
                  </a:lnTo>
                  <a:lnTo>
                    <a:pt x="6010374" y="0"/>
                  </a:lnTo>
                  <a:lnTo>
                    <a:pt x="6013501" y="0"/>
                  </a:lnTo>
                  <a:lnTo>
                    <a:pt x="6016628" y="0"/>
                  </a:lnTo>
                  <a:lnTo>
                    <a:pt x="6019755" y="0"/>
                  </a:lnTo>
                  <a:lnTo>
                    <a:pt x="6022882" y="0"/>
                  </a:lnTo>
                  <a:lnTo>
                    <a:pt x="6026009" y="0"/>
                  </a:lnTo>
                  <a:lnTo>
                    <a:pt x="6029137" y="0"/>
                  </a:lnTo>
                  <a:lnTo>
                    <a:pt x="6032264" y="0"/>
                  </a:lnTo>
                  <a:lnTo>
                    <a:pt x="6035391" y="0"/>
                  </a:lnTo>
                  <a:lnTo>
                    <a:pt x="6038518" y="0"/>
                  </a:lnTo>
                  <a:lnTo>
                    <a:pt x="6041645" y="0"/>
                  </a:lnTo>
                  <a:lnTo>
                    <a:pt x="6044772" y="0"/>
                  </a:lnTo>
                  <a:lnTo>
                    <a:pt x="6047899" y="0"/>
                  </a:lnTo>
                  <a:lnTo>
                    <a:pt x="6051027" y="0"/>
                  </a:lnTo>
                  <a:lnTo>
                    <a:pt x="6054154" y="0"/>
                  </a:lnTo>
                  <a:lnTo>
                    <a:pt x="6057281" y="0"/>
                  </a:lnTo>
                  <a:lnTo>
                    <a:pt x="6060408" y="0"/>
                  </a:lnTo>
                  <a:lnTo>
                    <a:pt x="6063535" y="0"/>
                  </a:lnTo>
                  <a:lnTo>
                    <a:pt x="6066662" y="0"/>
                  </a:lnTo>
                  <a:lnTo>
                    <a:pt x="6069790" y="0"/>
                  </a:lnTo>
                  <a:lnTo>
                    <a:pt x="6072917" y="0"/>
                  </a:lnTo>
                  <a:lnTo>
                    <a:pt x="6076044" y="0"/>
                  </a:lnTo>
                  <a:lnTo>
                    <a:pt x="6079171" y="0"/>
                  </a:lnTo>
                  <a:lnTo>
                    <a:pt x="6082298" y="0"/>
                  </a:lnTo>
                  <a:lnTo>
                    <a:pt x="6085425" y="0"/>
                  </a:lnTo>
                  <a:lnTo>
                    <a:pt x="6088552" y="0"/>
                  </a:lnTo>
                  <a:lnTo>
                    <a:pt x="6091680" y="0"/>
                  </a:lnTo>
                  <a:lnTo>
                    <a:pt x="6094807" y="0"/>
                  </a:lnTo>
                  <a:lnTo>
                    <a:pt x="6097934" y="0"/>
                  </a:lnTo>
                  <a:lnTo>
                    <a:pt x="6101061" y="0"/>
                  </a:lnTo>
                  <a:lnTo>
                    <a:pt x="6104188" y="0"/>
                  </a:lnTo>
                  <a:lnTo>
                    <a:pt x="6107315" y="0"/>
                  </a:lnTo>
                  <a:lnTo>
                    <a:pt x="6110442" y="0"/>
                  </a:lnTo>
                  <a:lnTo>
                    <a:pt x="6113570" y="0"/>
                  </a:lnTo>
                  <a:lnTo>
                    <a:pt x="6116697" y="0"/>
                  </a:lnTo>
                  <a:lnTo>
                    <a:pt x="6119824" y="0"/>
                  </a:lnTo>
                  <a:lnTo>
                    <a:pt x="6122951" y="0"/>
                  </a:lnTo>
                  <a:lnTo>
                    <a:pt x="6126078" y="0"/>
                  </a:lnTo>
                  <a:lnTo>
                    <a:pt x="6129205" y="0"/>
                  </a:lnTo>
                  <a:lnTo>
                    <a:pt x="6132332" y="0"/>
                  </a:lnTo>
                  <a:lnTo>
                    <a:pt x="6135460" y="0"/>
                  </a:lnTo>
                  <a:lnTo>
                    <a:pt x="6138587" y="0"/>
                  </a:lnTo>
                  <a:lnTo>
                    <a:pt x="6141714" y="0"/>
                  </a:lnTo>
                  <a:lnTo>
                    <a:pt x="6144841" y="0"/>
                  </a:lnTo>
                  <a:lnTo>
                    <a:pt x="6147968" y="0"/>
                  </a:lnTo>
                  <a:lnTo>
                    <a:pt x="6151095" y="0"/>
                  </a:lnTo>
                  <a:lnTo>
                    <a:pt x="6154222" y="0"/>
                  </a:lnTo>
                  <a:lnTo>
                    <a:pt x="6157350" y="0"/>
                  </a:lnTo>
                  <a:lnTo>
                    <a:pt x="6160477" y="0"/>
                  </a:lnTo>
                  <a:lnTo>
                    <a:pt x="6163604" y="0"/>
                  </a:lnTo>
                  <a:lnTo>
                    <a:pt x="6166731" y="0"/>
                  </a:lnTo>
                  <a:lnTo>
                    <a:pt x="6169858" y="0"/>
                  </a:lnTo>
                  <a:lnTo>
                    <a:pt x="6172985" y="0"/>
                  </a:lnTo>
                  <a:lnTo>
                    <a:pt x="6176112" y="0"/>
                  </a:lnTo>
                  <a:lnTo>
                    <a:pt x="6179240" y="0"/>
                  </a:lnTo>
                  <a:lnTo>
                    <a:pt x="6182367" y="0"/>
                  </a:lnTo>
                  <a:lnTo>
                    <a:pt x="6185494" y="0"/>
                  </a:lnTo>
                  <a:lnTo>
                    <a:pt x="6188621" y="0"/>
                  </a:lnTo>
                  <a:lnTo>
                    <a:pt x="6191748" y="0"/>
                  </a:lnTo>
                  <a:lnTo>
                    <a:pt x="6194875" y="0"/>
                  </a:lnTo>
                  <a:lnTo>
                    <a:pt x="6198002" y="0"/>
                  </a:lnTo>
                  <a:lnTo>
                    <a:pt x="6201130" y="0"/>
                  </a:lnTo>
                  <a:lnTo>
                    <a:pt x="6204257" y="0"/>
                  </a:lnTo>
                  <a:lnTo>
                    <a:pt x="6207384" y="0"/>
                  </a:lnTo>
                  <a:lnTo>
                    <a:pt x="6210511" y="0"/>
                  </a:lnTo>
                  <a:lnTo>
                    <a:pt x="6213638" y="0"/>
                  </a:lnTo>
                  <a:lnTo>
                    <a:pt x="6216765" y="0"/>
                  </a:lnTo>
                  <a:lnTo>
                    <a:pt x="6219893" y="0"/>
                  </a:lnTo>
                  <a:lnTo>
                    <a:pt x="6223020" y="0"/>
                  </a:lnTo>
                  <a:lnTo>
                    <a:pt x="6226147" y="0"/>
                  </a:lnTo>
                  <a:lnTo>
                    <a:pt x="6229274" y="0"/>
                  </a:lnTo>
                  <a:lnTo>
                    <a:pt x="6232401" y="0"/>
                  </a:lnTo>
                  <a:lnTo>
                    <a:pt x="6235528" y="0"/>
                  </a:lnTo>
                  <a:lnTo>
                    <a:pt x="6238655" y="0"/>
                  </a:lnTo>
                  <a:lnTo>
                    <a:pt x="6241783" y="0"/>
                  </a:lnTo>
                  <a:lnTo>
                    <a:pt x="6244910" y="0"/>
                  </a:lnTo>
                  <a:lnTo>
                    <a:pt x="6248037" y="0"/>
                  </a:lnTo>
                  <a:lnTo>
                    <a:pt x="6251164" y="0"/>
                  </a:lnTo>
                  <a:lnTo>
                    <a:pt x="6254291" y="0"/>
                  </a:lnTo>
                  <a:lnTo>
                    <a:pt x="6257418" y="0"/>
                  </a:lnTo>
                  <a:lnTo>
                    <a:pt x="6260545" y="0"/>
                  </a:lnTo>
                  <a:lnTo>
                    <a:pt x="6263673" y="0"/>
                  </a:lnTo>
                  <a:lnTo>
                    <a:pt x="6266800" y="0"/>
                  </a:lnTo>
                  <a:lnTo>
                    <a:pt x="6269927" y="0"/>
                  </a:lnTo>
                  <a:lnTo>
                    <a:pt x="6273054" y="0"/>
                  </a:lnTo>
                  <a:lnTo>
                    <a:pt x="6276181" y="0"/>
                  </a:lnTo>
                  <a:lnTo>
                    <a:pt x="6279308" y="0"/>
                  </a:lnTo>
                  <a:lnTo>
                    <a:pt x="6282435" y="0"/>
                  </a:lnTo>
                  <a:lnTo>
                    <a:pt x="6285563" y="0"/>
                  </a:lnTo>
                  <a:lnTo>
                    <a:pt x="6288690" y="0"/>
                  </a:lnTo>
                  <a:lnTo>
                    <a:pt x="6291817" y="0"/>
                  </a:lnTo>
                  <a:lnTo>
                    <a:pt x="6294944" y="0"/>
                  </a:lnTo>
                  <a:lnTo>
                    <a:pt x="6298071" y="0"/>
                  </a:lnTo>
                  <a:lnTo>
                    <a:pt x="6301198" y="0"/>
                  </a:lnTo>
                  <a:lnTo>
                    <a:pt x="6304325" y="0"/>
                  </a:lnTo>
                  <a:lnTo>
                    <a:pt x="6307453" y="0"/>
                  </a:lnTo>
                  <a:lnTo>
                    <a:pt x="6310580" y="0"/>
                  </a:lnTo>
                  <a:lnTo>
                    <a:pt x="6313707" y="0"/>
                  </a:lnTo>
                  <a:lnTo>
                    <a:pt x="6316834" y="0"/>
                  </a:lnTo>
                  <a:lnTo>
                    <a:pt x="6319961" y="0"/>
                  </a:lnTo>
                  <a:lnTo>
                    <a:pt x="6323088" y="0"/>
                  </a:lnTo>
                  <a:lnTo>
                    <a:pt x="6326215" y="0"/>
                  </a:lnTo>
                  <a:lnTo>
                    <a:pt x="6329343" y="0"/>
                  </a:lnTo>
                  <a:lnTo>
                    <a:pt x="6332470" y="0"/>
                  </a:lnTo>
                  <a:lnTo>
                    <a:pt x="6335597" y="0"/>
                  </a:lnTo>
                  <a:lnTo>
                    <a:pt x="6338724" y="0"/>
                  </a:lnTo>
                  <a:lnTo>
                    <a:pt x="6341851" y="0"/>
                  </a:lnTo>
                  <a:lnTo>
                    <a:pt x="6344978" y="0"/>
                  </a:lnTo>
                  <a:lnTo>
                    <a:pt x="6348105" y="0"/>
                  </a:lnTo>
                  <a:lnTo>
                    <a:pt x="6351233" y="0"/>
                  </a:lnTo>
                  <a:lnTo>
                    <a:pt x="6354360" y="0"/>
                  </a:lnTo>
                  <a:lnTo>
                    <a:pt x="6357487" y="0"/>
                  </a:lnTo>
                  <a:lnTo>
                    <a:pt x="6360614" y="0"/>
                  </a:lnTo>
                  <a:lnTo>
                    <a:pt x="6363741" y="0"/>
                  </a:lnTo>
                  <a:lnTo>
                    <a:pt x="6366868" y="0"/>
                  </a:lnTo>
                  <a:lnTo>
                    <a:pt x="6369996" y="0"/>
                  </a:lnTo>
                  <a:lnTo>
                    <a:pt x="6373123" y="0"/>
                  </a:lnTo>
                  <a:lnTo>
                    <a:pt x="6376250" y="0"/>
                  </a:lnTo>
                  <a:lnTo>
                    <a:pt x="6379377" y="0"/>
                  </a:lnTo>
                  <a:lnTo>
                    <a:pt x="6382504" y="0"/>
                  </a:lnTo>
                  <a:lnTo>
                    <a:pt x="6385631" y="0"/>
                  </a:lnTo>
                  <a:lnTo>
                    <a:pt x="6388758" y="0"/>
                  </a:lnTo>
                  <a:lnTo>
                    <a:pt x="6391886" y="0"/>
                  </a:lnTo>
                  <a:lnTo>
                    <a:pt x="6395013" y="0"/>
                  </a:lnTo>
                  <a:lnTo>
                    <a:pt x="6398140" y="0"/>
                  </a:lnTo>
                  <a:lnTo>
                    <a:pt x="6401267" y="0"/>
                  </a:lnTo>
                  <a:lnTo>
                    <a:pt x="6404394" y="0"/>
                  </a:lnTo>
                  <a:lnTo>
                    <a:pt x="6407521" y="0"/>
                  </a:lnTo>
                  <a:lnTo>
                    <a:pt x="6410648" y="0"/>
                  </a:lnTo>
                  <a:lnTo>
                    <a:pt x="6413776" y="0"/>
                  </a:lnTo>
                  <a:lnTo>
                    <a:pt x="6416903" y="0"/>
                  </a:lnTo>
                  <a:lnTo>
                    <a:pt x="6420030" y="0"/>
                  </a:lnTo>
                  <a:lnTo>
                    <a:pt x="6423157" y="0"/>
                  </a:lnTo>
                  <a:lnTo>
                    <a:pt x="6426284" y="0"/>
                  </a:lnTo>
                  <a:lnTo>
                    <a:pt x="6429411" y="0"/>
                  </a:lnTo>
                  <a:lnTo>
                    <a:pt x="6432538" y="0"/>
                  </a:lnTo>
                  <a:lnTo>
                    <a:pt x="6435666" y="0"/>
                  </a:lnTo>
                  <a:lnTo>
                    <a:pt x="6438793" y="0"/>
                  </a:lnTo>
                  <a:lnTo>
                    <a:pt x="6441920" y="0"/>
                  </a:lnTo>
                  <a:lnTo>
                    <a:pt x="6445047" y="0"/>
                  </a:lnTo>
                  <a:lnTo>
                    <a:pt x="6448174" y="0"/>
                  </a:lnTo>
                  <a:lnTo>
                    <a:pt x="6451301" y="0"/>
                  </a:lnTo>
                  <a:lnTo>
                    <a:pt x="6454428" y="0"/>
                  </a:lnTo>
                  <a:lnTo>
                    <a:pt x="6457556" y="0"/>
                  </a:lnTo>
                  <a:lnTo>
                    <a:pt x="6460683" y="0"/>
                  </a:lnTo>
                  <a:lnTo>
                    <a:pt x="6463810" y="0"/>
                  </a:lnTo>
                  <a:lnTo>
                    <a:pt x="6466937" y="0"/>
                  </a:lnTo>
                  <a:lnTo>
                    <a:pt x="6470064" y="0"/>
                  </a:lnTo>
                  <a:lnTo>
                    <a:pt x="6473191" y="0"/>
                  </a:lnTo>
                  <a:lnTo>
                    <a:pt x="6476318" y="0"/>
                  </a:lnTo>
                  <a:lnTo>
                    <a:pt x="6479446" y="0"/>
                  </a:lnTo>
                  <a:lnTo>
                    <a:pt x="6482573" y="0"/>
                  </a:lnTo>
                  <a:lnTo>
                    <a:pt x="6485700" y="0"/>
                  </a:lnTo>
                  <a:lnTo>
                    <a:pt x="6488827" y="0"/>
                  </a:lnTo>
                  <a:lnTo>
                    <a:pt x="6491954" y="0"/>
                  </a:lnTo>
                  <a:lnTo>
                    <a:pt x="6495081" y="0"/>
                  </a:lnTo>
                  <a:lnTo>
                    <a:pt x="6498208" y="0"/>
                  </a:lnTo>
                  <a:lnTo>
                    <a:pt x="6501336" y="0"/>
                  </a:lnTo>
                  <a:lnTo>
                    <a:pt x="6504463" y="0"/>
                  </a:lnTo>
                  <a:lnTo>
                    <a:pt x="6507590" y="0"/>
                  </a:lnTo>
                  <a:lnTo>
                    <a:pt x="6510717" y="0"/>
                  </a:lnTo>
                  <a:lnTo>
                    <a:pt x="6513844" y="0"/>
                  </a:lnTo>
                  <a:lnTo>
                    <a:pt x="6516971" y="0"/>
                  </a:lnTo>
                  <a:lnTo>
                    <a:pt x="6520099" y="0"/>
                  </a:lnTo>
                  <a:lnTo>
                    <a:pt x="6523226" y="0"/>
                  </a:lnTo>
                  <a:lnTo>
                    <a:pt x="6526353" y="0"/>
                  </a:lnTo>
                  <a:lnTo>
                    <a:pt x="6529480" y="0"/>
                  </a:lnTo>
                  <a:lnTo>
                    <a:pt x="6532607" y="0"/>
                  </a:lnTo>
                  <a:lnTo>
                    <a:pt x="6535734" y="0"/>
                  </a:lnTo>
                  <a:lnTo>
                    <a:pt x="6538861" y="0"/>
                  </a:lnTo>
                  <a:lnTo>
                    <a:pt x="6541989" y="0"/>
                  </a:lnTo>
                  <a:lnTo>
                    <a:pt x="6545116" y="0"/>
                  </a:lnTo>
                  <a:lnTo>
                    <a:pt x="6548243" y="0"/>
                  </a:lnTo>
                  <a:lnTo>
                    <a:pt x="6551370" y="0"/>
                  </a:lnTo>
                  <a:lnTo>
                    <a:pt x="6554497" y="0"/>
                  </a:lnTo>
                  <a:lnTo>
                    <a:pt x="6557624" y="0"/>
                  </a:lnTo>
                  <a:lnTo>
                    <a:pt x="6560751" y="0"/>
                  </a:lnTo>
                  <a:lnTo>
                    <a:pt x="6563879" y="0"/>
                  </a:lnTo>
                  <a:lnTo>
                    <a:pt x="6567006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207651" y="2350008"/>
              <a:ext cx="7095075" cy="2843466"/>
            </a:xfrm>
            <a:custGeom>
              <a:avLst/>
              <a:pathLst>
                <a:path w="7095075" h="2843466">
                  <a:moveTo>
                    <a:pt x="0" y="2843466"/>
                  </a:moveTo>
                  <a:lnTo>
                    <a:pt x="709507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2026-03-08T12:17:52Z</dcterms:modified>
  <cp:category/>
</cp:coreProperties>
</file>