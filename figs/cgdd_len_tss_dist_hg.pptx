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529541" y="3356397"/>
              <a:ext cx="477827" cy="743131"/>
            </a:xfrm>
            <a:custGeom>
              <a:avLst/>
              <a:pathLst>
                <a:path w="477827" h="743131">
                  <a:moveTo>
                    <a:pt x="0" y="743131"/>
                  </a:moveTo>
                  <a:lnTo>
                    <a:pt x="477827" y="74313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529541" y="3686978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68455" y="4099528"/>
              <a:ext cx="0" cy="979321"/>
            </a:xfrm>
            <a:custGeom>
              <a:avLst/>
              <a:pathLst>
                <a:path w="0" h="979321">
                  <a:moveTo>
                    <a:pt x="0" y="979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68455" y="2350008"/>
              <a:ext cx="0" cy="1006389"/>
            </a:xfrm>
            <a:custGeom>
              <a:avLst/>
              <a:pathLst>
                <a:path w="0" h="1006389">
                  <a:moveTo>
                    <a:pt x="0" y="0"/>
                  </a:moveTo>
                  <a:lnTo>
                    <a:pt x="0" y="10063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648998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1529541" y="3356397"/>
              <a:ext cx="477827" cy="743131"/>
            </a:xfrm>
            <a:custGeom>
              <a:avLst/>
              <a:pathLst>
                <a:path w="477827" h="743131">
                  <a:moveTo>
                    <a:pt x="0" y="743131"/>
                  </a:moveTo>
                  <a:lnTo>
                    <a:pt x="477827" y="743131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2126826" y="3431006"/>
              <a:ext cx="477827" cy="1123146"/>
            </a:xfrm>
            <a:custGeom>
              <a:avLst/>
              <a:pathLst>
                <a:path w="477827" h="1123146">
                  <a:moveTo>
                    <a:pt x="0" y="1123146"/>
                  </a:moveTo>
                  <a:lnTo>
                    <a:pt x="477827" y="112314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126826" y="3830983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365740" y="4554152"/>
              <a:ext cx="0" cy="524696"/>
            </a:xfrm>
            <a:custGeom>
              <a:avLst/>
              <a:pathLst>
                <a:path w="0" h="524696">
                  <a:moveTo>
                    <a:pt x="0" y="52469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365740" y="2350008"/>
              <a:ext cx="0" cy="1080998"/>
            </a:xfrm>
            <a:custGeom>
              <a:avLst/>
              <a:pathLst>
                <a:path w="0" h="1080998">
                  <a:moveTo>
                    <a:pt x="0" y="0"/>
                  </a:moveTo>
                  <a:lnTo>
                    <a:pt x="0" y="10809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246283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2126826" y="3431006"/>
              <a:ext cx="477827" cy="1123146"/>
            </a:xfrm>
            <a:custGeom>
              <a:avLst/>
              <a:pathLst>
                <a:path w="477827" h="1123146">
                  <a:moveTo>
                    <a:pt x="0" y="1123146"/>
                  </a:moveTo>
                  <a:lnTo>
                    <a:pt x="477827" y="112314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2724111" y="3638769"/>
              <a:ext cx="477827" cy="1440080"/>
            </a:xfrm>
            <a:custGeom>
              <a:avLst/>
              <a:pathLst>
                <a:path w="477827" h="1440080">
                  <a:moveTo>
                    <a:pt x="0" y="1440080"/>
                  </a:moveTo>
                  <a:lnTo>
                    <a:pt x="477827" y="144008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724111" y="4380646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963025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963025" y="2350008"/>
              <a:ext cx="0" cy="1288761"/>
            </a:xfrm>
            <a:custGeom>
              <a:avLst/>
              <a:pathLst>
                <a:path w="0" h="1288761">
                  <a:moveTo>
                    <a:pt x="0" y="0"/>
                  </a:moveTo>
                  <a:lnTo>
                    <a:pt x="0" y="12887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843568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2724111" y="3638769"/>
              <a:ext cx="477827" cy="1440080"/>
            </a:xfrm>
            <a:custGeom>
              <a:avLst/>
              <a:pathLst>
                <a:path w="477827" h="1440080">
                  <a:moveTo>
                    <a:pt x="0" y="1440080"/>
                  </a:moveTo>
                  <a:lnTo>
                    <a:pt x="477827" y="144008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3321396" y="3892380"/>
              <a:ext cx="477827" cy="1186469"/>
            </a:xfrm>
            <a:custGeom>
              <a:avLst/>
              <a:pathLst>
                <a:path w="477827" h="1186469">
                  <a:moveTo>
                    <a:pt x="0" y="1186469"/>
                  </a:moveTo>
                  <a:lnTo>
                    <a:pt x="477827" y="118646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321396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560310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560310" y="2350008"/>
              <a:ext cx="0" cy="1542372"/>
            </a:xfrm>
            <a:custGeom>
              <a:avLst/>
              <a:pathLst>
                <a:path w="0" h="1542372">
                  <a:moveTo>
                    <a:pt x="0" y="0"/>
                  </a:moveTo>
                  <a:lnTo>
                    <a:pt x="0" y="154237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440853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3321396" y="3892380"/>
              <a:ext cx="477827" cy="1186469"/>
            </a:xfrm>
            <a:custGeom>
              <a:avLst/>
              <a:pathLst>
                <a:path w="477827" h="1186469">
                  <a:moveTo>
                    <a:pt x="0" y="1186469"/>
                  </a:moveTo>
                  <a:lnTo>
                    <a:pt x="477827" y="118646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3918681" y="4121863"/>
              <a:ext cx="477827" cy="956986"/>
            </a:xfrm>
            <a:custGeom>
              <a:avLst/>
              <a:pathLst>
                <a:path w="477827" h="956986">
                  <a:moveTo>
                    <a:pt x="0" y="956986"/>
                  </a:moveTo>
                  <a:lnTo>
                    <a:pt x="477827" y="95698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918681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4157595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157595" y="2695727"/>
              <a:ext cx="0" cy="1426135"/>
            </a:xfrm>
            <a:custGeom>
              <a:avLst/>
              <a:pathLst>
                <a:path w="0" h="1426135">
                  <a:moveTo>
                    <a:pt x="0" y="0"/>
                  </a:moveTo>
                  <a:lnTo>
                    <a:pt x="0" y="14261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038138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4038138" y="2695727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3918681" y="4121863"/>
              <a:ext cx="477827" cy="956986"/>
            </a:xfrm>
            <a:custGeom>
              <a:avLst/>
              <a:pathLst>
                <a:path w="477827" h="956986">
                  <a:moveTo>
                    <a:pt x="0" y="956986"/>
                  </a:moveTo>
                  <a:lnTo>
                    <a:pt x="477827" y="956986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4515966" y="4378459"/>
              <a:ext cx="477827" cy="700390"/>
            </a:xfrm>
            <a:custGeom>
              <a:avLst/>
              <a:pathLst>
                <a:path w="477827" h="700390">
                  <a:moveTo>
                    <a:pt x="0" y="700390"/>
                  </a:moveTo>
                  <a:lnTo>
                    <a:pt x="477827" y="70039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4515966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754880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4754880" y="3336040"/>
              <a:ext cx="0" cy="1042419"/>
            </a:xfrm>
            <a:custGeom>
              <a:avLst/>
              <a:pathLst>
                <a:path w="0" h="1042419">
                  <a:moveTo>
                    <a:pt x="0" y="0"/>
                  </a:moveTo>
                  <a:lnTo>
                    <a:pt x="0" y="10424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4635423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635423" y="3336040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4515966" y="4378459"/>
              <a:ext cx="477827" cy="700390"/>
            </a:xfrm>
            <a:custGeom>
              <a:avLst/>
              <a:pathLst>
                <a:path w="477827" h="700390">
                  <a:moveTo>
                    <a:pt x="0" y="700390"/>
                  </a:moveTo>
                  <a:lnTo>
                    <a:pt x="477827" y="70039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2"/>
            <p:cNvSpPr/>
            <p:nvPr/>
          </p:nvSpPr>
          <p:spPr>
            <a:xfrm>
              <a:off x="5113250" y="4967151"/>
              <a:ext cx="477827" cy="111697"/>
            </a:xfrm>
            <a:custGeom>
              <a:avLst/>
              <a:pathLst>
                <a:path w="477827" h="111697">
                  <a:moveTo>
                    <a:pt x="0" y="111697"/>
                  </a:moveTo>
                  <a:lnTo>
                    <a:pt x="477827" y="11169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511325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352164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352164" y="4818430"/>
              <a:ext cx="0" cy="148721"/>
            </a:xfrm>
            <a:custGeom>
              <a:avLst/>
              <a:pathLst>
                <a:path w="0" h="148721">
                  <a:moveTo>
                    <a:pt x="0" y="0"/>
                  </a:moveTo>
                  <a:lnTo>
                    <a:pt x="0" y="1487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5232707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5232707" y="4818430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5113250" y="4967151"/>
              <a:ext cx="477827" cy="111697"/>
            </a:xfrm>
            <a:custGeom>
              <a:avLst/>
              <a:pathLst>
                <a:path w="477827" h="111697">
                  <a:moveTo>
                    <a:pt x="0" y="111697"/>
                  </a:moveTo>
                  <a:lnTo>
                    <a:pt x="477827" y="11169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571053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71053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949449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5949449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5829992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5829992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571053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6"/>
            <p:cNvSpPr/>
            <p:nvPr/>
          </p:nvSpPr>
          <p:spPr>
            <a:xfrm>
              <a:off x="630782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630782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6546734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6546734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6427277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6427277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630782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3"/>
            <p:cNvSpPr/>
            <p:nvPr/>
          </p:nvSpPr>
          <p:spPr>
            <a:xfrm>
              <a:off x="690510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690510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7144019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7144019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7024562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7024562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69"/>
            <p:cNvSpPr/>
            <p:nvPr/>
          </p:nvSpPr>
          <p:spPr>
            <a:xfrm>
              <a:off x="6905105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750239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750239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7741304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7741304" y="507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7621847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7621847" y="5078849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6"/>
            <p:cNvSpPr/>
            <p:nvPr/>
          </p:nvSpPr>
          <p:spPr>
            <a:xfrm>
              <a:off x="7502390" y="507884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1768455" y="5193474"/>
              <a:ext cx="5972848" cy="0"/>
            </a:xfrm>
            <a:custGeom>
              <a:avLst/>
              <a:pathLst>
                <a:path w="5972848" h="0">
                  <a:moveTo>
                    <a:pt x="0" y="0"/>
                  </a:moveTo>
                  <a:lnTo>
                    <a:pt x="5972848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176845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236574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296302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356031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415759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535216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594944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654673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71440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774130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tx89"/>
            <p:cNvSpPr/>
            <p:nvPr/>
          </p:nvSpPr>
          <p:spPr>
            <a:xfrm>
              <a:off x="1719974" y="5409549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2317259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2914544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3511829" y="5409400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410911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4706399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530368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5900968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6449773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7047057" y="5411558"/>
              <a:ext cx="193923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7644342" y="5409549"/>
              <a:ext cx="193923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101" name="pl100"/>
            <p:cNvSpPr/>
            <p:nvPr/>
          </p:nvSpPr>
          <p:spPr>
            <a:xfrm>
              <a:off x="1207008" y="2667647"/>
              <a:ext cx="0" cy="2123257"/>
            </a:xfrm>
            <a:custGeom>
              <a:avLst/>
              <a:pathLst>
                <a:path w="0" h="2123257">
                  <a:moveTo>
                    <a:pt x="0" y="212325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1115567" y="479090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1115567" y="436625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1115567" y="394160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1115567" y="351695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1115567" y="309229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1115567" y="266764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7"/>
            <p:cNvSpPr/>
            <p:nvPr/>
          </p:nvSpPr>
          <p:spPr>
            <a:xfrm rot="-5400000">
              <a:off x="881437" y="473327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09" name="tx108"/>
            <p:cNvSpPr/>
            <p:nvPr/>
          </p:nvSpPr>
          <p:spPr>
            <a:xfrm rot="-5400000">
              <a:off x="832956" y="4308620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10" name="tx109"/>
            <p:cNvSpPr/>
            <p:nvPr/>
          </p:nvSpPr>
          <p:spPr>
            <a:xfrm rot="-5400000">
              <a:off x="834035" y="3885047"/>
              <a:ext cx="193923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111" name="tx110"/>
            <p:cNvSpPr/>
            <p:nvPr/>
          </p:nvSpPr>
          <p:spPr>
            <a:xfrm rot="-5400000">
              <a:off x="835040" y="3461400"/>
              <a:ext cx="193923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14</a:t>
              </a:r>
            </a:p>
          </p:txBody>
        </p:sp>
        <p:sp>
          <p:nvSpPr>
            <p:cNvPr id="112" name="tx111"/>
            <p:cNvSpPr/>
            <p:nvPr/>
          </p:nvSpPr>
          <p:spPr>
            <a:xfrm rot="-5400000">
              <a:off x="832956" y="3034665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16</a:t>
              </a:r>
            </a:p>
          </p:txBody>
        </p:sp>
        <p:sp>
          <p:nvSpPr>
            <p:cNvPr id="113" name="tx112"/>
            <p:cNvSpPr/>
            <p:nvPr/>
          </p:nvSpPr>
          <p:spPr>
            <a:xfrm rot="-5400000">
              <a:off x="832956" y="2610013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</a:t>
              </a:r>
            </a:p>
          </p:txBody>
        </p:sp>
        <p:sp>
          <p:nvSpPr>
            <p:cNvPr id="114" name="pg113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2026-03-08T12:12:52Z</dcterms:modified>
  <cp:category/>
</cp:coreProperties>
</file>